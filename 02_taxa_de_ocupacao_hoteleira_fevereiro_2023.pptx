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swald Medium"/>
      <p:regular r:id="rId14"/>
      <p:bold r:id="rId15"/>
    </p:embeddedFont>
    <p:embeddedFont>
      <p:font typeface="Oswald SemiBold"/>
      <p:regular r:id="rId16"/>
      <p:bold r:id="rId17"/>
    </p:embeddedFont>
    <p:embeddedFont>
      <p:font typeface="Oswald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016">
          <p15:clr>
            <a:srgbClr val="747775"/>
          </p15:clr>
        </p15:guide>
        <p15:guide id="2" orient="horz" pos="1944">
          <p15:clr>
            <a:srgbClr val="747775"/>
          </p15:clr>
        </p15:guide>
        <p15:guide id="3" pos="374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16"/>
        <p:guide pos="1944" orient="horz"/>
        <p:guide pos="3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22" Type="http://schemas.openxmlformats.org/officeDocument/2006/relationships/font" Target="fonts/OpenSans-italic.fntdata"/><Relationship Id="rId21" Type="http://schemas.openxmlformats.org/officeDocument/2006/relationships/font" Target="fonts/OpenSans-bold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swaldMedium-bold.fntdata"/><Relationship Id="rId14" Type="http://schemas.openxmlformats.org/officeDocument/2006/relationships/font" Target="fonts/OswaldMedium-regular.fntdata"/><Relationship Id="rId17" Type="http://schemas.openxmlformats.org/officeDocument/2006/relationships/font" Target="fonts/OswaldSemiBold-bold.fntdata"/><Relationship Id="rId16" Type="http://schemas.openxmlformats.org/officeDocument/2006/relationships/font" Target="fonts/OswaldSemiBold-regular.fntdata"/><Relationship Id="rId19" Type="http://schemas.openxmlformats.org/officeDocument/2006/relationships/font" Target="fonts/Oswald-bold.fntdata"/><Relationship Id="rId18" Type="http://schemas.openxmlformats.org/officeDocument/2006/relationships/font" Target="fonts/Oswa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5" name="Shape 4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6" name="Google Shape;43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7" name="Google Shape;43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ga8fee0235f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8" name="Google Shape;4638;ga8fee0235f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project looks at restaurant demand not from a single restaurant’s point of view, but from the city’s point of view.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Before I show the dashboards, let me explain how I structured the analysis.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a927bec2b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a927bec2b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I’ll now switch to Tableau and walk you through these three steps.</a:t>
            </a:r>
            <a:endParaRPr b="1">
              <a:solidFill>
                <a:schemeClr val="dk1"/>
              </a:solidFill>
            </a:endParaRPr>
          </a:p>
          <a:p>
            <a:pPr indent="-2984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dashboards follow this same structure, so the story should be easy to follow.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9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gb1ca1a49d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1" name="Google Shape;4881;gb1ca1a49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Demand is predictable at the city level.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risk is not knowing when and who it affects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turns external city signals into operational awareness for restaurants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9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g3c81e1b8d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1" name="Google Shape;4921;g3c81e1b8d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9" name="Shape 4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0" name="Google Shape;4930;gaa83891e9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1" name="Google Shape;4931;gaa83891e9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2" name="Shape 5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3" name="Google Shape;5463;gb3bc6e98b6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4" name="Google Shape;5464;gb3bc6e98b6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6" name="Shape 5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7" name="Google Shape;5567;gaa83891e94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8" name="Google Shape;5568;gaa83891e94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34849" y="1276000"/>
            <a:ext cx="430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6000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Font typeface="Oswald"/>
              <a:buNone/>
              <a:defRPr sz="53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34775" y="3176200"/>
            <a:ext cx="3018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6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3825" y="2152500"/>
            <a:ext cx="4122000" cy="12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3825" y="10461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34775" y="3527700"/>
            <a:ext cx="3618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6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420836" y="8308"/>
            <a:ext cx="722956" cy="722956"/>
            <a:chOff x="8287205" y="3428644"/>
            <a:chExt cx="856582" cy="856582"/>
          </a:xfrm>
        </p:grpSpPr>
        <p:grpSp>
          <p:nvGrpSpPr>
            <p:cNvPr id="17" name="Google Shape;17;p3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18" name="Google Shape;18;p3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3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" name="Google Shape;27;p3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7697765" y="8143"/>
            <a:ext cx="723337" cy="723670"/>
            <a:chOff x="4595925" y="3627700"/>
            <a:chExt cx="1358125" cy="1358750"/>
          </a:xfrm>
        </p:grpSpPr>
        <p:sp>
          <p:nvSpPr>
            <p:cNvPr id="29" name="Google Shape;29;p3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" name="Google Shape;40;p3"/>
          <p:cNvGrpSpPr/>
          <p:nvPr/>
        </p:nvGrpSpPr>
        <p:grpSpPr>
          <a:xfrm flipH="1" rot="-5400000">
            <a:off x="8420669" y="731274"/>
            <a:ext cx="723330" cy="723330"/>
            <a:chOff x="-42300" y="0"/>
            <a:chExt cx="1004625" cy="1004625"/>
          </a:xfrm>
        </p:grpSpPr>
        <p:sp>
          <p:nvSpPr>
            <p:cNvPr id="41" name="Google Shape;41;p3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26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2511000" y="2152500"/>
            <a:ext cx="4122000" cy="12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4"/>
          <p:cNvSpPr txBox="1"/>
          <p:nvPr>
            <p:ph hasCustomPrompt="1" idx="2" type="title"/>
          </p:nvPr>
        </p:nvSpPr>
        <p:spPr>
          <a:xfrm>
            <a:off x="3307650" y="10461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"/>
          <p:cNvSpPr txBox="1"/>
          <p:nvPr>
            <p:ph idx="1" type="subTitle"/>
          </p:nvPr>
        </p:nvSpPr>
        <p:spPr>
          <a:xfrm>
            <a:off x="2762550" y="3527700"/>
            <a:ext cx="3618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>
            <a:off x="0" y="6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8420836" y="158"/>
            <a:ext cx="722956" cy="722956"/>
            <a:chOff x="8287205" y="3428644"/>
            <a:chExt cx="856582" cy="856582"/>
          </a:xfrm>
        </p:grpSpPr>
        <p:grpSp>
          <p:nvGrpSpPr>
            <p:cNvPr id="57" name="Google Shape;57;p4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4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4"/>
          <p:cNvGrpSpPr/>
          <p:nvPr/>
        </p:nvGrpSpPr>
        <p:grpSpPr>
          <a:xfrm>
            <a:off x="7697765" y="-7"/>
            <a:ext cx="723337" cy="723670"/>
            <a:chOff x="4595925" y="3627700"/>
            <a:chExt cx="1358125" cy="1358750"/>
          </a:xfrm>
        </p:grpSpPr>
        <p:sp>
          <p:nvSpPr>
            <p:cNvPr id="69" name="Google Shape;69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4"/>
          <p:cNvGrpSpPr/>
          <p:nvPr/>
        </p:nvGrpSpPr>
        <p:grpSpPr>
          <a:xfrm flipH="1" rot="-5400000">
            <a:off x="8420669" y="723124"/>
            <a:ext cx="723330" cy="723330"/>
            <a:chOff x="-42300" y="0"/>
            <a:chExt cx="1004625" cy="1004625"/>
          </a:xfrm>
        </p:grpSpPr>
        <p:sp>
          <p:nvSpPr>
            <p:cNvPr id="81" name="Google Shape;81;p4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2" y="2938584"/>
            <a:ext cx="734067" cy="734404"/>
            <a:chOff x="4595925" y="3627700"/>
            <a:chExt cx="1358125" cy="1358750"/>
          </a:xfrm>
        </p:grpSpPr>
        <p:sp>
          <p:nvSpPr>
            <p:cNvPr id="92" name="Google Shape;92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4"/>
          <p:cNvGrpSpPr/>
          <p:nvPr/>
        </p:nvGrpSpPr>
        <p:grpSpPr>
          <a:xfrm>
            <a:off x="233" y="3674149"/>
            <a:ext cx="733729" cy="733729"/>
            <a:chOff x="3131575" y="2179075"/>
            <a:chExt cx="1357500" cy="1357500"/>
          </a:xfrm>
        </p:grpSpPr>
        <p:sp>
          <p:nvSpPr>
            <p:cNvPr id="104" name="Google Shape;104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4"/>
          <p:cNvGrpSpPr/>
          <p:nvPr/>
        </p:nvGrpSpPr>
        <p:grpSpPr>
          <a:xfrm>
            <a:off x="281" y="2204906"/>
            <a:ext cx="733729" cy="733729"/>
            <a:chOff x="1666575" y="729800"/>
            <a:chExt cx="1357500" cy="1357500"/>
          </a:xfrm>
        </p:grpSpPr>
        <p:sp>
          <p:nvSpPr>
            <p:cNvPr id="120" name="Google Shape;120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114" y="4408833"/>
            <a:ext cx="734067" cy="734404"/>
            <a:chOff x="4595925" y="3627700"/>
            <a:chExt cx="1358125" cy="1358750"/>
          </a:xfrm>
        </p:grpSpPr>
        <p:sp>
          <p:nvSpPr>
            <p:cNvPr id="131" name="Google Shape;131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8409292" y="1437511"/>
            <a:ext cx="734150" cy="1468099"/>
            <a:chOff x="5286826" y="2572144"/>
            <a:chExt cx="1285952" cy="2571552"/>
          </a:xfrm>
        </p:grpSpPr>
        <p:sp>
          <p:nvSpPr>
            <p:cNvPr id="143" name="Google Shape;143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7706506" y="704818"/>
            <a:ext cx="733729" cy="733729"/>
            <a:chOff x="1666575" y="729800"/>
            <a:chExt cx="1357500" cy="1357500"/>
          </a:xfrm>
        </p:grpSpPr>
        <p:sp>
          <p:nvSpPr>
            <p:cNvPr id="158" name="Google Shape;158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4"/>
          <p:cNvSpPr/>
          <p:nvPr/>
        </p:nvSpPr>
        <p:spPr>
          <a:xfrm>
            <a:off x="6972267" y="731468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6972267" y="731468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972267" y="-2664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972267" y="-2664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7339323" y="-2664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7163632" y="162596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7189081" y="947625"/>
            <a:ext cx="300541" cy="30054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281247" y="1031150"/>
            <a:ext cx="119778" cy="119614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7330847" y="335364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7330847" y="336022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252857" y="258032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252693" y="336022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330847" y="258032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330847" y="336022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4"/>
          <p:cNvGrpSpPr/>
          <p:nvPr/>
        </p:nvGrpSpPr>
        <p:grpSpPr>
          <a:xfrm>
            <a:off x="7706247" y="2920332"/>
            <a:ext cx="734067" cy="740655"/>
            <a:chOff x="4595925" y="3627700"/>
            <a:chExt cx="1358125" cy="1358750"/>
          </a:xfrm>
        </p:grpSpPr>
        <p:sp>
          <p:nvSpPr>
            <p:cNvPr id="183" name="Google Shape;183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4"/>
          <p:cNvGrpSpPr/>
          <p:nvPr/>
        </p:nvGrpSpPr>
        <p:grpSpPr>
          <a:xfrm>
            <a:off x="7706513" y="2180360"/>
            <a:ext cx="733729" cy="739973"/>
            <a:chOff x="1666575" y="729800"/>
            <a:chExt cx="1357500" cy="1357500"/>
          </a:xfrm>
        </p:grpSpPr>
        <p:sp>
          <p:nvSpPr>
            <p:cNvPr id="195" name="Google Shape;195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6972494" y="1468668"/>
            <a:ext cx="733729" cy="733729"/>
            <a:chOff x="1666575" y="729800"/>
            <a:chExt cx="1357500" cy="1357500"/>
          </a:xfrm>
        </p:grpSpPr>
        <p:sp>
          <p:nvSpPr>
            <p:cNvPr id="206" name="Google Shape;206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7706344" y="1437492"/>
            <a:ext cx="734100" cy="740597"/>
            <a:chOff x="1713450" y="856352"/>
            <a:chExt cx="856993" cy="857371"/>
          </a:xfrm>
        </p:grpSpPr>
        <p:grpSp>
          <p:nvGrpSpPr>
            <p:cNvPr id="217" name="Google Shape;217;p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" name="Google Shape;239;p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734777" y="733684"/>
            <a:ext cx="734067" cy="734404"/>
            <a:chOff x="4595925" y="3627700"/>
            <a:chExt cx="1358125" cy="1358750"/>
          </a:xfrm>
        </p:grpSpPr>
        <p:sp>
          <p:nvSpPr>
            <p:cNvPr id="246" name="Google Shape;246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735008" y="1469249"/>
            <a:ext cx="733729" cy="733729"/>
            <a:chOff x="3131575" y="2179075"/>
            <a:chExt cx="1357500" cy="1357500"/>
          </a:xfrm>
        </p:grpSpPr>
        <p:sp>
          <p:nvSpPr>
            <p:cNvPr id="258" name="Google Shape;258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4"/>
          <p:cNvGrpSpPr/>
          <p:nvPr/>
        </p:nvGrpSpPr>
        <p:grpSpPr>
          <a:xfrm>
            <a:off x="735056" y="6"/>
            <a:ext cx="733729" cy="733729"/>
            <a:chOff x="1666575" y="729800"/>
            <a:chExt cx="1357500" cy="1357500"/>
          </a:xfrm>
        </p:grpSpPr>
        <p:sp>
          <p:nvSpPr>
            <p:cNvPr id="274" name="Google Shape;274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4"/>
          <p:cNvGrpSpPr/>
          <p:nvPr/>
        </p:nvGrpSpPr>
        <p:grpSpPr>
          <a:xfrm>
            <a:off x="734889" y="2203933"/>
            <a:ext cx="734067" cy="734404"/>
            <a:chOff x="4595925" y="3627700"/>
            <a:chExt cx="1358125" cy="1358750"/>
          </a:xfrm>
        </p:grpSpPr>
        <p:sp>
          <p:nvSpPr>
            <p:cNvPr id="285" name="Google Shape;285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4"/>
          <p:cNvGrpSpPr/>
          <p:nvPr/>
        </p:nvGrpSpPr>
        <p:grpSpPr>
          <a:xfrm>
            <a:off x="309117" y="1046103"/>
            <a:ext cx="115841" cy="875779"/>
            <a:chOff x="306242" y="2229028"/>
            <a:chExt cx="115841" cy="875779"/>
          </a:xfrm>
        </p:grpSpPr>
        <p:sp>
          <p:nvSpPr>
            <p:cNvPr id="297" name="Google Shape;297;p4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4"/>
          <p:cNvGrpSpPr/>
          <p:nvPr/>
        </p:nvGrpSpPr>
        <p:grpSpPr>
          <a:xfrm>
            <a:off x="8718454" y="3385003"/>
            <a:ext cx="115841" cy="875779"/>
            <a:chOff x="306242" y="2229028"/>
            <a:chExt cx="115841" cy="875779"/>
          </a:xfrm>
        </p:grpSpPr>
        <p:sp>
          <p:nvSpPr>
            <p:cNvPr id="303" name="Google Shape;303;p4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4"/>
          <p:cNvGrpSpPr/>
          <p:nvPr/>
        </p:nvGrpSpPr>
        <p:grpSpPr>
          <a:xfrm>
            <a:off x="734842" y="2939311"/>
            <a:ext cx="734150" cy="1468099"/>
            <a:chOff x="5286826" y="2572144"/>
            <a:chExt cx="1285952" cy="2571552"/>
          </a:xfrm>
        </p:grpSpPr>
        <p:sp>
          <p:nvSpPr>
            <p:cNvPr id="309" name="Google Shape;309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4"/>
          <p:cNvGrpSpPr/>
          <p:nvPr/>
        </p:nvGrpSpPr>
        <p:grpSpPr>
          <a:xfrm>
            <a:off x="8662066" y="3054647"/>
            <a:ext cx="228604" cy="228348"/>
            <a:chOff x="987516" y="4661860"/>
            <a:chExt cx="228604" cy="228348"/>
          </a:xfrm>
        </p:grpSpPr>
        <p:sp>
          <p:nvSpPr>
            <p:cNvPr id="324" name="Google Shape;324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4"/>
          <p:cNvGrpSpPr/>
          <p:nvPr/>
        </p:nvGrpSpPr>
        <p:grpSpPr>
          <a:xfrm>
            <a:off x="7226828" y="2422935"/>
            <a:ext cx="228604" cy="228348"/>
            <a:chOff x="987516" y="4661860"/>
            <a:chExt cx="228604" cy="228348"/>
          </a:xfrm>
        </p:grpSpPr>
        <p:sp>
          <p:nvSpPr>
            <p:cNvPr id="331" name="Google Shape;331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4"/>
          <p:cNvSpPr/>
          <p:nvPr/>
        </p:nvSpPr>
        <p:spPr>
          <a:xfrm rot="10800000">
            <a:off x="1469467" y="3675399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"/>
          <p:cNvSpPr/>
          <p:nvPr/>
        </p:nvSpPr>
        <p:spPr>
          <a:xfrm rot="10800000">
            <a:off x="1469467" y="3675399"/>
            <a:ext cx="734198" cy="734016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"/>
          <p:cNvSpPr/>
          <p:nvPr/>
        </p:nvSpPr>
        <p:spPr>
          <a:xfrm rot="10800000">
            <a:off x="1469467" y="4409348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"/>
          <p:cNvSpPr/>
          <p:nvPr/>
        </p:nvSpPr>
        <p:spPr>
          <a:xfrm rot="10800000">
            <a:off x="1469467" y="4409513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"/>
          <p:cNvSpPr/>
          <p:nvPr/>
        </p:nvSpPr>
        <p:spPr>
          <a:xfrm rot="10800000">
            <a:off x="1469491" y="4409513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"/>
          <p:cNvSpPr/>
          <p:nvPr/>
        </p:nvSpPr>
        <p:spPr>
          <a:xfrm rot="10800000">
            <a:off x="1665260" y="4631248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"/>
          <p:cNvSpPr/>
          <p:nvPr/>
        </p:nvSpPr>
        <p:spPr>
          <a:xfrm rot="10800000">
            <a:off x="1686309" y="3892717"/>
            <a:ext cx="300542" cy="30054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 rot="10800000">
            <a:off x="1774906" y="3990120"/>
            <a:ext cx="119778" cy="119614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"/>
          <p:cNvSpPr/>
          <p:nvPr/>
        </p:nvSpPr>
        <p:spPr>
          <a:xfrm rot="10800000">
            <a:off x="1845066" y="4805501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"/>
          <p:cNvSpPr/>
          <p:nvPr/>
        </p:nvSpPr>
        <p:spPr>
          <a:xfrm rot="10800000">
            <a:off x="1766926" y="4726702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"/>
          <p:cNvSpPr/>
          <p:nvPr/>
        </p:nvSpPr>
        <p:spPr>
          <a:xfrm rot="10800000">
            <a:off x="1845061" y="4804856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"/>
          <p:cNvSpPr/>
          <p:nvPr/>
        </p:nvSpPr>
        <p:spPr>
          <a:xfrm rot="10800000">
            <a:off x="1845061" y="4726702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"/>
          <p:cNvSpPr/>
          <p:nvPr/>
        </p:nvSpPr>
        <p:spPr>
          <a:xfrm rot="10800000">
            <a:off x="1767255" y="4804856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"/>
          <p:cNvSpPr/>
          <p:nvPr/>
        </p:nvSpPr>
        <p:spPr>
          <a:xfrm rot="10800000">
            <a:off x="1845066" y="4804861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4"/>
          <p:cNvGrpSpPr/>
          <p:nvPr/>
        </p:nvGrpSpPr>
        <p:grpSpPr>
          <a:xfrm rot="10800000">
            <a:off x="1469709" y="2938486"/>
            <a:ext cx="733729" cy="733729"/>
            <a:chOff x="1666575" y="729800"/>
            <a:chExt cx="1357500" cy="1357500"/>
          </a:xfrm>
        </p:grpSpPr>
        <p:sp>
          <p:nvSpPr>
            <p:cNvPr id="352" name="Google Shape;352;p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4"/>
          <p:cNvGrpSpPr/>
          <p:nvPr/>
        </p:nvGrpSpPr>
        <p:grpSpPr>
          <a:xfrm>
            <a:off x="1769753" y="2436172"/>
            <a:ext cx="228604" cy="228348"/>
            <a:chOff x="987516" y="4661860"/>
            <a:chExt cx="228604" cy="228348"/>
          </a:xfrm>
        </p:grpSpPr>
        <p:sp>
          <p:nvSpPr>
            <p:cNvPr id="363" name="Google Shape;363;p4"/>
            <p:cNvSpPr/>
            <p:nvPr/>
          </p:nvSpPr>
          <p:spPr>
            <a:xfrm>
              <a:off x="1101812" y="4774949"/>
              <a:ext cx="27" cy="2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1101812" y="4775911"/>
              <a:ext cx="114308" cy="114297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987756" y="4661860"/>
              <a:ext cx="114094" cy="114057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987516" y="4775911"/>
              <a:ext cx="114335" cy="114297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1101812" y="4661860"/>
              <a:ext cx="113827" cy="114057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1101812" y="4775911"/>
              <a:ext cx="27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4"/>
          <p:cNvSpPr/>
          <p:nvPr/>
        </p:nvSpPr>
        <p:spPr>
          <a:xfrm rot="10800000">
            <a:off x="8413125" y="4409825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4"/>
          <p:cNvGrpSpPr/>
          <p:nvPr/>
        </p:nvGrpSpPr>
        <p:grpSpPr>
          <a:xfrm>
            <a:off x="7706471" y="3662066"/>
            <a:ext cx="733729" cy="739973"/>
            <a:chOff x="3131575" y="2179075"/>
            <a:chExt cx="1357500" cy="1357500"/>
          </a:xfrm>
        </p:grpSpPr>
        <p:sp>
          <p:nvSpPr>
            <p:cNvPr id="371" name="Google Shape;371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4"/>
          <p:cNvGrpSpPr/>
          <p:nvPr/>
        </p:nvGrpSpPr>
        <p:grpSpPr>
          <a:xfrm>
            <a:off x="7706359" y="4403006"/>
            <a:ext cx="734067" cy="740655"/>
            <a:chOff x="4595925" y="3627700"/>
            <a:chExt cx="1358125" cy="1358750"/>
          </a:xfrm>
        </p:grpSpPr>
        <p:sp>
          <p:nvSpPr>
            <p:cNvPr id="387" name="Google Shape;387;p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4"/>
          <p:cNvGrpSpPr/>
          <p:nvPr/>
        </p:nvGrpSpPr>
        <p:grpSpPr>
          <a:xfrm>
            <a:off x="735008" y="4408549"/>
            <a:ext cx="733729" cy="733729"/>
            <a:chOff x="3131575" y="2179075"/>
            <a:chExt cx="1357500" cy="1357500"/>
          </a:xfrm>
        </p:grpSpPr>
        <p:sp>
          <p:nvSpPr>
            <p:cNvPr id="399" name="Google Shape;399;p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16" name="Google Shape;416;p5"/>
          <p:cNvGrpSpPr/>
          <p:nvPr/>
        </p:nvGrpSpPr>
        <p:grpSpPr>
          <a:xfrm>
            <a:off x="8389390" y="29"/>
            <a:ext cx="754649" cy="754649"/>
            <a:chOff x="8287205" y="3428644"/>
            <a:chExt cx="856582" cy="856582"/>
          </a:xfrm>
        </p:grpSpPr>
        <p:grpSp>
          <p:nvGrpSpPr>
            <p:cNvPr id="417" name="Google Shape;417;p5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18" name="Google Shape;418;p5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5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5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5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5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5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5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5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5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7" name="Google Shape;427;p5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5"/>
          <p:cNvSpPr txBox="1"/>
          <p:nvPr>
            <p:ph idx="1" type="body"/>
          </p:nvPr>
        </p:nvSpPr>
        <p:spPr>
          <a:xfrm>
            <a:off x="947475" y="1152475"/>
            <a:ext cx="746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429" name="Google Shape;429;p5"/>
          <p:cNvGrpSpPr/>
          <p:nvPr/>
        </p:nvGrpSpPr>
        <p:grpSpPr>
          <a:xfrm>
            <a:off x="-319" y="3632914"/>
            <a:ext cx="754982" cy="1510555"/>
            <a:chOff x="-319" y="3632914"/>
            <a:chExt cx="754982" cy="1510555"/>
          </a:xfrm>
        </p:grpSpPr>
        <p:grpSp>
          <p:nvGrpSpPr>
            <p:cNvPr id="430" name="Google Shape;430;p5"/>
            <p:cNvGrpSpPr/>
            <p:nvPr/>
          </p:nvGrpSpPr>
          <p:grpSpPr>
            <a:xfrm>
              <a:off x="-319" y="3632914"/>
              <a:ext cx="754982" cy="755329"/>
              <a:chOff x="4595925" y="3627700"/>
              <a:chExt cx="1358125" cy="1358750"/>
            </a:xfrm>
          </p:grpSpPr>
          <p:sp>
            <p:nvSpPr>
              <p:cNvPr id="431" name="Google Shape;431;p5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5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5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5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5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5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5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5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2" name="Google Shape;442;p5"/>
            <p:cNvSpPr/>
            <p:nvPr/>
          </p:nvSpPr>
          <p:spPr>
            <a:xfrm>
              <a:off x="-299" y="4388252"/>
              <a:ext cx="754926" cy="755195"/>
            </a:xfrm>
            <a:custGeom>
              <a:rect b="b" l="l" r="r" t="t"/>
              <a:pathLst>
                <a:path extrusionOk="0" h="40186" w="40177">
                  <a:moveTo>
                    <a:pt x="0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-299" y="4765853"/>
              <a:ext cx="367814" cy="377447"/>
            </a:xfrm>
            <a:custGeom>
              <a:rect b="b" l="l" r="r" t="t"/>
              <a:pathLst>
                <a:path extrusionOk="0" h="20085" w="19575">
                  <a:moveTo>
                    <a:pt x="0" y="1"/>
                  </a:moveTo>
                  <a:lnTo>
                    <a:pt x="0" y="20084"/>
                  </a:lnTo>
                  <a:lnTo>
                    <a:pt x="19575" y="20084"/>
                  </a:lnTo>
                  <a:lnTo>
                    <a:pt x="18548" y="20031"/>
                  </a:lnTo>
                  <a:lnTo>
                    <a:pt x="17530" y="19932"/>
                  </a:lnTo>
                  <a:lnTo>
                    <a:pt x="16530" y="19772"/>
                  </a:lnTo>
                  <a:lnTo>
                    <a:pt x="15556" y="19575"/>
                  </a:lnTo>
                  <a:lnTo>
                    <a:pt x="14592" y="19325"/>
                  </a:lnTo>
                  <a:lnTo>
                    <a:pt x="13645" y="19031"/>
                  </a:lnTo>
                  <a:lnTo>
                    <a:pt x="12725" y="18691"/>
                  </a:lnTo>
                  <a:lnTo>
                    <a:pt x="11823" y="18316"/>
                  </a:lnTo>
                  <a:lnTo>
                    <a:pt x="10948" y="17887"/>
                  </a:lnTo>
                  <a:lnTo>
                    <a:pt x="10091" y="17423"/>
                  </a:lnTo>
                  <a:lnTo>
                    <a:pt x="9261" y="16923"/>
                  </a:lnTo>
                  <a:lnTo>
                    <a:pt x="8457" y="16378"/>
                  </a:lnTo>
                  <a:lnTo>
                    <a:pt x="7689" y="15807"/>
                  </a:lnTo>
                  <a:lnTo>
                    <a:pt x="6948" y="15191"/>
                  </a:lnTo>
                  <a:lnTo>
                    <a:pt x="6233" y="14539"/>
                  </a:lnTo>
                  <a:lnTo>
                    <a:pt x="5885" y="14199"/>
                  </a:lnTo>
                  <a:lnTo>
                    <a:pt x="5546" y="13860"/>
                  </a:lnTo>
                  <a:lnTo>
                    <a:pt x="4903" y="13146"/>
                  </a:lnTo>
                  <a:lnTo>
                    <a:pt x="4287" y="12404"/>
                  </a:lnTo>
                  <a:lnTo>
                    <a:pt x="3706" y="11628"/>
                  </a:lnTo>
                  <a:lnTo>
                    <a:pt x="3161" y="10824"/>
                  </a:lnTo>
                  <a:lnTo>
                    <a:pt x="2661" y="10002"/>
                  </a:lnTo>
                  <a:lnTo>
                    <a:pt x="2197" y="9145"/>
                  </a:lnTo>
                  <a:lnTo>
                    <a:pt x="1777" y="8270"/>
                  </a:lnTo>
                  <a:lnTo>
                    <a:pt x="1393" y="7368"/>
                  </a:lnTo>
                  <a:lnTo>
                    <a:pt x="1054" y="6439"/>
                  </a:lnTo>
                  <a:lnTo>
                    <a:pt x="759" y="5502"/>
                  </a:lnTo>
                  <a:lnTo>
                    <a:pt x="518" y="4537"/>
                  </a:lnTo>
                  <a:lnTo>
                    <a:pt x="313" y="3555"/>
                  </a:lnTo>
                  <a:lnTo>
                    <a:pt x="161" y="2555"/>
                  </a:lnTo>
                  <a:lnTo>
                    <a:pt x="54" y="1546"/>
                  </a:lnTo>
                  <a:lnTo>
                    <a:pt x="9" y="5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-299" y="4765853"/>
              <a:ext cx="754926" cy="377616"/>
            </a:xfrm>
            <a:custGeom>
              <a:rect b="b" l="l" r="r" t="t"/>
              <a:pathLst>
                <a:path extrusionOk="0" h="20094" w="40177">
                  <a:moveTo>
                    <a:pt x="0" y="1"/>
                  </a:moveTo>
                  <a:lnTo>
                    <a:pt x="0" y="519"/>
                  </a:lnTo>
                  <a:lnTo>
                    <a:pt x="54" y="1546"/>
                  </a:lnTo>
                  <a:lnTo>
                    <a:pt x="161" y="2555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2"/>
                  </a:lnTo>
                  <a:lnTo>
                    <a:pt x="1054" y="6439"/>
                  </a:lnTo>
                  <a:lnTo>
                    <a:pt x="1393" y="7368"/>
                  </a:lnTo>
                  <a:lnTo>
                    <a:pt x="1777" y="8270"/>
                  </a:lnTo>
                  <a:lnTo>
                    <a:pt x="2197" y="9145"/>
                  </a:lnTo>
                  <a:lnTo>
                    <a:pt x="2661" y="10002"/>
                  </a:lnTo>
                  <a:lnTo>
                    <a:pt x="3161" y="10824"/>
                  </a:lnTo>
                  <a:lnTo>
                    <a:pt x="3706" y="11628"/>
                  </a:lnTo>
                  <a:lnTo>
                    <a:pt x="4287" y="12404"/>
                  </a:lnTo>
                  <a:lnTo>
                    <a:pt x="4894" y="13146"/>
                  </a:lnTo>
                  <a:lnTo>
                    <a:pt x="5546" y="13860"/>
                  </a:lnTo>
                  <a:lnTo>
                    <a:pt x="6224" y="14539"/>
                  </a:lnTo>
                  <a:lnTo>
                    <a:pt x="6939" y="15191"/>
                  </a:lnTo>
                  <a:lnTo>
                    <a:pt x="7689" y="15807"/>
                  </a:lnTo>
                  <a:lnTo>
                    <a:pt x="8457" y="16387"/>
                  </a:lnTo>
                  <a:lnTo>
                    <a:pt x="9261" y="16923"/>
                  </a:lnTo>
                  <a:lnTo>
                    <a:pt x="10091" y="17432"/>
                  </a:lnTo>
                  <a:lnTo>
                    <a:pt x="10939" y="17896"/>
                  </a:lnTo>
                  <a:lnTo>
                    <a:pt x="11823" y="18316"/>
                  </a:lnTo>
                  <a:lnTo>
                    <a:pt x="12725" y="18700"/>
                  </a:lnTo>
                  <a:lnTo>
                    <a:pt x="13645" y="19039"/>
                  </a:lnTo>
                  <a:lnTo>
                    <a:pt x="14592" y="19325"/>
                  </a:lnTo>
                  <a:lnTo>
                    <a:pt x="15556" y="19575"/>
                  </a:lnTo>
                  <a:lnTo>
                    <a:pt x="16530" y="19781"/>
                  </a:lnTo>
                  <a:lnTo>
                    <a:pt x="17530" y="19932"/>
                  </a:lnTo>
                  <a:lnTo>
                    <a:pt x="18548" y="20031"/>
                  </a:lnTo>
                  <a:lnTo>
                    <a:pt x="19575" y="20084"/>
                  </a:lnTo>
                  <a:lnTo>
                    <a:pt x="20093" y="20093"/>
                  </a:lnTo>
                  <a:lnTo>
                    <a:pt x="40176" y="20093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92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24"/>
                  </a:lnTo>
                  <a:lnTo>
                    <a:pt x="37988" y="10940"/>
                  </a:lnTo>
                  <a:lnTo>
                    <a:pt x="37524" y="10092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1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707"/>
                  </a:lnTo>
                  <a:lnTo>
                    <a:pt x="30916" y="3162"/>
                  </a:lnTo>
                  <a:lnTo>
                    <a:pt x="30094" y="2662"/>
                  </a:lnTo>
                  <a:lnTo>
                    <a:pt x="29237" y="2198"/>
                  </a:lnTo>
                  <a:lnTo>
                    <a:pt x="28362" y="1769"/>
                  </a:lnTo>
                  <a:lnTo>
                    <a:pt x="27460" y="1394"/>
                  </a:lnTo>
                  <a:lnTo>
                    <a:pt x="26531" y="1055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13"/>
                  </a:lnTo>
                  <a:lnTo>
                    <a:pt x="22647" y="162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158424" y="4557921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158424" y="4558259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141475" y="4557921"/>
              <a:ext cx="36941" cy="36946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58" y="1376"/>
                  </a:lnTo>
                  <a:lnTo>
                    <a:pt x="403" y="1117"/>
                  </a:lnTo>
                  <a:lnTo>
                    <a:pt x="412" y="983"/>
                  </a:lnTo>
                  <a:lnTo>
                    <a:pt x="510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51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2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104740" y="4521010"/>
              <a:ext cx="36753" cy="36927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9" y="1563"/>
                  </a:lnTo>
                  <a:lnTo>
                    <a:pt x="581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04740" y="4557921"/>
              <a:ext cx="36753" cy="36946"/>
            </a:xfrm>
            <a:custGeom>
              <a:rect b="b" l="l" r="r" t="t"/>
              <a:pathLst>
                <a:path extrusionOk="0" h="1966" w="1956">
                  <a:moveTo>
                    <a:pt x="0" y="1"/>
                  </a:moveTo>
                  <a:lnTo>
                    <a:pt x="99" y="99"/>
                  </a:lnTo>
                  <a:lnTo>
                    <a:pt x="331" y="251"/>
                  </a:lnTo>
                  <a:lnTo>
                    <a:pt x="581" y="349"/>
                  </a:lnTo>
                  <a:lnTo>
                    <a:pt x="849" y="402"/>
                  </a:lnTo>
                  <a:lnTo>
                    <a:pt x="974" y="411"/>
                  </a:lnTo>
                  <a:lnTo>
                    <a:pt x="884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83" y="1331"/>
                  </a:lnTo>
                  <a:lnTo>
                    <a:pt x="1233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54" y="1117"/>
                  </a:lnTo>
                  <a:lnTo>
                    <a:pt x="1608" y="1376"/>
                  </a:lnTo>
                  <a:lnTo>
                    <a:pt x="1706" y="1626"/>
                  </a:lnTo>
                  <a:lnTo>
                    <a:pt x="1858" y="1858"/>
                  </a:lnTo>
                  <a:lnTo>
                    <a:pt x="1956" y="1965"/>
                  </a:lnTo>
                  <a:lnTo>
                    <a:pt x="195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141475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2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51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10" y="893"/>
                  </a:lnTo>
                  <a:lnTo>
                    <a:pt x="412" y="982"/>
                  </a:lnTo>
                  <a:lnTo>
                    <a:pt x="403" y="848"/>
                  </a:lnTo>
                  <a:lnTo>
                    <a:pt x="358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67647" y="4483912"/>
              <a:ext cx="73845" cy="74024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141475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66" y="1"/>
                  </a:moveTo>
                  <a:lnTo>
                    <a:pt x="2100" y="867"/>
                  </a:lnTo>
                  <a:lnTo>
                    <a:pt x="2100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67647" y="4557921"/>
              <a:ext cx="73845" cy="73855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141475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100" y="1840"/>
                  </a:lnTo>
                  <a:lnTo>
                    <a:pt x="2100" y="3072"/>
                  </a:lnTo>
                  <a:lnTo>
                    <a:pt x="2966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357264" y="4557921"/>
              <a:ext cx="36772" cy="36946"/>
            </a:xfrm>
            <a:custGeom>
              <a:rect b="b" l="l" r="r" t="t"/>
              <a:pathLst>
                <a:path extrusionOk="0" h="1966" w="1957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76" y="1242"/>
                  </a:lnTo>
                  <a:lnTo>
                    <a:pt x="1323" y="974"/>
                  </a:lnTo>
                  <a:lnTo>
                    <a:pt x="1215" y="724"/>
                  </a:lnTo>
                  <a:lnTo>
                    <a:pt x="1073" y="501"/>
                  </a:lnTo>
                  <a:lnTo>
                    <a:pt x="974" y="411"/>
                  </a:lnTo>
                  <a:lnTo>
                    <a:pt x="1108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320359" y="4521010"/>
              <a:ext cx="36922" cy="36927"/>
            </a:xfrm>
            <a:custGeom>
              <a:rect b="b" l="l" r="r" t="t"/>
              <a:pathLst>
                <a:path extrusionOk="0" h="1965" w="1965">
                  <a:moveTo>
                    <a:pt x="1965" y="0"/>
                  </a:moveTo>
                  <a:lnTo>
                    <a:pt x="1867" y="107"/>
                  </a:lnTo>
                  <a:lnTo>
                    <a:pt x="1715" y="339"/>
                  </a:lnTo>
                  <a:lnTo>
                    <a:pt x="1608" y="589"/>
                  </a:lnTo>
                  <a:lnTo>
                    <a:pt x="1563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42" y="741"/>
                  </a:lnTo>
                  <a:lnTo>
                    <a:pt x="992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93" y="1465"/>
                  </a:lnTo>
                  <a:lnTo>
                    <a:pt x="983" y="1563"/>
                  </a:lnTo>
                  <a:lnTo>
                    <a:pt x="849" y="1563"/>
                  </a:lnTo>
                  <a:lnTo>
                    <a:pt x="590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65" y="1965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20359" y="4557921"/>
              <a:ext cx="36922" cy="36946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7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08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57264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49" y="1866"/>
                  </a:lnTo>
                  <a:lnTo>
                    <a:pt x="1617" y="1715"/>
                  </a:lnTo>
                  <a:lnTo>
                    <a:pt x="1367" y="1616"/>
                  </a:lnTo>
                  <a:lnTo>
                    <a:pt x="1108" y="1563"/>
                  </a:lnTo>
                  <a:lnTo>
                    <a:pt x="974" y="1563"/>
                  </a:lnTo>
                  <a:lnTo>
                    <a:pt x="1073" y="1465"/>
                  </a:lnTo>
                  <a:lnTo>
                    <a:pt x="1215" y="1241"/>
                  </a:lnTo>
                  <a:lnTo>
                    <a:pt x="1323" y="991"/>
                  </a:lnTo>
                  <a:lnTo>
                    <a:pt x="1376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283267" y="4483912"/>
              <a:ext cx="74014" cy="74024"/>
            </a:xfrm>
            <a:custGeom>
              <a:rect b="b" l="l" r="r" t="t"/>
              <a:pathLst>
                <a:path extrusionOk="0" h="3939" w="3939">
                  <a:moveTo>
                    <a:pt x="3939" y="1"/>
                  </a:moveTo>
                  <a:lnTo>
                    <a:pt x="2787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9" y="974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357264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44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283267" y="4557921"/>
              <a:ext cx="74014" cy="73855"/>
            </a:xfrm>
            <a:custGeom>
              <a:rect b="b" l="l" r="r" t="t"/>
              <a:pathLst>
                <a:path extrusionOk="0" h="3930" w="3939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87" y="2778"/>
                  </a:lnTo>
                  <a:lnTo>
                    <a:pt x="3939" y="3930"/>
                  </a:lnTo>
                  <a:lnTo>
                    <a:pt x="3939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357264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44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572884" y="4557921"/>
              <a:ext cx="36941" cy="36946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1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536148" y="4521010"/>
              <a:ext cx="36753" cy="36927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45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72" y="723"/>
                  </a:lnTo>
                  <a:lnTo>
                    <a:pt x="634" y="991"/>
                  </a:lnTo>
                  <a:lnTo>
                    <a:pt x="733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0" y="1563"/>
                  </a:lnTo>
                  <a:lnTo>
                    <a:pt x="581" y="1616"/>
                  </a:lnTo>
                  <a:lnTo>
                    <a:pt x="331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535979" y="4557921"/>
              <a:ext cx="36922" cy="36946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8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43" y="974"/>
                  </a:lnTo>
                  <a:lnTo>
                    <a:pt x="581" y="1242"/>
                  </a:lnTo>
                  <a:lnTo>
                    <a:pt x="581" y="1385"/>
                  </a:lnTo>
                  <a:lnTo>
                    <a:pt x="724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65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17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572884" y="4521010"/>
              <a:ext cx="36772" cy="36927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1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499056" y="4483912"/>
              <a:ext cx="73845" cy="74024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572884" y="4557921"/>
              <a:ext cx="73863" cy="73855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499056" y="4557921"/>
              <a:ext cx="73845" cy="73855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572884" y="4483912"/>
              <a:ext cx="73863" cy="74024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5"/>
          <p:cNvGrpSpPr/>
          <p:nvPr/>
        </p:nvGrpSpPr>
        <p:grpSpPr>
          <a:xfrm>
            <a:off x="8389231" y="754664"/>
            <a:ext cx="754982" cy="755329"/>
            <a:chOff x="4595925" y="3627700"/>
            <a:chExt cx="1358125" cy="1358750"/>
          </a:xfrm>
        </p:grpSpPr>
        <p:sp>
          <p:nvSpPr>
            <p:cNvPr id="472" name="Google Shape;472;p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85" name="Google Shape;485;p6"/>
          <p:cNvGrpSpPr/>
          <p:nvPr/>
        </p:nvGrpSpPr>
        <p:grpSpPr>
          <a:xfrm rot="10800000">
            <a:off x="7665757" y="-11941"/>
            <a:ext cx="1487076" cy="1486648"/>
            <a:chOff x="5478550" y="2287475"/>
            <a:chExt cx="1390700" cy="1390300"/>
          </a:xfrm>
        </p:grpSpPr>
        <p:sp>
          <p:nvSpPr>
            <p:cNvPr id="486" name="Google Shape;486;p6"/>
            <p:cNvSpPr/>
            <p:nvPr/>
          </p:nvSpPr>
          <p:spPr>
            <a:xfrm>
              <a:off x="6174075" y="2982625"/>
              <a:ext cx="695175" cy="695150"/>
            </a:xfrm>
            <a:custGeom>
              <a:rect b="b" l="l" r="r" t="t"/>
              <a:pathLst>
                <a:path extrusionOk="0" h="27806" w="27807">
                  <a:moveTo>
                    <a:pt x="1" y="0"/>
                  </a:moveTo>
                  <a:lnTo>
                    <a:pt x="1" y="27806"/>
                  </a:lnTo>
                  <a:lnTo>
                    <a:pt x="27806" y="278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6174075" y="2982625"/>
              <a:ext cx="347600" cy="695150"/>
            </a:xfrm>
            <a:custGeom>
              <a:rect b="b" l="l" r="r" t="t"/>
              <a:pathLst>
                <a:path extrusionOk="0" h="27806" w="13904">
                  <a:moveTo>
                    <a:pt x="1" y="0"/>
                  </a:moveTo>
                  <a:lnTo>
                    <a:pt x="1" y="27806"/>
                  </a:lnTo>
                  <a:lnTo>
                    <a:pt x="13903" y="139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479350" y="2982225"/>
              <a:ext cx="694350" cy="694750"/>
            </a:xfrm>
            <a:custGeom>
              <a:rect b="b" l="l" r="r" t="t"/>
              <a:pathLst>
                <a:path extrusionOk="0" h="27790" w="27774">
                  <a:moveTo>
                    <a:pt x="0" y="0"/>
                  </a:moveTo>
                  <a:lnTo>
                    <a:pt x="0" y="27790"/>
                  </a:lnTo>
                  <a:lnTo>
                    <a:pt x="27774" y="27790"/>
                  </a:lnTo>
                  <a:lnTo>
                    <a:pt x="27774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479350" y="2982225"/>
              <a:ext cx="347975" cy="348000"/>
            </a:xfrm>
            <a:custGeom>
              <a:rect b="b" l="l" r="r" t="t"/>
              <a:pathLst>
                <a:path extrusionOk="0" h="13920" w="13919">
                  <a:moveTo>
                    <a:pt x="0" y="0"/>
                  </a:moveTo>
                  <a:lnTo>
                    <a:pt x="0" y="13919"/>
                  </a:lnTo>
                  <a:lnTo>
                    <a:pt x="13919" y="13919"/>
                  </a:lnTo>
                  <a:lnTo>
                    <a:pt x="13919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826100" y="3328975"/>
              <a:ext cx="348000" cy="348400"/>
            </a:xfrm>
            <a:custGeom>
              <a:rect b="b" l="l" r="r" t="t"/>
              <a:pathLst>
                <a:path extrusionOk="0" h="13936" w="13920">
                  <a:moveTo>
                    <a:pt x="1" y="1"/>
                  </a:moveTo>
                  <a:lnTo>
                    <a:pt x="1" y="13936"/>
                  </a:lnTo>
                  <a:lnTo>
                    <a:pt x="13920" y="13936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479750" y="298262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7" y="433"/>
                  </a:lnTo>
                  <a:lnTo>
                    <a:pt x="9114" y="833"/>
                  </a:lnTo>
                  <a:lnTo>
                    <a:pt x="7881" y="1362"/>
                  </a:lnTo>
                  <a:lnTo>
                    <a:pt x="6695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20" y="4549"/>
                  </a:lnTo>
                  <a:lnTo>
                    <a:pt x="2771" y="5574"/>
                  </a:lnTo>
                  <a:lnTo>
                    <a:pt x="2018" y="6679"/>
                  </a:lnTo>
                  <a:lnTo>
                    <a:pt x="1378" y="7865"/>
                  </a:lnTo>
                  <a:lnTo>
                    <a:pt x="849" y="9114"/>
                  </a:lnTo>
                  <a:lnTo>
                    <a:pt x="433" y="10411"/>
                  </a:lnTo>
                  <a:lnTo>
                    <a:pt x="160" y="11773"/>
                  </a:lnTo>
                  <a:lnTo>
                    <a:pt x="16" y="13182"/>
                  </a:lnTo>
                  <a:lnTo>
                    <a:pt x="0" y="13887"/>
                  </a:lnTo>
                  <a:lnTo>
                    <a:pt x="721" y="13871"/>
                  </a:lnTo>
                  <a:lnTo>
                    <a:pt x="2130" y="13743"/>
                  </a:lnTo>
                  <a:lnTo>
                    <a:pt x="3476" y="13455"/>
                  </a:lnTo>
                  <a:lnTo>
                    <a:pt x="4789" y="13054"/>
                  </a:lnTo>
                  <a:lnTo>
                    <a:pt x="6039" y="12526"/>
                  </a:lnTo>
                  <a:lnTo>
                    <a:pt x="7208" y="11885"/>
                  </a:lnTo>
                  <a:lnTo>
                    <a:pt x="8329" y="11132"/>
                  </a:lnTo>
                  <a:lnTo>
                    <a:pt x="9354" y="10283"/>
                  </a:lnTo>
                  <a:lnTo>
                    <a:pt x="10299" y="9338"/>
                  </a:lnTo>
                  <a:lnTo>
                    <a:pt x="11148" y="8313"/>
                  </a:lnTo>
                  <a:lnTo>
                    <a:pt x="11885" y="7208"/>
                  </a:lnTo>
                  <a:lnTo>
                    <a:pt x="12541" y="6023"/>
                  </a:lnTo>
                  <a:lnTo>
                    <a:pt x="13054" y="4773"/>
                  </a:lnTo>
                  <a:lnTo>
                    <a:pt x="13470" y="3476"/>
                  </a:lnTo>
                  <a:lnTo>
                    <a:pt x="13743" y="2115"/>
                  </a:lnTo>
                  <a:lnTo>
                    <a:pt x="13887" y="721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5479750" y="30386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11661" y="1"/>
                  </a:moveTo>
                  <a:lnTo>
                    <a:pt x="11084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16" y="946"/>
                  </a:lnTo>
                  <a:lnTo>
                    <a:pt x="6807" y="1426"/>
                  </a:lnTo>
                  <a:lnTo>
                    <a:pt x="5846" y="1987"/>
                  </a:lnTo>
                  <a:lnTo>
                    <a:pt x="4949" y="2611"/>
                  </a:lnTo>
                  <a:lnTo>
                    <a:pt x="4117" y="3332"/>
                  </a:lnTo>
                  <a:lnTo>
                    <a:pt x="3332" y="4101"/>
                  </a:lnTo>
                  <a:lnTo>
                    <a:pt x="2627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61" y="7801"/>
                  </a:lnTo>
                  <a:lnTo>
                    <a:pt x="561" y="8858"/>
                  </a:lnTo>
                  <a:lnTo>
                    <a:pt x="272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714" y="11389"/>
                  </a:lnTo>
                  <a:lnTo>
                    <a:pt x="2803" y="11084"/>
                  </a:lnTo>
                  <a:lnTo>
                    <a:pt x="3844" y="10700"/>
                  </a:lnTo>
                  <a:lnTo>
                    <a:pt x="4853" y="10220"/>
                  </a:lnTo>
                  <a:lnTo>
                    <a:pt x="5814" y="9675"/>
                  </a:lnTo>
                  <a:lnTo>
                    <a:pt x="6711" y="9034"/>
                  </a:lnTo>
                  <a:lnTo>
                    <a:pt x="7560" y="8330"/>
                  </a:lnTo>
                  <a:lnTo>
                    <a:pt x="8329" y="7545"/>
                  </a:lnTo>
                  <a:lnTo>
                    <a:pt x="9034" y="6696"/>
                  </a:lnTo>
                  <a:lnTo>
                    <a:pt x="9674" y="5799"/>
                  </a:lnTo>
                  <a:lnTo>
                    <a:pt x="10235" y="4854"/>
                  </a:lnTo>
                  <a:lnTo>
                    <a:pt x="10716" y="3845"/>
                  </a:lnTo>
                  <a:lnTo>
                    <a:pt x="11100" y="2788"/>
                  </a:lnTo>
                  <a:lnTo>
                    <a:pt x="11404" y="1698"/>
                  </a:lnTo>
                  <a:lnTo>
                    <a:pt x="11596" y="577"/>
                  </a:lnTo>
                  <a:lnTo>
                    <a:pt x="1166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826500" y="298302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" y="0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4" y="4773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6" y="8313"/>
                  </a:lnTo>
                  <a:lnTo>
                    <a:pt x="3605" y="9338"/>
                  </a:lnTo>
                  <a:lnTo>
                    <a:pt x="4550" y="10283"/>
                  </a:lnTo>
                  <a:lnTo>
                    <a:pt x="5575" y="11132"/>
                  </a:lnTo>
                  <a:lnTo>
                    <a:pt x="6680" y="11885"/>
                  </a:lnTo>
                  <a:lnTo>
                    <a:pt x="7865" y="12526"/>
                  </a:lnTo>
                  <a:lnTo>
                    <a:pt x="9115" y="13054"/>
                  </a:lnTo>
                  <a:lnTo>
                    <a:pt x="10412" y="13455"/>
                  </a:lnTo>
                  <a:lnTo>
                    <a:pt x="11773" y="13727"/>
                  </a:lnTo>
                  <a:lnTo>
                    <a:pt x="13167" y="13871"/>
                  </a:lnTo>
                  <a:lnTo>
                    <a:pt x="13888" y="13887"/>
                  </a:lnTo>
                  <a:lnTo>
                    <a:pt x="13872" y="13166"/>
                  </a:lnTo>
                  <a:lnTo>
                    <a:pt x="13743" y="11773"/>
                  </a:lnTo>
                  <a:lnTo>
                    <a:pt x="13455" y="10411"/>
                  </a:lnTo>
                  <a:lnTo>
                    <a:pt x="13055" y="9114"/>
                  </a:lnTo>
                  <a:lnTo>
                    <a:pt x="12526" y="7865"/>
                  </a:lnTo>
                  <a:lnTo>
                    <a:pt x="11885" y="6679"/>
                  </a:lnTo>
                  <a:lnTo>
                    <a:pt x="11133" y="5574"/>
                  </a:lnTo>
                  <a:lnTo>
                    <a:pt x="10284" y="4549"/>
                  </a:lnTo>
                  <a:lnTo>
                    <a:pt x="9339" y="3604"/>
                  </a:lnTo>
                  <a:lnTo>
                    <a:pt x="8314" y="2755"/>
                  </a:lnTo>
                  <a:lnTo>
                    <a:pt x="7209" y="2002"/>
                  </a:lnTo>
                  <a:lnTo>
                    <a:pt x="6023" y="1362"/>
                  </a:lnTo>
                  <a:lnTo>
                    <a:pt x="4774" y="833"/>
                  </a:lnTo>
                  <a:lnTo>
                    <a:pt x="3477" y="433"/>
                  </a:lnTo>
                  <a:lnTo>
                    <a:pt x="2115" y="160"/>
                  </a:lnTo>
                  <a:lnTo>
                    <a:pt x="722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82575" y="30390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0" y="1"/>
                  </a:moveTo>
                  <a:lnTo>
                    <a:pt x="64" y="577"/>
                  </a:lnTo>
                  <a:lnTo>
                    <a:pt x="257" y="1698"/>
                  </a:lnTo>
                  <a:lnTo>
                    <a:pt x="561" y="2788"/>
                  </a:lnTo>
                  <a:lnTo>
                    <a:pt x="945" y="3845"/>
                  </a:lnTo>
                  <a:lnTo>
                    <a:pt x="1426" y="4854"/>
                  </a:lnTo>
                  <a:lnTo>
                    <a:pt x="1986" y="5799"/>
                  </a:lnTo>
                  <a:lnTo>
                    <a:pt x="2611" y="6696"/>
                  </a:lnTo>
                  <a:lnTo>
                    <a:pt x="3332" y="7545"/>
                  </a:lnTo>
                  <a:lnTo>
                    <a:pt x="4101" y="8314"/>
                  </a:lnTo>
                  <a:lnTo>
                    <a:pt x="4950" y="9034"/>
                  </a:lnTo>
                  <a:lnTo>
                    <a:pt x="5846" y="9659"/>
                  </a:lnTo>
                  <a:lnTo>
                    <a:pt x="6791" y="10220"/>
                  </a:lnTo>
                  <a:lnTo>
                    <a:pt x="7801" y="10700"/>
                  </a:lnTo>
                  <a:lnTo>
                    <a:pt x="8858" y="11084"/>
                  </a:lnTo>
                  <a:lnTo>
                    <a:pt x="9947" y="11389"/>
                  </a:lnTo>
                  <a:lnTo>
                    <a:pt x="11068" y="11581"/>
                  </a:lnTo>
                  <a:lnTo>
                    <a:pt x="11645" y="11645"/>
                  </a:lnTo>
                  <a:lnTo>
                    <a:pt x="11597" y="11068"/>
                  </a:lnTo>
                  <a:lnTo>
                    <a:pt x="11388" y="9947"/>
                  </a:lnTo>
                  <a:lnTo>
                    <a:pt x="11084" y="8858"/>
                  </a:lnTo>
                  <a:lnTo>
                    <a:pt x="10700" y="7801"/>
                  </a:lnTo>
                  <a:lnTo>
                    <a:pt x="10219" y="6792"/>
                  </a:lnTo>
                  <a:lnTo>
                    <a:pt x="9658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44" y="3332"/>
                  </a:lnTo>
                  <a:lnTo>
                    <a:pt x="6695" y="2611"/>
                  </a:lnTo>
                  <a:lnTo>
                    <a:pt x="5798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787" y="561"/>
                  </a:lnTo>
                  <a:lnTo>
                    <a:pt x="1698" y="257"/>
                  </a:lnTo>
                  <a:lnTo>
                    <a:pt x="577" y="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826500" y="332337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3888" y="1"/>
                  </a:moveTo>
                  <a:lnTo>
                    <a:pt x="13167" y="17"/>
                  </a:lnTo>
                  <a:lnTo>
                    <a:pt x="11773" y="161"/>
                  </a:lnTo>
                  <a:lnTo>
                    <a:pt x="10412" y="433"/>
                  </a:lnTo>
                  <a:lnTo>
                    <a:pt x="9115" y="834"/>
                  </a:lnTo>
                  <a:lnTo>
                    <a:pt x="7865" y="1362"/>
                  </a:lnTo>
                  <a:lnTo>
                    <a:pt x="6680" y="2003"/>
                  </a:lnTo>
                  <a:lnTo>
                    <a:pt x="5575" y="2756"/>
                  </a:lnTo>
                  <a:lnTo>
                    <a:pt x="4550" y="3605"/>
                  </a:lnTo>
                  <a:lnTo>
                    <a:pt x="3605" y="4550"/>
                  </a:lnTo>
                  <a:lnTo>
                    <a:pt x="2756" y="5575"/>
                  </a:lnTo>
                  <a:lnTo>
                    <a:pt x="2003" y="6680"/>
                  </a:lnTo>
                  <a:lnTo>
                    <a:pt x="1362" y="7865"/>
                  </a:lnTo>
                  <a:lnTo>
                    <a:pt x="834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83"/>
                  </a:lnTo>
                  <a:lnTo>
                    <a:pt x="1" y="13887"/>
                  </a:lnTo>
                  <a:lnTo>
                    <a:pt x="722" y="13887"/>
                  </a:lnTo>
                  <a:lnTo>
                    <a:pt x="2115" y="13743"/>
                  </a:lnTo>
                  <a:lnTo>
                    <a:pt x="3477" y="13455"/>
                  </a:lnTo>
                  <a:lnTo>
                    <a:pt x="4774" y="13055"/>
                  </a:lnTo>
                  <a:lnTo>
                    <a:pt x="6023" y="12526"/>
                  </a:lnTo>
                  <a:lnTo>
                    <a:pt x="7209" y="11885"/>
                  </a:lnTo>
                  <a:lnTo>
                    <a:pt x="8314" y="11133"/>
                  </a:lnTo>
                  <a:lnTo>
                    <a:pt x="9339" y="10284"/>
                  </a:lnTo>
                  <a:lnTo>
                    <a:pt x="10284" y="9339"/>
                  </a:lnTo>
                  <a:lnTo>
                    <a:pt x="11133" y="8314"/>
                  </a:lnTo>
                  <a:lnTo>
                    <a:pt x="11885" y="7208"/>
                  </a:lnTo>
                  <a:lnTo>
                    <a:pt x="12526" y="6023"/>
                  </a:lnTo>
                  <a:lnTo>
                    <a:pt x="13055" y="4774"/>
                  </a:lnTo>
                  <a:lnTo>
                    <a:pt x="13455" y="3476"/>
                  </a:lnTo>
                  <a:lnTo>
                    <a:pt x="13743" y="2115"/>
                  </a:lnTo>
                  <a:lnTo>
                    <a:pt x="13872" y="722"/>
                  </a:lnTo>
                  <a:lnTo>
                    <a:pt x="13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882575" y="33233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11645" y="1"/>
                  </a:moveTo>
                  <a:lnTo>
                    <a:pt x="11068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01" y="946"/>
                  </a:lnTo>
                  <a:lnTo>
                    <a:pt x="6791" y="1426"/>
                  </a:lnTo>
                  <a:lnTo>
                    <a:pt x="5846" y="1987"/>
                  </a:lnTo>
                  <a:lnTo>
                    <a:pt x="4950" y="2628"/>
                  </a:lnTo>
                  <a:lnTo>
                    <a:pt x="4101" y="3332"/>
                  </a:lnTo>
                  <a:lnTo>
                    <a:pt x="3332" y="4101"/>
                  </a:lnTo>
                  <a:lnTo>
                    <a:pt x="2611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45" y="7801"/>
                  </a:lnTo>
                  <a:lnTo>
                    <a:pt x="561" y="8858"/>
                  </a:lnTo>
                  <a:lnTo>
                    <a:pt x="257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698" y="11389"/>
                  </a:lnTo>
                  <a:lnTo>
                    <a:pt x="2787" y="11101"/>
                  </a:lnTo>
                  <a:lnTo>
                    <a:pt x="3844" y="10700"/>
                  </a:lnTo>
                  <a:lnTo>
                    <a:pt x="4853" y="10236"/>
                  </a:lnTo>
                  <a:lnTo>
                    <a:pt x="5798" y="9675"/>
                  </a:lnTo>
                  <a:lnTo>
                    <a:pt x="6695" y="9034"/>
                  </a:lnTo>
                  <a:lnTo>
                    <a:pt x="7544" y="8330"/>
                  </a:lnTo>
                  <a:lnTo>
                    <a:pt x="8329" y="7545"/>
                  </a:lnTo>
                  <a:lnTo>
                    <a:pt x="9034" y="6712"/>
                  </a:lnTo>
                  <a:lnTo>
                    <a:pt x="9658" y="5799"/>
                  </a:lnTo>
                  <a:lnTo>
                    <a:pt x="10219" y="4854"/>
                  </a:lnTo>
                  <a:lnTo>
                    <a:pt x="10700" y="3845"/>
                  </a:lnTo>
                  <a:lnTo>
                    <a:pt x="11084" y="2788"/>
                  </a:lnTo>
                  <a:lnTo>
                    <a:pt x="11388" y="1699"/>
                  </a:lnTo>
                  <a:lnTo>
                    <a:pt x="11597" y="577"/>
                  </a:lnTo>
                  <a:lnTo>
                    <a:pt x="1164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5479750" y="332297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0" y="1"/>
                  </a:moveTo>
                  <a:lnTo>
                    <a:pt x="16" y="721"/>
                  </a:lnTo>
                  <a:lnTo>
                    <a:pt x="160" y="2115"/>
                  </a:lnTo>
                  <a:lnTo>
                    <a:pt x="433" y="3476"/>
                  </a:lnTo>
                  <a:lnTo>
                    <a:pt x="849" y="4790"/>
                  </a:lnTo>
                  <a:lnTo>
                    <a:pt x="1378" y="6023"/>
                  </a:lnTo>
                  <a:lnTo>
                    <a:pt x="2018" y="7208"/>
                  </a:lnTo>
                  <a:lnTo>
                    <a:pt x="2771" y="8314"/>
                  </a:lnTo>
                  <a:lnTo>
                    <a:pt x="3620" y="9355"/>
                  </a:lnTo>
                  <a:lnTo>
                    <a:pt x="4549" y="10284"/>
                  </a:lnTo>
                  <a:lnTo>
                    <a:pt x="5590" y="11133"/>
                  </a:lnTo>
                  <a:lnTo>
                    <a:pt x="6695" y="11885"/>
                  </a:lnTo>
                  <a:lnTo>
                    <a:pt x="7881" y="12526"/>
                  </a:lnTo>
                  <a:lnTo>
                    <a:pt x="9114" y="13055"/>
                  </a:lnTo>
                  <a:lnTo>
                    <a:pt x="10427" y="13455"/>
                  </a:lnTo>
                  <a:lnTo>
                    <a:pt x="11789" y="13743"/>
                  </a:lnTo>
                  <a:lnTo>
                    <a:pt x="13182" y="13887"/>
                  </a:lnTo>
                  <a:lnTo>
                    <a:pt x="13903" y="13887"/>
                  </a:lnTo>
                  <a:lnTo>
                    <a:pt x="13887" y="13183"/>
                  </a:lnTo>
                  <a:lnTo>
                    <a:pt x="13743" y="11773"/>
                  </a:lnTo>
                  <a:lnTo>
                    <a:pt x="13470" y="10428"/>
                  </a:lnTo>
                  <a:lnTo>
                    <a:pt x="13054" y="9114"/>
                  </a:lnTo>
                  <a:lnTo>
                    <a:pt x="12541" y="7865"/>
                  </a:lnTo>
                  <a:lnTo>
                    <a:pt x="11885" y="6696"/>
                  </a:lnTo>
                  <a:lnTo>
                    <a:pt x="11148" y="5575"/>
                  </a:lnTo>
                  <a:lnTo>
                    <a:pt x="10299" y="4550"/>
                  </a:lnTo>
                  <a:lnTo>
                    <a:pt x="9354" y="3605"/>
                  </a:lnTo>
                  <a:lnTo>
                    <a:pt x="8329" y="2756"/>
                  </a:lnTo>
                  <a:lnTo>
                    <a:pt x="7208" y="2003"/>
                  </a:lnTo>
                  <a:lnTo>
                    <a:pt x="6039" y="1362"/>
                  </a:lnTo>
                  <a:lnTo>
                    <a:pt x="4789" y="834"/>
                  </a:lnTo>
                  <a:lnTo>
                    <a:pt x="3476" y="433"/>
                  </a:lnTo>
                  <a:lnTo>
                    <a:pt x="2130" y="161"/>
                  </a:lnTo>
                  <a:lnTo>
                    <a:pt x="721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5479750" y="33229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0" y="1"/>
                  </a:moveTo>
                  <a:lnTo>
                    <a:pt x="64" y="577"/>
                  </a:lnTo>
                  <a:lnTo>
                    <a:pt x="272" y="1715"/>
                  </a:lnTo>
                  <a:lnTo>
                    <a:pt x="561" y="2804"/>
                  </a:lnTo>
                  <a:lnTo>
                    <a:pt x="961" y="3845"/>
                  </a:lnTo>
                  <a:lnTo>
                    <a:pt x="1426" y="4854"/>
                  </a:lnTo>
                  <a:lnTo>
                    <a:pt x="1986" y="5815"/>
                  </a:lnTo>
                  <a:lnTo>
                    <a:pt x="2627" y="6712"/>
                  </a:lnTo>
                  <a:lnTo>
                    <a:pt x="3332" y="7545"/>
                  </a:lnTo>
                  <a:lnTo>
                    <a:pt x="4117" y="8330"/>
                  </a:lnTo>
                  <a:lnTo>
                    <a:pt x="4949" y="9034"/>
                  </a:lnTo>
                  <a:lnTo>
                    <a:pt x="5846" y="9675"/>
                  </a:lnTo>
                  <a:lnTo>
                    <a:pt x="6807" y="10236"/>
                  </a:lnTo>
                  <a:lnTo>
                    <a:pt x="7816" y="10700"/>
                  </a:lnTo>
                  <a:lnTo>
                    <a:pt x="8858" y="11100"/>
                  </a:lnTo>
                  <a:lnTo>
                    <a:pt x="9947" y="11389"/>
                  </a:lnTo>
                  <a:lnTo>
                    <a:pt x="11084" y="11597"/>
                  </a:lnTo>
                  <a:lnTo>
                    <a:pt x="11661" y="11645"/>
                  </a:lnTo>
                  <a:lnTo>
                    <a:pt x="11661" y="11645"/>
                  </a:lnTo>
                  <a:lnTo>
                    <a:pt x="11596" y="11068"/>
                  </a:lnTo>
                  <a:lnTo>
                    <a:pt x="11404" y="9947"/>
                  </a:lnTo>
                  <a:lnTo>
                    <a:pt x="11100" y="8858"/>
                  </a:lnTo>
                  <a:lnTo>
                    <a:pt x="10716" y="7801"/>
                  </a:lnTo>
                  <a:lnTo>
                    <a:pt x="10235" y="6808"/>
                  </a:lnTo>
                  <a:lnTo>
                    <a:pt x="9674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60" y="3332"/>
                  </a:lnTo>
                  <a:lnTo>
                    <a:pt x="6711" y="2628"/>
                  </a:lnTo>
                  <a:lnTo>
                    <a:pt x="5814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803" y="561"/>
                  </a:lnTo>
                  <a:lnTo>
                    <a:pt x="1714" y="257"/>
                  </a:lnTo>
                  <a:lnTo>
                    <a:pt x="577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478550" y="2287475"/>
              <a:ext cx="695150" cy="694775"/>
            </a:xfrm>
            <a:custGeom>
              <a:rect b="b" l="l" r="r" t="t"/>
              <a:pathLst>
                <a:path extrusionOk="0" h="27791" w="27806">
                  <a:moveTo>
                    <a:pt x="0" y="1"/>
                  </a:moveTo>
                  <a:lnTo>
                    <a:pt x="0" y="27790"/>
                  </a:lnTo>
                  <a:lnTo>
                    <a:pt x="27806" y="27790"/>
                  </a:lnTo>
                  <a:lnTo>
                    <a:pt x="27774" y="26365"/>
                  </a:lnTo>
                  <a:lnTo>
                    <a:pt x="27485" y="23562"/>
                  </a:lnTo>
                  <a:lnTo>
                    <a:pt x="26941" y="20839"/>
                  </a:lnTo>
                  <a:lnTo>
                    <a:pt x="26124" y="18228"/>
                  </a:lnTo>
                  <a:lnTo>
                    <a:pt x="25067" y="15730"/>
                  </a:lnTo>
                  <a:lnTo>
                    <a:pt x="23785" y="13375"/>
                  </a:lnTo>
                  <a:lnTo>
                    <a:pt x="22296" y="11149"/>
                  </a:lnTo>
                  <a:lnTo>
                    <a:pt x="20582" y="9098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78550" y="2287475"/>
              <a:ext cx="491325" cy="694775"/>
            </a:xfrm>
            <a:custGeom>
              <a:rect b="b" l="l" r="r" t="t"/>
              <a:pathLst>
                <a:path extrusionOk="0" h="27791" w="19653">
                  <a:moveTo>
                    <a:pt x="0" y="1"/>
                  </a:moveTo>
                  <a:lnTo>
                    <a:pt x="0" y="27790"/>
                  </a:lnTo>
                  <a:lnTo>
                    <a:pt x="19653" y="8137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5777250" y="2682700"/>
              <a:ext cx="72900" cy="73300"/>
            </a:xfrm>
            <a:custGeom>
              <a:rect b="b" l="l" r="r" t="t"/>
              <a:pathLst>
                <a:path extrusionOk="0" h="2932" w="2916">
                  <a:moveTo>
                    <a:pt x="1" y="1"/>
                  </a:moveTo>
                  <a:lnTo>
                    <a:pt x="1" y="2932"/>
                  </a:lnTo>
                  <a:lnTo>
                    <a:pt x="145" y="2772"/>
                  </a:lnTo>
                  <a:lnTo>
                    <a:pt x="369" y="2435"/>
                  </a:lnTo>
                  <a:lnTo>
                    <a:pt x="513" y="2051"/>
                  </a:lnTo>
                  <a:lnTo>
                    <a:pt x="593" y="1666"/>
                  </a:lnTo>
                  <a:lnTo>
                    <a:pt x="593" y="1458"/>
                  </a:lnTo>
                  <a:lnTo>
                    <a:pt x="738" y="1602"/>
                  </a:lnTo>
                  <a:lnTo>
                    <a:pt x="1074" y="1827"/>
                  </a:lnTo>
                  <a:lnTo>
                    <a:pt x="1442" y="1987"/>
                  </a:lnTo>
                  <a:lnTo>
                    <a:pt x="1843" y="2067"/>
                  </a:lnTo>
                  <a:lnTo>
                    <a:pt x="2051" y="2067"/>
                  </a:lnTo>
                  <a:lnTo>
                    <a:pt x="2051" y="1859"/>
                  </a:lnTo>
                  <a:lnTo>
                    <a:pt x="1971" y="1458"/>
                  </a:lnTo>
                  <a:lnTo>
                    <a:pt x="1811" y="1090"/>
                  </a:lnTo>
                  <a:lnTo>
                    <a:pt x="1586" y="753"/>
                  </a:lnTo>
                  <a:lnTo>
                    <a:pt x="1458" y="609"/>
                  </a:lnTo>
                  <a:lnTo>
                    <a:pt x="1651" y="609"/>
                  </a:lnTo>
                  <a:lnTo>
                    <a:pt x="2035" y="529"/>
                  </a:lnTo>
                  <a:lnTo>
                    <a:pt x="2419" y="385"/>
                  </a:lnTo>
                  <a:lnTo>
                    <a:pt x="2756" y="145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5704375" y="2609825"/>
              <a:ext cx="72900" cy="72900"/>
            </a:xfrm>
            <a:custGeom>
              <a:rect b="b" l="l" r="r" t="t"/>
              <a:pathLst>
                <a:path extrusionOk="0" h="2916" w="2916">
                  <a:moveTo>
                    <a:pt x="2916" y="1"/>
                  </a:moveTo>
                  <a:lnTo>
                    <a:pt x="2772" y="161"/>
                  </a:lnTo>
                  <a:lnTo>
                    <a:pt x="2531" y="497"/>
                  </a:lnTo>
                  <a:lnTo>
                    <a:pt x="2387" y="865"/>
                  </a:lnTo>
                  <a:lnTo>
                    <a:pt x="2307" y="1266"/>
                  </a:lnTo>
                  <a:lnTo>
                    <a:pt x="2307" y="1458"/>
                  </a:lnTo>
                  <a:lnTo>
                    <a:pt x="2163" y="1330"/>
                  </a:lnTo>
                  <a:lnTo>
                    <a:pt x="1827" y="1106"/>
                  </a:lnTo>
                  <a:lnTo>
                    <a:pt x="1458" y="946"/>
                  </a:lnTo>
                  <a:lnTo>
                    <a:pt x="1058" y="865"/>
                  </a:lnTo>
                  <a:lnTo>
                    <a:pt x="850" y="849"/>
                  </a:lnTo>
                  <a:lnTo>
                    <a:pt x="850" y="1074"/>
                  </a:lnTo>
                  <a:lnTo>
                    <a:pt x="930" y="1474"/>
                  </a:lnTo>
                  <a:lnTo>
                    <a:pt x="1090" y="1842"/>
                  </a:lnTo>
                  <a:lnTo>
                    <a:pt x="1314" y="2179"/>
                  </a:lnTo>
                  <a:lnTo>
                    <a:pt x="1442" y="2323"/>
                  </a:lnTo>
                  <a:lnTo>
                    <a:pt x="1250" y="2323"/>
                  </a:lnTo>
                  <a:lnTo>
                    <a:pt x="866" y="2403"/>
                  </a:lnTo>
                  <a:lnTo>
                    <a:pt x="497" y="2547"/>
                  </a:lnTo>
                  <a:lnTo>
                    <a:pt x="145" y="2771"/>
                  </a:lnTo>
                  <a:lnTo>
                    <a:pt x="1" y="2916"/>
                  </a:lnTo>
                  <a:lnTo>
                    <a:pt x="2916" y="291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5703975" y="26827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1" y="1"/>
                  </a:moveTo>
                  <a:lnTo>
                    <a:pt x="161" y="145"/>
                  </a:lnTo>
                  <a:lnTo>
                    <a:pt x="497" y="385"/>
                  </a:lnTo>
                  <a:lnTo>
                    <a:pt x="882" y="529"/>
                  </a:lnTo>
                  <a:lnTo>
                    <a:pt x="1266" y="609"/>
                  </a:lnTo>
                  <a:lnTo>
                    <a:pt x="1458" y="609"/>
                  </a:lnTo>
                  <a:lnTo>
                    <a:pt x="1330" y="753"/>
                  </a:lnTo>
                  <a:lnTo>
                    <a:pt x="1106" y="1090"/>
                  </a:lnTo>
                  <a:lnTo>
                    <a:pt x="946" y="1458"/>
                  </a:lnTo>
                  <a:lnTo>
                    <a:pt x="866" y="1859"/>
                  </a:lnTo>
                  <a:lnTo>
                    <a:pt x="866" y="2067"/>
                  </a:lnTo>
                  <a:lnTo>
                    <a:pt x="1074" y="2067"/>
                  </a:lnTo>
                  <a:lnTo>
                    <a:pt x="1474" y="1987"/>
                  </a:lnTo>
                  <a:lnTo>
                    <a:pt x="1843" y="1827"/>
                  </a:lnTo>
                  <a:lnTo>
                    <a:pt x="2179" y="1602"/>
                  </a:lnTo>
                  <a:lnTo>
                    <a:pt x="2323" y="1458"/>
                  </a:lnTo>
                  <a:lnTo>
                    <a:pt x="2323" y="1666"/>
                  </a:lnTo>
                  <a:lnTo>
                    <a:pt x="2403" y="2051"/>
                  </a:lnTo>
                  <a:lnTo>
                    <a:pt x="2547" y="2435"/>
                  </a:lnTo>
                  <a:lnTo>
                    <a:pt x="2788" y="2772"/>
                  </a:lnTo>
                  <a:lnTo>
                    <a:pt x="2932" y="2932"/>
                  </a:lnTo>
                  <a:lnTo>
                    <a:pt x="293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5777250" y="2609825"/>
              <a:ext cx="72500" cy="72900"/>
            </a:xfrm>
            <a:custGeom>
              <a:rect b="b" l="l" r="r" t="t"/>
              <a:pathLst>
                <a:path extrusionOk="0" h="2916" w="2900">
                  <a:moveTo>
                    <a:pt x="1" y="1"/>
                  </a:moveTo>
                  <a:lnTo>
                    <a:pt x="1" y="2916"/>
                  </a:lnTo>
                  <a:lnTo>
                    <a:pt x="2900" y="2916"/>
                  </a:lnTo>
                  <a:lnTo>
                    <a:pt x="2756" y="2771"/>
                  </a:lnTo>
                  <a:lnTo>
                    <a:pt x="2403" y="2547"/>
                  </a:lnTo>
                  <a:lnTo>
                    <a:pt x="2035" y="2403"/>
                  </a:lnTo>
                  <a:lnTo>
                    <a:pt x="1651" y="2323"/>
                  </a:lnTo>
                  <a:lnTo>
                    <a:pt x="1458" y="2323"/>
                  </a:lnTo>
                  <a:lnTo>
                    <a:pt x="1586" y="2179"/>
                  </a:lnTo>
                  <a:lnTo>
                    <a:pt x="1811" y="1842"/>
                  </a:lnTo>
                  <a:lnTo>
                    <a:pt x="1971" y="1474"/>
                  </a:lnTo>
                  <a:lnTo>
                    <a:pt x="2051" y="1074"/>
                  </a:lnTo>
                  <a:lnTo>
                    <a:pt x="2051" y="849"/>
                  </a:lnTo>
                  <a:lnTo>
                    <a:pt x="1843" y="865"/>
                  </a:lnTo>
                  <a:lnTo>
                    <a:pt x="1442" y="946"/>
                  </a:lnTo>
                  <a:lnTo>
                    <a:pt x="1074" y="1106"/>
                  </a:lnTo>
                  <a:lnTo>
                    <a:pt x="738" y="1330"/>
                  </a:lnTo>
                  <a:lnTo>
                    <a:pt x="593" y="1458"/>
                  </a:lnTo>
                  <a:lnTo>
                    <a:pt x="593" y="1266"/>
                  </a:lnTo>
                  <a:lnTo>
                    <a:pt x="513" y="865"/>
                  </a:lnTo>
                  <a:lnTo>
                    <a:pt x="369" y="497"/>
                  </a:lnTo>
                  <a:lnTo>
                    <a:pt x="145" y="1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5630700" y="253655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5863" y="0"/>
                  </a:moveTo>
                  <a:lnTo>
                    <a:pt x="4149" y="1714"/>
                  </a:lnTo>
                  <a:lnTo>
                    <a:pt x="1714" y="1714"/>
                  </a:lnTo>
                  <a:lnTo>
                    <a:pt x="1714" y="4133"/>
                  </a:lnTo>
                  <a:lnTo>
                    <a:pt x="1" y="5847"/>
                  </a:lnTo>
                  <a:lnTo>
                    <a:pt x="1442" y="5847"/>
                  </a:lnTo>
                  <a:lnTo>
                    <a:pt x="2740" y="4549"/>
                  </a:lnTo>
                  <a:lnTo>
                    <a:pt x="2740" y="2723"/>
                  </a:lnTo>
                  <a:lnTo>
                    <a:pt x="4565" y="2723"/>
                  </a:lnTo>
                  <a:lnTo>
                    <a:pt x="5863" y="1442"/>
                  </a:lnTo>
                  <a:lnTo>
                    <a:pt x="5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5777250" y="268270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4405" y="1"/>
                  </a:moveTo>
                  <a:lnTo>
                    <a:pt x="3108" y="1298"/>
                  </a:lnTo>
                  <a:lnTo>
                    <a:pt x="3108" y="3124"/>
                  </a:lnTo>
                  <a:lnTo>
                    <a:pt x="1282" y="3124"/>
                  </a:lnTo>
                  <a:lnTo>
                    <a:pt x="1" y="4405"/>
                  </a:lnTo>
                  <a:lnTo>
                    <a:pt x="1" y="5847"/>
                  </a:lnTo>
                  <a:lnTo>
                    <a:pt x="1715" y="4133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5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5630700" y="268270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1" y="1"/>
                  </a:moveTo>
                  <a:lnTo>
                    <a:pt x="1714" y="1714"/>
                  </a:lnTo>
                  <a:lnTo>
                    <a:pt x="1714" y="4133"/>
                  </a:lnTo>
                  <a:lnTo>
                    <a:pt x="4149" y="4133"/>
                  </a:lnTo>
                  <a:lnTo>
                    <a:pt x="5863" y="5847"/>
                  </a:lnTo>
                  <a:lnTo>
                    <a:pt x="5863" y="4405"/>
                  </a:lnTo>
                  <a:lnTo>
                    <a:pt x="4565" y="3124"/>
                  </a:lnTo>
                  <a:lnTo>
                    <a:pt x="2740" y="3124"/>
                  </a:lnTo>
                  <a:lnTo>
                    <a:pt x="2740" y="1298"/>
                  </a:lnTo>
                  <a:lnTo>
                    <a:pt x="14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5777250" y="253655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1" y="0"/>
                  </a:moveTo>
                  <a:lnTo>
                    <a:pt x="1" y="1442"/>
                  </a:lnTo>
                  <a:lnTo>
                    <a:pt x="1282" y="2723"/>
                  </a:lnTo>
                  <a:lnTo>
                    <a:pt x="3108" y="2723"/>
                  </a:lnTo>
                  <a:lnTo>
                    <a:pt x="3108" y="4549"/>
                  </a:lnTo>
                  <a:lnTo>
                    <a:pt x="4405" y="5847"/>
                  </a:lnTo>
                  <a:lnTo>
                    <a:pt x="5847" y="5847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1715" y="1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64968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64964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6461575" y="30707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0"/>
                  </a:moveTo>
                  <a:lnTo>
                    <a:pt x="1" y="961"/>
                  </a:lnTo>
                  <a:lnTo>
                    <a:pt x="193" y="945"/>
                  </a:lnTo>
                  <a:lnTo>
                    <a:pt x="545" y="801"/>
                  </a:lnTo>
                  <a:lnTo>
                    <a:pt x="690" y="689"/>
                  </a:lnTo>
                  <a:lnTo>
                    <a:pt x="690" y="865"/>
                  </a:lnTo>
                  <a:lnTo>
                    <a:pt x="834" y="1217"/>
                  </a:lnTo>
                  <a:lnTo>
                    <a:pt x="962" y="1361"/>
                  </a:lnTo>
                  <a:lnTo>
                    <a:pt x="1090" y="1217"/>
                  </a:lnTo>
                  <a:lnTo>
                    <a:pt x="1234" y="865"/>
                  </a:lnTo>
                  <a:lnTo>
                    <a:pt x="1250" y="689"/>
                  </a:lnTo>
                  <a:lnTo>
                    <a:pt x="1378" y="801"/>
                  </a:lnTo>
                  <a:lnTo>
                    <a:pt x="1731" y="945"/>
                  </a:lnTo>
                  <a:lnTo>
                    <a:pt x="1923" y="961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6461575" y="3037075"/>
              <a:ext cx="48075" cy="33675"/>
            </a:xfrm>
            <a:custGeom>
              <a:rect b="b" l="l" r="r" t="t"/>
              <a:pathLst>
                <a:path extrusionOk="0" h="1347" w="1923">
                  <a:moveTo>
                    <a:pt x="962" y="1"/>
                  </a:moveTo>
                  <a:lnTo>
                    <a:pt x="834" y="145"/>
                  </a:lnTo>
                  <a:lnTo>
                    <a:pt x="690" y="481"/>
                  </a:lnTo>
                  <a:lnTo>
                    <a:pt x="690" y="673"/>
                  </a:lnTo>
                  <a:lnTo>
                    <a:pt x="545" y="545"/>
                  </a:lnTo>
                  <a:lnTo>
                    <a:pt x="209" y="401"/>
                  </a:lnTo>
                  <a:lnTo>
                    <a:pt x="1" y="385"/>
                  </a:lnTo>
                  <a:lnTo>
                    <a:pt x="962" y="1346"/>
                  </a:lnTo>
                  <a:lnTo>
                    <a:pt x="1923" y="385"/>
                  </a:lnTo>
                  <a:lnTo>
                    <a:pt x="1731" y="401"/>
                  </a:lnTo>
                  <a:lnTo>
                    <a:pt x="1378" y="545"/>
                  </a:lnTo>
                  <a:lnTo>
                    <a:pt x="1250" y="673"/>
                  </a:lnTo>
                  <a:lnTo>
                    <a:pt x="1234" y="481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6451575" y="3046700"/>
              <a:ext cx="34050" cy="48075"/>
            </a:xfrm>
            <a:custGeom>
              <a:rect b="b" l="l" r="r" t="t"/>
              <a:pathLst>
                <a:path extrusionOk="0" h="1923" w="1362">
                  <a:moveTo>
                    <a:pt x="401" y="0"/>
                  </a:moveTo>
                  <a:lnTo>
                    <a:pt x="417" y="208"/>
                  </a:lnTo>
                  <a:lnTo>
                    <a:pt x="561" y="545"/>
                  </a:lnTo>
                  <a:lnTo>
                    <a:pt x="689" y="689"/>
                  </a:lnTo>
                  <a:lnTo>
                    <a:pt x="497" y="705"/>
                  </a:lnTo>
                  <a:lnTo>
                    <a:pt x="161" y="833"/>
                  </a:lnTo>
                  <a:lnTo>
                    <a:pt x="0" y="961"/>
                  </a:lnTo>
                  <a:lnTo>
                    <a:pt x="161" y="1089"/>
                  </a:lnTo>
                  <a:lnTo>
                    <a:pt x="497" y="1233"/>
                  </a:lnTo>
                  <a:lnTo>
                    <a:pt x="689" y="1249"/>
                  </a:lnTo>
                  <a:lnTo>
                    <a:pt x="561" y="1393"/>
                  </a:lnTo>
                  <a:lnTo>
                    <a:pt x="417" y="1730"/>
                  </a:lnTo>
                  <a:lnTo>
                    <a:pt x="401" y="1922"/>
                  </a:lnTo>
                  <a:lnTo>
                    <a:pt x="1362" y="96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6485600" y="3046700"/>
              <a:ext cx="34075" cy="48075"/>
            </a:xfrm>
            <a:custGeom>
              <a:rect b="b" l="l" r="r" t="t"/>
              <a:pathLst>
                <a:path extrusionOk="0" h="1923" w="1363">
                  <a:moveTo>
                    <a:pt x="962" y="0"/>
                  </a:moveTo>
                  <a:lnTo>
                    <a:pt x="1" y="961"/>
                  </a:lnTo>
                  <a:lnTo>
                    <a:pt x="962" y="1922"/>
                  </a:lnTo>
                  <a:lnTo>
                    <a:pt x="962" y="1922"/>
                  </a:lnTo>
                  <a:lnTo>
                    <a:pt x="946" y="1730"/>
                  </a:lnTo>
                  <a:lnTo>
                    <a:pt x="802" y="1377"/>
                  </a:lnTo>
                  <a:lnTo>
                    <a:pt x="674" y="1249"/>
                  </a:lnTo>
                  <a:lnTo>
                    <a:pt x="866" y="1233"/>
                  </a:lnTo>
                  <a:lnTo>
                    <a:pt x="1218" y="1089"/>
                  </a:lnTo>
                  <a:lnTo>
                    <a:pt x="1362" y="961"/>
                  </a:lnTo>
                  <a:lnTo>
                    <a:pt x="1218" y="833"/>
                  </a:lnTo>
                  <a:lnTo>
                    <a:pt x="866" y="705"/>
                  </a:lnTo>
                  <a:lnTo>
                    <a:pt x="674" y="689"/>
                  </a:lnTo>
                  <a:lnTo>
                    <a:pt x="802" y="545"/>
                  </a:lnTo>
                  <a:lnTo>
                    <a:pt x="946" y="20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437550" y="300265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81" y="1282"/>
                  </a:lnTo>
                  <a:lnTo>
                    <a:pt x="1330" y="1282"/>
                  </a:lnTo>
                  <a:lnTo>
                    <a:pt x="1923" y="673"/>
                  </a:lnTo>
                  <a:lnTo>
                    <a:pt x="2531" y="1282"/>
                  </a:lnTo>
                  <a:lnTo>
                    <a:pt x="3380" y="1282"/>
                  </a:lnTo>
                  <a:lnTo>
                    <a:pt x="3845" y="801"/>
                  </a:lnTo>
                  <a:lnTo>
                    <a:pt x="2724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437550" y="31071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1"/>
                  </a:moveTo>
                  <a:lnTo>
                    <a:pt x="1" y="465"/>
                  </a:lnTo>
                  <a:lnTo>
                    <a:pt x="1122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1"/>
                  </a:lnTo>
                  <a:lnTo>
                    <a:pt x="2531" y="1"/>
                  </a:lnTo>
                  <a:lnTo>
                    <a:pt x="1923" y="59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417525" y="3022675"/>
              <a:ext cx="32075" cy="96125"/>
            </a:xfrm>
            <a:custGeom>
              <a:rect b="b" l="l" r="r" t="t"/>
              <a:pathLst>
                <a:path extrusionOk="0" h="3845" w="1283">
                  <a:moveTo>
                    <a:pt x="802" y="0"/>
                  </a:moveTo>
                  <a:lnTo>
                    <a:pt x="802" y="1121"/>
                  </a:lnTo>
                  <a:lnTo>
                    <a:pt x="1" y="1922"/>
                  </a:lnTo>
                  <a:lnTo>
                    <a:pt x="802" y="2723"/>
                  </a:lnTo>
                  <a:lnTo>
                    <a:pt x="802" y="3844"/>
                  </a:lnTo>
                  <a:lnTo>
                    <a:pt x="1282" y="3380"/>
                  </a:lnTo>
                  <a:lnTo>
                    <a:pt x="1282" y="2531"/>
                  </a:lnTo>
                  <a:lnTo>
                    <a:pt x="674" y="1922"/>
                  </a:lnTo>
                  <a:lnTo>
                    <a:pt x="1282" y="1329"/>
                  </a:lnTo>
                  <a:lnTo>
                    <a:pt x="1282" y="481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522050" y="3022675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0"/>
                  </a:moveTo>
                  <a:lnTo>
                    <a:pt x="0" y="481"/>
                  </a:lnTo>
                  <a:lnTo>
                    <a:pt x="0" y="1329"/>
                  </a:lnTo>
                  <a:lnTo>
                    <a:pt x="593" y="1922"/>
                  </a:lnTo>
                  <a:lnTo>
                    <a:pt x="0" y="2531"/>
                  </a:lnTo>
                  <a:lnTo>
                    <a:pt x="0" y="3380"/>
                  </a:lnTo>
                  <a:lnTo>
                    <a:pt x="465" y="3844"/>
                  </a:lnTo>
                  <a:lnTo>
                    <a:pt x="465" y="2723"/>
                  </a:lnTo>
                  <a:lnTo>
                    <a:pt x="1266" y="1922"/>
                  </a:lnTo>
                  <a:lnTo>
                    <a:pt x="465" y="1121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602125" y="321125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193" y="946"/>
                  </a:lnTo>
                  <a:lnTo>
                    <a:pt x="529" y="802"/>
                  </a:lnTo>
                  <a:lnTo>
                    <a:pt x="673" y="674"/>
                  </a:lnTo>
                  <a:lnTo>
                    <a:pt x="689" y="866"/>
                  </a:lnTo>
                  <a:lnTo>
                    <a:pt x="834" y="1202"/>
                  </a:lnTo>
                  <a:lnTo>
                    <a:pt x="962" y="1362"/>
                  </a:lnTo>
                  <a:lnTo>
                    <a:pt x="1090" y="1202"/>
                  </a:lnTo>
                  <a:lnTo>
                    <a:pt x="1218" y="866"/>
                  </a:lnTo>
                  <a:lnTo>
                    <a:pt x="1234" y="674"/>
                  </a:lnTo>
                  <a:lnTo>
                    <a:pt x="1378" y="802"/>
                  </a:lnTo>
                  <a:lnTo>
                    <a:pt x="1715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6602125" y="31772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1"/>
                  </a:moveTo>
                  <a:lnTo>
                    <a:pt x="834" y="145"/>
                  </a:lnTo>
                  <a:lnTo>
                    <a:pt x="689" y="497"/>
                  </a:lnTo>
                  <a:lnTo>
                    <a:pt x="673" y="689"/>
                  </a:lnTo>
                  <a:lnTo>
                    <a:pt x="529" y="561"/>
                  </a:lnTo>
                  <a:lnTo>
                    <a:pt x="193" y="417"/>
                  </a:lnTo>
                  <a:lnTo>
                    <a:pt x="1" y="401"/>
                  </a:lnTo>
                  <a:lnTo>
                    <a:pt x="1" y="401"/>
                  </a:lnTo>
                  <a:lnTo>
                    <a:pt x="962" y="1362"/>
                  </a:lnTo>
                  <a:lnTo>
                    <a:pt x="1923" y="401"/>
                  </a:lnTo>
                  <a:lnTo>
                    <a:pt x="1715" y="417"/>
                  </a:lnTo>
                  <a:lnTo>
                    <a:pt x="1378" y="561"/>
                  </a:lnTo>
                  <a:lnTo>
                    <a:pt x="1234" y="689"/>
                  </a:lnTo>
                  <a:lnTo>
                    <a:pt x="1218" y="497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6592125" y="3187225"/>
              <a:ext cx="34050" cy="48100"/>
            </a:xfrm>
            <a:custGeom>
              <a:rect b="b" l="l" r="r" t="t"/>
              <a:pathLst>
                <a:path extrusionOk="0" h="1924" w="1362">
                  <a:moveTo>
                    <a:pt x="401" y="1"/>
                  </a:moveTo>
                  <a:lnTo>
                    <a:pt x="417" y="193"/>
                  </a:lnTo>
                  <a:lnTo>
                    <a:pt x="561" y="546"/>
                  </a:lnTo>
                  <a:lnTo>
                    <a:pt x="673" y="674"/>
                  </a:lnTo>
                  <a:lnTo>
                    <a:pt x="497" y="690"/>
                  </a:lnTo>
                  <a:lnTo>
                    <a:pt x="144" y="834"/>
                  </a:lnTo>
                  <a:lnTo>
                    <a:pt x="0" y="962"/>
                  </a:lnTo>
                  <a:lnTo>
                    <a:pt x="144" y="1090"/>
                  </a:lnTo>
                  <a:lnTo>
                    <a:pt x="497" y="1234"/>
                  </a:lnTo>
                  <a:lnTo>
                    <a:pt x="673" y="1234"/>
                  </a:lnTo>
                  <a:lnTo>
                    <a:pt x="561" y="1378"/>
                  </a:lnTo>
                  <a:lnTo>
                    <a:pt x="417" y="1731"/>
                  </a:lnTo>
                  <a:lnTo>
                    <a:pt x="401" y="1923"/>
                  </a:lnTo>
                  <a:lnTo>
                    <a:pt x="1362" y="96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6626150" y="3187225"/>
              <a:ext cx="33675" cy="48100"/>
            </a:xfrm>
            <a:custGeom>
              <a:rect b="b" l="l" r="r" t="t"/>
              <a:pathLst>
                <a:path extrusionOk="0" h="1924" w="1347">
                  <a:moveTo>
                    <a:pt x="962" y="1"/>
                  </a:moveTo>
                  <a:lnTo>
                    <a:pt x="1" y="962"/>
                  </a:lnTo>
                  <a:lnTo>
                    <a:pt x="962" y="1923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73" y="1234"/>
                  </a:lnTo>
                  <a:lnTo>
                    <a:pt x="850" y="1234"/>
                  </a:lnTo>
                  <a:lnTo>
                    <a:pt x="1202" y="1090"/>
                  </a:lnTo>
                  <a:lnTo>
                    <a:pt x="1346" y="962"/>
                  </a:lnTo>
                  <a:lnTo>
                    <a:pt x="1202" y="834"/>
                  </a:lnTo>
                  <a:lnTo>
                    <a:pt x="850" y="690"/>
                  </a:lnTo>
                  <a:lnTo>
                    <a:pt x="673" y="674"/>
                  </a:lnTo>
                  <a:lnTo>
                    <a:pt x="802" y="546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6578100" y="314320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65" y="1265"/>
                  </a:lnTo>
                  <a:lnTo>
                    <a:pt x="1314" y="1265"/>
                  </a:lnTo>
                  <a:lnTo>
                    <a:pt x="1923" y="673"/>
                  </a:lnTo>
                  <a:lnTo>
                    <a:pt x="2515" y="1265"/>
                  </a:lnTo>
                  <a:lnTo>
                    <a:pt x="3364" y="1265"/>
                  </a:lnTo>
                  <a:lnTo>
                    <a:pt x="3845" y="801"/>
                  </a:lnTo>
                  <a:lnTo>
                    <a:pt x="2708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6578100" y="324730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465" y="1"/>
                  </a:moveTo>
                  <a:lnTo>
                    <a:pt x="1" y="481"/>
                  </a:lnTo>
                  <a:lnTo>
                    <a:pt x="1122" y="481"/>
                  </a:lnTo>
                  <a:lnTo>
                    <a:pt x="1923" y="1282"/>
                  </a:lnTo>
                  <a:lnTo>
                    <a:pt x="2708" y="481"/>
                  </a:lnTo>
                  <a:lnTo>
                    <a:pt x="3845" y="481"/>
                  </a:lnTo>
                  <a:lnTo>
                    <a:pt x="3364" y="1"/>
                  </a:lnTo>
                  <a:lnTo>
                    <a:pt x="2515" y="1"/>
                  </a:lnTo>
                  <a:lnTo>
                    <a:pt x="1923" y="609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6558075" y="3163200"/>
              <a:ext cx="31675" cy="96150"/>
            </a:xfrm>
            <a:custGeom>
              <a:rect b="b" l="l" r="r" t="t"/>
              <a:pathLst>
                <a:path extrusionOk="0" h="3846" w="1267">
                  <a:moveTo>
                    <a:pt x="802" y="1"/>
                  </a:moveTo>
                  <a:lnTo>
                    <a:pt x="802" y="1122"/>
                  </a:lnTo>
                  <a:lnTo>
                    <a:pt x="1" y="1923"/>
                  </a:lnTo>
                  <a:lnTo>
                    <a:pt x="802" y="2708"/>
                  </a:lnTo>
                  <a:lnTo>
                    <a:pt x="802" y="3845"/>
                  </a:lnTo>
                  <a:lnTo>
                    <a:pt x="1266" y="3365"/>
                  </a:lnTo>
                  <a:lnTo>
                    <a:pt x="1266" y="2516"/>
                  </a:lnTo>
                  <a:lnTo>
                    <a:pt x="674" y="1923"/>
                  </a:lnTo>
                  <a:lnTo>
                    <a:pt x="1266" y="1314"/>
                  </a:lnTo>
                  <a:lnTo>
                    <a:pt x="1266" y="465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6662200" y="3163200"/>
              <a:ext cx="32050" cy="96150"/>
            </a:xfrm>
            <a:custGeom>
              <a:rect b="b" l="l" r="r" t="t"/>
              <a:pathLst>
                <a:path extrusionOk="0" h="3846" w="1282">
                  <a:moveTo>
                    <a:pt x="481" y="1"/>
                  </a:moveTo>
                  <a:lnTo>
                    <a:pt x="0" y="465"/>
                  </a:lnTo>
                  <a:lnTo>
                    <a:pt x="0" y="1314"/>
                  </a:lnTo>
                  <a:lnTo>
                    <a:pt x="609" y="1923"/>
                  </a:lnTo>
                  <a:lnTo>
                    <a:pt x="0" y="2516"/>
                  </a:lnTo>
                  <a:lnTo>
                    <a:pt x="0" y="3365"/>
                  </a:lnTo>
                  <a:lnTo>
                    <a:pt x="481" y="3845"/>
                  </a:lnTo>
                  <a:lnTo>
                    <a:pt x="481" y="2708"/>
                  </a:lnTo>
                  <a:lnTo>
                    <a:pt x="1282" y="1923"/>
                  </a:lnTo>
                  <a:lnTo>
                    <a:pt x="481" y="112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6742275" y="335140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209" y="946"/>
                  </a:lnTo>
                  <a:lnTo>
                    <a:pt x="545" y="802"/>
                  </a:lnTo>
                  <a:lnTo>
                    <a:pt x="689" y="690"/>
                  </a:lnTo>
                  <a:lnTo>
                    <a:pt x="689" y="866"/>
                  </a:lnTo>
                  <a:lnTo>
                    <a:pt x="834" y="1218"/>
                  </a:lnTo>
                  <a:lnTo>
                    <a:pt x="962" y="1362"/>
                  </a:lnTo>
                  <a:lnTo>
                    <a:pt x="1090" y="1218"/>
                  </a:lnTo>
                  <a:lnTo>
                    <a:pt x="1234" y="866"/>
                  </a:lnTo>
                  <a:lnTo>
                    <a:pt x="1250" y="690"/>
                  </a:lnTo>
                  <a:lnTo>
                    <a:pt x="1378" y="802"/>
                  </a:lnTo>
                  <a:lnTo>
                    <a:pt x="1731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6742675" y="3317775"/>
              <a:ext cx="47675" cy="33650"/>
            </a:xfrm>
            <a:custGeom>
              <a:rect b="b" l="l" r="r" t="t"/>
              <a:pathLst>
                <a:path extrusionOk="0" h="1346" w="1907">
                  <a:moveTo>
                    <a:pt x="946" y="1"/>
                  </a:moveTo>
                  <a:lnTo>
                    <a:pt x="818" y="145"/>
                  </a:lnTo>
                  <a:lnTo>
                    <a:pt x="673" y="497"/>
                  </a:lnTo>
                  <a:lnTo>
                    <a:pt x="673" y="673"/>
                  </a:lnTo>
                  <a:lnTo>
                    <a:pt x="529" y="561"/>
                  </a:lnTo>
                  <a:lnTo>
                    <a:pt x="193" y="401"/>
                  </a:lnTo>
                  <a:lnTo>
                    <a:pt x="1" y="401"/>
                  </a:lnTo>
                  <a:lnTo>
                    <a:pt x="946" y="1346"/>
                  </a:lnTo>
                  <a:lnTo>
                    <a:pt x="1907" y="401"/>
                  </a:lnTo>
                  <a:lnTo>
                    <a:pt x="1715" y="401"/>
                  </a:lnTo>
                  <a:lnTo>
                    <a:pt x="1362" y="545"/>
                  </a:lnTo>
                  <a:lnTo>
                    <a:pt x="1234" y="673"/>
                  </a:lnTo>
                  <a:lnTo>
                    <a:pt x="1218" y="497"/>
                  </a:lnTo>
                  <a:lnTo>
                    <a:pt x="1074" y="145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6732275" y="3327775"/>
              <a:ext cx="34050" cy="47675"/>
            </a:xfrm>
            <a:custGeom>
              <a:rect b="b" l="l" r="r" t="t"/>
              <a:pathLst>
                <a:path extrusionOk="0" h="1907" w="1362">
                  <a:moveTo>
                    <a:pt x="401" y="1"/>
                  </a:moveTo>
                  <a:lnTo>
                    <a:pt x="417" y="193"/>
                  </a:lnTo>
                  <a:lnTo>
                    <a:pt x="561" y="529"/>
                  </a:lnTo>
                  <a:lnTo>
                    <a:pt x="689" y="674"/>
                  </a:lnTo>
                  <a:lnTo>
                    <a:pt x="497" y="690"/>
                  </a:lnTo>
                  <a:lnTo>
                    <a:pt x="160" y="818"/>
                  </a:lnTo>
                  <a:lnTo>
                    <a:pt x="0" y="946"/>
                  </a:lnTo>
                  <a:lnTo>
                    <a:pt x="160" y="1074"/>
                  </a:lnTo>
                  <a:lnTo>
                    <a:pt x="497" y="1218"/>
                  </a:lnTo>
                  <a:lnTo>
                    <a:pt x="689" y="1234"/>
                  </a:lnTo>
                  <a:lnTo>
                    <a:pt x="561" y="1378"/>
                  </a:lnTo>
                  <a:lnTo>
                    <a:pt x="417" y="1715"/>
                  </a:lnTo>
                  <a:lnTo>
                    <a:pt x="401" y="1907"/>
                  </a:lnTo>
                  <a:lnTo>
                    <a:pt x="1362" y="946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766300" y="3327775"/>
              <a:ext cx="34075" cy="47675"/>
            </a:xfrm>
            <a:custGeom>
              <a:rect b="b" l="l" r="r" t="t"/>
              <a:pathLst>
                <a:path extrusionOk="0" h="1907" w="1363">
                  <a:moveTo>
                    <a:pt x="962" y="1"/>
                  </a:moveTo>
                  <a:lnTo>
                    <a:pt x="1" y="946"/>
                  </a:lnTo>
                  <a:lnTo>
                    <a:pt x="962" y="1907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89" y="1234"/>
                  </a:lnTo>
                  <a:lnTo>
                    <a:pt x="866" y="1218"/>
                  </a:lnTo>
                  <a:lnTo>
                    <a:pt x="1218" y="1074"/>
                  </a:lnTo>
                  <a:lnTo>
                    <a:pt x="1362" y="946"/>
                  </a:lnTo>
                  <a:lnTo>
                    <a:pt x="1218" y="818"/>
                  </a:lnTo>
                  <a:lnTo>
                    <a:pt x="866" y="690"/>
                  </a:lnTo>
                  <a:lnTo>
                    <a:pt x="689" y="674"/>
                  </a:lnTo>
                  <a:lnTo>
                    <a:pt x="802" y="529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718250" y="32837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38" y="785"/>
                  </a:lnTo>
                  <a:lnTo>
                    <a:pt x="1" y="785"/>
                  </a:lnTo>
                  <a:lnTo>
                    <a:pt x="481" y="1265"/>
                  </a:lnTo>
                  <a:lnTo>
                    <a:pt x="1330" y="1265"/>
                  </a:lnTo>
                  <a:lnTo>
                    <a:pt x="1923" y="673"/>
                  </a:lnTo>
                  <a:lnTo>
                    <a:pt x="2531" y="1265"/>
                  </a:lnTo>
                  <a:lnTo>
                    <a:pt x="3380" y="1265"/>
                  </a:lnTo>
                  <a:lnTo>
                    <a:pt x="3845" y="785"/>
                  </a:lnTo>
                  <a:lnTo>
                    <a:pt x="2724" y="78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718250" y="33878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0"/>
                  </a:moveTo>
                  <a:lnTo>
                    <a:pt x="1" y="465"/>
                  </a:lnTo>
                  <a:lnTo>
                    <a:pt x="1138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0"/>
                  </a:lnTo>
                  <a:lnTo>
                    <a:pt x="2531" y="0"/>
                  </a:lnTo>
                  <a:lnTo>
                    <a:pt x="1923" y="593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98625" y="3303350"/>
              <a:ext cx="31675" cy="96125"/>
            </a:xfrm>
            <a:custGeom>
              <a:rect b="b" l="l" r="r" t="t"/>
              <a:pathLst>
                <a:path extrusionOk="0" h="3845" w="1267">
                  <a:moveTo>
                    <a:pt x="786" y="1"/>
                  </a:moveTo>
                  <a:lnTo>
                    <a:pt x="786" y="1138"/>
                  </a:lnTo>
                  <a:lnTo>
                    <a:pt x="1" y="1923"/>
                  </a:lnTo>
                  <a:lnTo>
                    <a:pt x="786" y="2724"/>
                  </a:lnTo>
                  <a:lnTo>
                    <a:pt x="786" y="3845"/>
                  </a:lnTo>
                  <a:lnTo>
                    <a:pt x="1266" y="3380"/>
                  </a:lnTo>
                  <a:lnTo>
                    <a:pt x="1266" y="2532"/>
                  </a:lnTo>
                  <a:lnTo>
                    <a:pt x="658" y="1923"/>
                  </a:lnTo>
                  <a:lnTo>
                    <a:pt x="1266" y="1330"/>
                  </a:lnTo>
                  <a:lnTo>
                    <a:pt x="1266" y="481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6802750" y="3303350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1"/>
                  </a:moveTo>
                  <a:lnTo>
                    <a:pt x="0" y="481"/>
                  </a:lnTo>
                  <a:lnTo>
                    <a:pt x="0" y="1330"/>
                  </a:lnTo>
                  <a:lnTo>
                    <a:pt x="593" y="1923"/>
                  </a:lnTo>
                  <a:lnTo>
                    <a:pt x="0" y="2532"/>
                  </a:lnTo>
                  <a:lnTo>
                    <a:pt x="0" y="3380"/>
                  </a:lnTo>
                  <a:lnTo>
                    <a:pt x="465" y="3845"/>
                  </a:lnTo>
                  <a:lnTo>
                    <a:pt x="465" y="2724"/>
                  </a:lnTo>
                  <a:lnTo>
                    <a:pt x="1266" y="1923"/>
                  </a:lnTo>
                  <a:lnTo>
                    <a:pt x="465" y="1138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6"/>
          <p:cNvSpPr txBox="1"/>
          <p:nvPr>
            <p:ph idx="1" type="subTitle"/>
          </p:nvPr>
        </p:nvSpPr>
        <p:spPr>
          <a:xfrm>
            <a:off x="2077100" y="31993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6" name="Google Shape;536;p6"/>
          <p:cNvSpPr txBox="1"/>
          <p:nvPr>
            <p:ph idx="2" type="subTitle"/>
          </p:nvPr>
        </p:nvSpPr>
        <p:spPr>
          <a:xfrm>
            <a:off x="2077113" y="2701801"/>
            <a:ext cx="20094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537" name="Google Shape;537;p6"/>
          <p:cNvSpPr txBox="1"/>
          <p:nvPr>
            <p:ph idx="3" type="subTitle"/>
          </p:nvPr>
        </p:nvSpPr>
        <p:spPr>
          <a:xfrm>
            <a:off x="5057475" y="31993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8" name="Google Shape;538;p6"/>
          <p:cNvSpPr txBox="1"/>
          <p:nvPr>
            <p:ph idx="4" type="subTitle"/>
          </p:nvPr>
        </p:nvSpPr>
        <p:spPr>
          <a:xfrm>
            <a:off x="5057488" y="2701801"/>
            <a:ext cx="20094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grpSp>
        <p:nvGrpSpPr>
          <p:cNvPr id="539" name="Google Shape;539;p6"/>
          <p:cNvGrpSpPr/>
          <p:nvPr/>
        </p:nvGrpSpPr>
        <p:grpSpPr>
          <a:xfrm>
            <a:off x="-8725" y="3690672"/>
            <a:ext cx="1453281" cy="1452864"/>
            <a:chOff x="5478550" y="2287475"/>
            <a:chExt cx="1390700" cy="1390300"/>
          </a:xfrm>
        </p:grpSpPr>
        <p:sp>
          <p:nvSpPr>
            <p:cNvPr id="540" name="Google Shape;540;p6"/>
            <p:cNvSpPr/>
            <p:nvPr/>
          </p:nvSpPr>
          <p:spPr>
            <a:xfrm>
              <a:off x="6174075" y="2982625"/>
              <a:ext cx="695175" cy="695150"/>
            </a:xfrm>
            <a:custGeom>
              <a:rect b="b" l="l" r="r" t="t"/>
              <a:pathLst>
                <a:path extrusionOk="0" h="27806" w="27807">
                  <a:moveTo>
                    <a:pt x="1" y="0"/>
                  </a:moveTo>
                  <a:lnTo>
                    <a:pt x="1" y="27806"/>
                  </a:lnTo>
                  <a:lnTo>
                    <a:pt x="27806" y="278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6174075" y="2982625"/>
              <a:ext cx="347600" cy="695150"/>
            </a:xfrm>
            <a:custGeom>
              <a:rect b="b" l="l" r="r" t="t"/>
              <a:pathLst>
                <a:path extrusionOk="0" h="27806" w="13904">
                  <a:moveTo>
                    <a:pt x="1" y="0"/>
                  </a:moveTo>
                  <a:lnTo>
                    <a:pt x="1" y="27806"/>
                  </a:lnTo>
                  <a:lnTo>
                    <a:pt x="13903" y="139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5479350" y="2982225"/>
              <a:ext cx="694350" cy="694750"/>
            </a:xfrm>
            <a:custGeom>
              <a:rect b="b" l="l" r="r" t="t"/>
              <a:pathLst>
                <a:path extrusionOk="0" h="27790" w="27774">
                  <a:moveTo>
                    <a:pt x="0" y="0"/>
                  </a:moveTo>
                  <a:lnTo>
                    <a:pt x="0" y="27790"/>
                  </a:lnTo>
                  <a:lnTo>
                    <a:pt x="27774" y="27790"/>
                  </a:lnTo>
                  <a:lnTo>
                    <a:pt x="27774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5479350" y="2982225"/>
              <a:ext cx="347975" cy="348000"/>
            </a:xfrm>
            <a:custGeom>
              <a:rect b="b" l="l" r="r" t="t"/>
              <a:pathLst>
                <a:path extrusionOk="0" h="13920" w="13919">
                  <a:moveTo>
                    <a:pt x="0" y="0"/>
                  </a:moveTo>
                  <a:lnTo>
                    <a:pt x="0" y="13919"/>
                  </a:lnTo>
                  <a:lnTo>
                    <a:pt x="13919" y="13919"/>
                  </a:lnTo>
                  <a:lnTo>
                    <a:pt x="13919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5826100" y="3328975"/>
              <a:ext cx="348000" cy="348400"/>
            </a:xfrm>
            <a:custGeom>
              <a:rect b="b" l="l" r="r" t="t"/>
              <a:pathLst>
                <a:path extrusionOk="0" h="13936" w="13920">
                  <a:moveTo>
                    <a:pt x="1" y="1"/>
                  </a:moveTo>
                  <a:lnTo>
                    <a:pt x="1" y="13936"/>
                  </a:lnTo>
                  <a:lnTo>
                    <a:pt x="13920" y="13936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5479750" y="298262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7" y="433"/>
                  </a:lnTo>
                  <a:lnTo>
                    <a:pt x="9114" y="833"/>
                  </a:lnTo>
                  <a:lnTo>
                    <a:pt x="7881" y="1362"/>
                  </a:lnTo>
                  <a:lnTo>
                    <a:pt x="6695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20" y="4549"/>
                  </a:lnTo>
                  <a:lnTo>
                    <a:pt x="2771" y="5574"/>
                  </a:lnTo>
                  <a:lnTo>
                    <a:pt x="2018" y="6679"/>
                  </a:lnTo>
                  <a:lnTo>
                    <a:pt x="1378" y="7865"/>
                  </a:lnTo>
                  <a:lnTo>
                    <a:pt x="849" y="9114"/>
                  </a:lnTo>
                  <a:lnTo>
                    <a:pt x="433" y="10411"/>
                  </a:lnTo>
                  <a:lnTo>
                    <a:pt x="160" y="11773"/>
                  </a:lnTo>
                  <a:lnTo>
                    <a:pt x="16" y="13182"/>
                  </a:lnTo>
                  <a:lnTo>
                    <a:pt x="0" y="13887"/>
                  </a:lnTo>
                  <a:lnTo>
                    <a:pt x="721" y="13871"/>
                  </a:lnTo>
                  <a:lnTo>
                    <a:pt x="2130" y="13743"/>
                  </a:lnTo>
                  <a:lnTo>
                    <a:pt x="3476" y="13455"/>
                  </a:lnTo>
                  <a:lnTo>
                    <a:pt x="4789" y="13054"/>
                  </a:lnTo>
                  <a:lnTo>
                    <a:pt x="6039" y="12526"/>
                  </a:lnTo>
                  <a:lnTo>
                    <a:pt x="7208" y="11885"/>
                  </a:lnTo>
                  <a:lnTo>
                    <a:pt x="8329" y="11132"/>
                  </a:lnTo>
                  <a:lnTo>
                    <a:pt x="9354" y="10283"/>
                  </a:lnTo>
                  <a:lnTo>
                    <a:pt x="10299" y="9338"/>
                  </a:lnTo>
                  <a:lnTo>
                    <a:pt x="11148" y="8313"/>
                  </a:lnTo>
                  <a:lnTo>
                    <a:pt x="11885" y="7208"/>
                  </a:lnTo>
                  <a:lnTo>
                    <a:pt x="12541" y="6023"/>
                  </a:lnTo>
                  <a:lnTo>
                    <a:pt x="13054" y="4773"/>
                  </a:lnTo>
                  <a:lnTo>
                    <a:pt x="13470" y="3476"/>
                  </a:lnTo>
                  <a:lnTo>
                    <a:pt x="13743" y="2115"/>
                  </a:lnTo>
                  <a:lnTo>
                    <a:pt x="13887" y="721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5479750" y="30386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11661" y="1"/>
                  </a:moveTo>
                  <a:lnTo>
                    <a:pt x="11084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16" y="946"/>
                  </a:lnTo>
                  <a:lnTo>
                    <a:pt x="6807" y="1426"/>
                  </a:lnTo>
                  <a:lnTo>
                    <a:pt x="5846" y="1987"/>
                  </a:lnTo>
                  <a:lnTo>
                    <a:pt x="4949" y="2611"/>
                  </a:lnTo>
                  <a:lnTo>
                    <a:pt x="4117" y="3332"/>
                  </a:lnTo>
                  <a:lnTo>
                    <a:pt x="3332" y="4101"/>
                  </a:lnTo>
                  <a:lnTo>
                    <a:pt x="2627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61" y="7801"/>
                  </a:lnTo>
                  <a:lnTo>
                    <a:pt x="561" y="8858"/>
                  </a:lnTo>
                  <a:lnTo>
                    <a:pt x="272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714" y="11389"/>
                  </a:lnTo>
                  <a:lnTo>
                    <a:pt x="2803" y="11084"/>
                  </a:lnTo>
                  <a:lnTo>
                    <a:pt x="3844" y="10700"/>
                  </a:lnTo>
                  <a:lnTo>
                    <a:pt x="4853" y="10220"/>
                  </a:lnTo>
                  <a:lnTo>
                    <a:pt x="5814" y="9675"/>
                  </a:lnTo>
                  <a:lnTo>
                    <a:pt x="6711" y="9034"/>
                  </a:lnTo>
                  <a:lnTo>
                    <a:pt x="7560" y="8330"/>
                  </a:lnTo>
                  <a:lnTo>
                    <a:pt x="8329" y="7545"/>
                  </a:lnTo>
                  <a:lnTo>
                    <a:pt x="9034" y="6696"/>
                  </a:lnTo>
                  <a:lnTo>
                    <a:pt x="9674" y="5799"/>
                  </a:lnTo>
                  <a:lnTo>
                    <a:pt x="10235" y="4854"/>
                  </a:lnTo>
                  <a:lnTo>
                    <a:pt x="10716" y="3845"/>
                  </a:lnTo>
                  <a:lnTo>
                    <a:pt x="11100" y="2788"/>
                  </a:lnTo>
                  <a:lnTo>
                    <a:pt x="11404" y="1698"/>
                  </a:lnTo>
                  <a:lnTo>
                    <a:pt x="11596" y="577"/>
                  </a:lnTo>
                  <a:lnTo>
                    <a:pt x="1166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826500" y="298302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" y="0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4" y="4773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6" y="8313"/>
                  </a:lnTo>
                  <a:lnTo>
                    <a:pt x="3605" y="9338"/>
                  </a:lnTo>
                  <a:lnTo>
                    <a:pt x="4550" y="10283"/>
                  </a:lnTo>
                  <a:lnTo>
                    <a:pt x="5575" y="11132"/>
                  </a:lnTo>
                  <a:lnTo>
                    <a:pt x="6680" y="11885"/>
                  </a:lnTo>
                  <a:lnTo>
                    <a:pt x="7865" y="12526"/>
                  </a:lnTo>
                  <a:lnTo>
                    <a:pt x="9115" y="13054"/>
                  </a:lnTo>
                  <a:lnTo>
                    <a:pt x="10412" y="13455"/>
                  </a:lnTo>
                  <a:lnTo>
                    <a:pt x="11773" y="13727"/>
                  </a:lnTo>
                  <a:lnTo>
                    <a:pt x="13167" y="13871"/>
                  </a:lnTo>
                  <a:lnTo>
                    <a:pt x="13888" y="13887"/>
                  </a:lnTo>
                  <a:lnTo>
                    <a:pt x="13872" y="13166"/>
                  </a:lnTo>
                  <a:lnTo>
                    <a:pt x="13743" y="11773"/>
                  </a:lnTo>
                  <a:lnTo>
                    <a:pt x="13455" y="10411"/>
                  </a:lnTo>
                  <a:lnTo>
                    <a:pt x="13055" y="9114"/>
                  </a:lnTo>
                  <a:lnTo>
                    <a:pt x="12526" y="7865"/>
                  </a:lnTo>
                  <a:lnTo>
                    <a:pt x="11885" y="6679"/>
                  </a:lnTo>
                  <a:lnTo>
                    <a:pt x="11133" y="5574"/>
                  </a:lnTo>
                  <a:lnTo>
                    <a:pt x="10284" y="4549"/>
                  </a:lnTo>
                  <a:lnTo>
                    <a:pt x="9339" y="3604"/>
                  </a:lnTo>
                  <a:lnTo>
                    <a:pt x="8314" y="2755"/>
                  </a:lnTo>
                  <a:lnTo>
                    <a:pt x="7209" y="2002"/>
                  </a:lnTo>
                  <a:lnTo>
                    <a:pt x="6023" y="1362"/>
                  </a:lnTo>
                  <a:lnTo>
                    <a:pt x="4774" y="833"/>
                  </a:lnTo>
                  <a:lnTo>
                    <a:pt x="3477" y="433"/>
                  </a:lnTo>
                  <a:lnTo>
                    <a:pt x="2115" y="160"/>
                  </a:lnTo>
                  <a:lnTo>
                    <a:pt x="722" y="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5882575" y="30390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0" y="1"/>
                  </a:moveTo>
                  <a:lnTo>
                    <a:pt x="64" y="577"/>
                  </a:lnTo>
                  <a:lnTo>
                    <a:pt x="257" y="1698"/>
                  </a:lnTo>
                  <a:lnTo>
                    <a:pt x="561" y="2788"/>
                  </a:lnTo>
                  <a:lnTo>
                    <a:pt x="945" y="3845"/>
                  </a:lnTo>
                  <a:lnTo>
                    <a:pt x="1426" y="4854"/>
                  </a:lnTo>
                  <a:lnTo>
                    <a:pt x="1986" y="5799"/>
                  </a:lnTo>
                  <a:lnTo>
                    <a:pt x="2611" y="6696"/>
                  </a:lnTo>
                  <a:lnTo>
                    <a:pt x="3332" y="7545"/>
                  </a:lnTo>
                  <a:lnTo>
                    <a:pt x="4101" y="8314"/>
                  </a:lnTo>
                  <a:lnTo>
                    <a:pt x="4950" y="9034"/>
                  </a:lnTo>
                  <a:lnTo>
                    <a:pt x="5846" y="9659"/>
                  </a:lnTo>
                  <a:lnTo>
                    <a:pt x="6791" y="10220"/>
                  </a:lnTo>
                  <a:lnTo>
                    <a:pt x="7801" y="10700"/>
                  </a:lnTo>
                  <a:lnTo>
                    <a:pt x="8858" y="11084"/>
                  </a:lnTo>
                  <a:lnTo>
                    <a:pt x="9947" y="11389"/>
                  </a:lnTo>
                  <a:lnTo>
                    <a:pt x="11068" y="11581"/>
                  </a:lnTo>
                  <a:lnTo>
                    <a:pt x="11645" y="11645"/>
                  </a:lnTo>
                  <a:lnTo>
                    <a:pt x="11597" y="11068"/>
                  </a:lnTo>
                  <a:lnTo>
                    <a:pt x="11388" y="9947"/>
                  </a:lnTo>
                  <a:lnTo>
                    <a:pt x="11084" y="8858"/>
                  </a:lnTo>
                  <a:lnTo>
                    <a:pt x="10700" y="7801"/>
                  </a:lnTo>
                  <a:lnTo>
                    <a:pt x="10219" y="6792"/>
                  </a:lnTo>
                  <a:lnTo>
                    <a:pt x="9658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44" y="3332"/>
                  </a:lnTo>
                  <a:lnTo>
                    <a:pt x="6695" y="2611"/>
                  </a:lnTo>
                  <a:lnTo>
                    <a:pt x="5798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787" y="561"/>
                  </a:lnTo>
                  <a:lnTo>
                    <a:pt x="1698" y="257"/>
                  </a:lnTo>
                  <a:lnTo>
                    <a:pt x="577" y="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5826500" y="3323375"/>
              <a:ext cx="347200" cy="347200"/>
            </a:xfrm>
            <a:custGeom>
              <a:rect b="b" l="l" r="r" t="t"/>
              <a:pathLst>
                <a:path extrusionOk="0" h="13888" w="13888">
                  <a:moveTo>
                    <a:pt x="13888" y="1"/>
                  </a:moveTo>
                  <a:lnTo>
                    <a:pt x="13167" y="17"/>
                  </a:lnTo>
                  <a:lnTo>
                    <a:pt x="11773" y="161"/>
                  </a:lnTo>
                  <a:lnTo>
                    <a:pt x="10412" y="433"/>
                  </a:lnTo>
                  <a:lnTo>
                    <a:pt x="9115" y="834"/>
                  </a:lnTo>
                  <a:lnTo>
                    <a:pt x="7865" y="1362"/>
                  </a:lnTo>
                  <a:lnTo>
                    <a:pt x="6680" y="2003"/>
                  </a:lnTo>
                  <a:lnTo>
                    <a:pt x="5575" y="2756"/>
                  </a:lnTo>
                  <a:lnTo>
                    <a:pt x="4550" y="3605"/>
                  </a:lnTo>
                  <a:lnTo>
                    <a:pt x="3605" y="4550"/>
                  </a:lnTo>
                  <a:lnTo>
                    <a:pt x="2756" y="5575"/>
                  </a:lnTo>
                  <a:lnTo>
                    <a:pt x="2003" y="6680"/>
                  </a:lnTo>
                  <a:lnTo>
                    <a:pt x="1362" y="7865"/>
                  </a:lnTo>
                  <a:lnTo>
                    <a:pt x="834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83"/>
                  </a:lnTo>
                  <a:lnTo>
                    <a:pt x="1" y="13887"/>
                  </a:lnTo>
                  <a:lnTo>
                    <a:pt x="722" y="13887"/>
                  </a:lnTo>
                  <a:lnTo>
                    <a:pt x="2115" y="13743"/>
                  </a:lnTo>
                  <a:lnTo>
                    <a:pt x="3477" y="13455"/>
                  </a:lnTo>
                  <a:lnTo>
                    <a:pt x="4774" y="13055"/>
                  </a:lnTo>
                  <a:lnTo>
                    <a:pt x="6023" y="12526"/>
                  </a:lnTo>
                  <a:lnTo>
                    <a:pt x="7209" y="11885"/>
                  </a:lnTo>
                  <a:lnTo>
                    <a:pt x="8314" y="11133"/>
                  </a:lnTo>
                  <a:lnTo>
                    <a:pt x="9339" y="10284"/>
                  </a:lnTo>
                  <a:lnTo>
                    <a:pt x="10284" y="9339"/>
                  </a:lnTo>
                  <a:lnTo>
                    <a:pt x="11133" y="8314"/>
                  </a:lnTo>
                  <a:lnTo>
                    <a:pt x="11885" y="7208"/>
                  </a:lnTo>
                  <a:lnTo>
                    <a:pt x="12526" y="6023"/>
                  </a:lnTo>
                  <a:lnTo>
                    <a:pt x="13055" y="4774"/>
                  </a:lnTo>
                  <a:lnTo>
                    <a:pt x="13455" y="3476"/>
                  </a:lnTo>
                  <a:lnTo>
                    <a:pt x="13743" y="2115"/>
                  </a:lnTo>
                  <a:lnTo>
                    <a:pt x="13872" y="722"/>
                  </a:lnTo>
                  <a:lnTo>
                    <a:pt x="13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5882575" y="3323375"/>
              <a:ext cx="291125" cy="291150"/>
            </a:xfrm>
            <a:custGeom>
              <a:rect b="b" l="l" r="r" t="t"/>
              <a:pathLst>
                <a:path extrusionOk="0" h="11646" w="11645">
                  <a:moveTo>
                    <a:pt x="11645" y="1"/>
                  </a:moveTo>
                  <a:lnTo>
                    <a:pt x="11068" y="65"/>
                  </a:lnTo>
                  <a:lnTo>
                    <a:pt x="9947" y="257"/>
                  </a:lnTo>
                  <a:lnTo>
                    <a:pt x="8858" y="561"/>
                  </a:lnTo>
                  <a:lnTo>
                    <a:pt x="7801" y="946"/>
                  </a:lnTo>
                  <a:lnTo>
                    <a:pt x="6791" y="1426"/>
                  </a:lnTo>
                  <a:lnTo>
                    <a:pt x="5846" y="1987"/>
                  </a:lnTo>
                  <a:lnTo>
                    <a:pt x="4950" y="2628"/>
                  </a:lnTo>
                  <a:lnTo>
                    <a:pt x="4101" y="3332"/>
                  </a:lnTo>
                  <a:lnTo>
                    <a:pt x="3332" y="4101"/>
                  </a:lnTo>
                  <a:lnTo>
                    <a:pt x="2611" y="4950"/>
                  </a:lnTo>
                  <a:lnTo>
                    <a:pt x="1986" y="5847"/>
                  </a:lnTo>
                  <a:lnTo>
                    <a:pt x="1426" y="6808"/>
                  </a:lnTo>
                  <a:lnTo>
                    <a:pt x="945" y="7801"/>
                  </a:lnTo>
                  <a:lnTo>
                    <a:pt x="561" y="8858"/>
                  </a:lnTo>
                  <a:lnTo>
                    <a:pt x="257" y="9947"/>
                  </a:lnTo>
                  <a:lnTo>
                    <a:pt x="64" y="11068"/>
                  </a:lnTo>
                  <a:lnTo>
                    <a:pt x="0" y="11645"/>
                  </a:lnTo>
                  <a:lnTo>
                    <a:pt x="577" y="11597"/>
                  </a:lnTo>
                  <a:lnTo>
                    <a:pt x="1698" y="11389"/>
                  </a:lnTo>
                  <a:lnTo>
                    <a:pt x="2787" y="11101"/>
                  </a:lnTo>
                  <a:lnTo>
                    <a:pt x="3844" y="10700"/>
                  </a:lnTo>
                  <a:lnTo>
                    <a:pt x="4853" y="10236"/>
                  </a:lnTo>
                  <a:lnTo>
                    <a:pt x="5798" y="9675"/>
                  </a:lnTo>
                  <a:lnTo>
                    <a:pt x="6695" y="9034"/>
                  </a:lnTo>
                  <a:lnTo>
                    <a:pt x="7544" y="8330"/>
                  </a:lnTo>
                  <a:lnTo>
                    <a:pt x="8329" y="7545"/>
                  </a:lnTo>
                  <a:lnTo>
                    <a:pt x="9034" y="6712"/>
                  </a:lnTo>
                  <a:lnTo>
                    <a:pt x="9658" y="5799"/>
                  </a:lnTo>
                  <a:lnTo>
                    <a:pt x="10219" y="4854"/>
                  </a:lnTo>
                  <a:lnTo>
                    <a:pt x="10700" y="3845"/>
                  </a:lnTo>
                  <a:lnTo>
                    <a:pt x="11084" y="2788"/>
                  </a:lnTo>
                  <a:lnTo>
                    <a:pt x="11388" y="1699"/>
                  </a:lnTo>
                  <a:lnTo>
                    <a:pt x="11597" y="577"/>
                  </a:lnTo>
                  <a:lnTo>
                    <a:pt x="1164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5479750" y="3322975"/>
              <a:ext cx="347575" cy="347200"/>
            </a:xfrm>
            <a:custGeom>
              <a:rect b="b" l="l" r="r" t="t"/>
              <a:pathLst>
                <a:path extrusionOk="0" h="13888" w="13903">
                  <a:moveTo>
                    <a:pt x="0" y="1"/>
                  </a:moveTo>
                  <a:lnTo>
                    <a:pt x="16" y="721"/>
                  </a:lnTo>
                  <a:lnTo>
                    <a:pt x="160" y="2115"/>
                  </a:lnTo>
                  <a:lnTo>
                    <a:pt x="433" y="3476"/>
                  </a:lnTo>
                  <a:lnTo>
                    <a:pt x="849" y="4790"/>
                  </a:lnTo>
                  <a:lnTo>
                    <a:pt x="1378" y="6023"/>
                  </a:lnTo>
                  <a:lnTo>
                    <a:pt x="2018" y="7208"/>
                  </a:lnTo>
                  <a:lnTo>
                    <a:pt x="2771" y="8314"/>
                  </a:lnTo>
                  <a:lnTo>
                    <a:pt x="3620" y="9355"/>
                  </a:lnTo>
                  <a:lnTo>
                    <a:pt x="4549" y="10284"/>
                  </a:lnTo>
                  <a:lnTo>
                    <a:pt x="5590" y="11133"/>
                  </a:lnTo>
                  <a:lnTo>
                    <a:pt x="6695" y="11885"/>
                  </a:lnTo>
                  <a:lnTo>
                    <a:pt x="7881" y="12526"/>
                  </a:lnTo>
                  <a:lnTo>
                    <a:pt x="9114" y="13055"/>
                  </a:lnTo>
                  <a:lnTo>
                    <a:pt x="10427" y="13455"/>
                  </a:lnTo>
                  <a:lnTo>
                    <a:pt x="11789" y="13743"/>
                  </a:lnTo>
                  <a:lnTo>
                    <a:pt x="13182" y="13887"/>
                  </a:lnTo>
                  <a:lnTo>
                    <a:pt x="13903" y="13887"/>
                  </a:lnTo>
                  <a:lnTo>
                    <a:pt x="13887" y="13183"/>
                  </a:lnTo>
                  <a:lnTo>
                    <a:pt x="13743" y="11773"/>
                  </a:lnTo>
                  <a:lnTo>
                    <a:pt x="13470" y="10428"/>
                  </a:lnTo>
                  <a:lnTo>
                    <a:pt x="13054" y="9114"/>
                  </a:lnTo>
                  <a:lnTo>
                    <a:pt x="12541" y="7865"/>
                  </a:lnTo>
                  <a:lnTo>
                    <a:pt x="11885" y="6696"/>
                  </a:lnTo>
                  <a:lnTo>
                    <a:pt x="11148" y="5575"/>
                  </a:lnTo>
                  <a:lnTo>
                    <a:pt x="10299" y="4550"/>
                  </a:lnTo>
                  <a:lnTo>
                    <a:pt x="9354" y="3605"/>
                  </a:lnTo>
                  <a:lnTo>
                    <a:pt x="8329" y="2756"/>
                  </a:lnTo>
                  <a:lnTo>
                    <a:pt x="7208" y="2003"/>
                  </a:lnTo>
                  <a:lnTo>
                    <a:pt x="6039" y="1362"/>
                  </a:lnTo>
                  <a:lnTo>
                    <a:pt x="4789" y="834"/>
                  </a:lnTo>
                  <a:lnTo>
                    <a:pt x="3476" y="433"/>
                  </a:lnTo>
                  <a:lnTo>
                    <a:pt x="2130" y="161"/>
                  </a:lnTo>
                  <a:lnTo>
                    <a:pt x="721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5479750" y="3322975"/>
              <a:ext cx="291525" cy="291150"/>
            </a:xfrm>
            <a:custGeom>
              <a:rect b="b" l="l" r="r" t="t"/>
              <a:pathLst>
                <a:path extrusionOk="0" h="11646" w="11661">
                  <a:moveTo>
                    <a:pt x="0" y="1"/>
                  </a:moveTo>
                  <a:lnTo>
                    <a:pt x="64" y="577"/>
                  </a:lnTo>
                  <a:lnTo>
                    <a:pt x="272" y="1715"/>
                  </a:lnTo>
                  <a:lnTo>
                    <a:pt x="561" y="2804"/>
                  </a:lnTo>
                  <a:lnTo>
                    <a:pt x="961" y="3845"/>
                  </a:lnTo>
                  <a:lnTo>
                    <a:pt x="1426" y="4854"/>
                  </a:lnTo>
                  <a:lnTo>
                    <a:pt x="1986" y="5815"/>
                  </a:lnTo>
                  <a:lnTo>
                    <a:pt x="2627" y="6712"/>
                  </a:lnTo>
                  <a:lnTo>
                    <a:pt x="3332" y="7545"/>
                  </a:lnTo>
                  <a:lnTo>
                    <a:pt x="4117" y="8330"/>
                  </a:lnTo>
                  <a:lnTo>
                    <a:pt x="4949" y="9034"/>
                  </a:lnTo>
                  <a:lnTo>
                    <a:pt x="5846" y="9675"/>
                  </a:lnTo>
                  <a:lnTo>
                    <a:pt x="6807" y="10236"/>
                  </a:lnTo>
                  <a:lnTo>
                    <a:pt x="7816" y="10700"/>
                  </a:lnTo>
                  <a:lnTo>
                    <a:pt x="8858" y="11100"/>
                  </a:lnTo>
                  <a:lnTo>
                    <a:pt x="9947" y="11389"/>
                  </a:lnTo>
                  <a:lnTo>
                    <a:pt x="11084" y="11597"/>
                  </a:lnTo>
                  <a:lnTo>
                    <a:pt x="11661" y="11645"/>
                  </a:lnTo>
                  <a:lnTo>
                    <a:pt x="11661" y="11645"/>
                  </a:lnTo>
                  <a:lnTo>
                    <a:pt x="11596" y="11068"/>
                  </a:lnTo>
                  <a:lnTo>
                    <a:pt x="11404" y="9947"/>
                  </a:lnTo>
                  <a:lnTo>
                    <a:pt x="11100" y="8858"/>
                  </a:lnTo>
                  <a:lnTo>
                    <a:pt x="10716" y="7801"/>
                  </a:lnTo>
                  <a:lnTo>
                    <a:pt x="10235" y="6808"/>
                  </a:lnTo>
                  <a:lnTo>
                    <a:pt x="9674" y="5847"/>
                  </a:lnTo>
                  <a:lnTo>
                    <a:pt x="9034" y="4950"/>
                  </a:lnTo>
                  <a:lnTo>
                    <a:pt x="8329" y="4101"/>
                  </a:lnTo>
                  <a:lnTo>
                    <a:pt x="7560" y="3332"/>
                  </a:lnTo>
                  <a:lnTo>
                    <a:pt x="6711" y="2628"/>
                  </a:lnTo>
                  <a:lnTo>
                    <a:pt x="5814" y="1987"/>
                  </a:lnTo>
                  <a:lnTo>
                    <a:pt x="4853" y="1426"/>
                  </a:lnTo>
                  <a:lnTo>
                    <a:pt x="3844" y="946"/>
                  </a:lnTo>
                  <a:lnTo>
                    <a:pt x="2803" y="561"/>
                  </a:lnTo>
                  <a:lnTo>
                    <a:pt x="1714" y="257"/>
                  </a:lnTo>
                  <a:lnTo>
                    <a:pt x="577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5478550" y="2287475"/>
              <a:ext cx="695150" cy="694775"/>
            </a:xfrm>
            <a:custGeom>
              <a:rect b="b" l="l" r="r" t="t"/>
              <a:pathLst>
                <a:path extrusionOk="0" h="27791" w="27806">
                  <a:moveTo>
                    <a:pt x="0" y="1"/>
                  </a:moveTo>
                  <a:lnTo>
                    <a:pt x="0" y="27790"/>
                  </a:lnTo>
                  <a:lnTo>
                    <a:pt x="27806" y="27790"/>
                  </a:lnTo>
                  <a:lnTo>
                    <a:pt x="27774" y="26365"/>
                  </a:lnTo>
                  <a:lnTo>
                    <a:pt x="27485" y="23562"/>
                  </a:lnTo>
                  <a:lnTo>
                    <a:pt x="26941" y="20839"/>
                  </a:lnTo>
                  <a:lnTo>
                    <a:pt x="26124" y="18228"/>
                  </a:lnTo>
                  <a:lnTo>
                    <a:pt x="25067" y="15730"/>
                  </a:lnTo>
                  <a:lnTo>
                    <a:pt x="23785" y="13375"/>
                  </a:lnTo>
                  <a:lnTo>
                    <a:pt x="22296" y="11149"/>
                  </a:lnTo>
                  <a:lnTo>
                    <a:pt x="20582" y="9098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5478550" y="2287475"/>
              <a:ext cx="491325" cy="694775"/>
            </a:xfrm>
            <a:custGeom>
              <a:rect b="b" l="l" r="r" t="t"/>
              <a:pathLst>
                <a:path extrusionOk="0" h="27791" w="19653">
                  <a:moveTo>
                    <a:pt x="0" y="1"/>
                  </a:moveTo>
                  <a:lnTo>
                    <a:pt x="0" y="27790"/>
                  </a:lnTo>
                  <a:lnTo>
                    <a:pt x="19653" y="8137"/>
                  </a:lnTo>
                  <a:lnTo>
                    <a:pt x="18708" y="7208"/>
                  </a:lnTo>
                  <a:lnTo>
                    <a:pt x="16642" y="5511"/>
                  </a:lnTo>
                  <a:lnTo>
                    <a:pt x="14431" y="4005"/>
                  </a:lnTo>
                  <a:lnTo>
                    <a:pt x="12061" y="2724"/>
                  </a:lnTo>
                  <a:lnTo>
                    <a:pt x="9562" y="1667"/>
                  </a:lnTo>
                  <a:lnTo>
                    <a:pt x="6952" y="866"/>
                  </a:lnTo>
                  <a:lnTo>
                    <a:pt x="4245" y="305"/>
                  </a:lnTo>
                  <a:lnTo>
                    <a:pt x="1442" y="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5777250" y="2682700"/>
              <a:ext cx="72900" cy="73300"/>
            </a:xfrm>
            <a:custGeom>
              <a:rect b="b" l="l" r="r" t="t"/>
              <a:pathLst>
                <a:path extrusionOk="0" h="2932" w="2916">
                  <a:moveTo>
                    <a:pt x="1" y="1"/>
                  </a:moveTo>
                  <a:lnTo>
                    <a:pt x="1" y="2932"/>
                  </a:lnTo>
                  <a:lnTo>
                    <a:pt x="145" y="2772"/>
                  </a:lnTo>
                  <a:lnTo>
                    <a:pt x="369" y="2435"/>
                  </a:lnTo>
                  <a:lnTo>
                    <a:pt x="513" y="2051"/>
                  </a:lnTo>
                  <a:lnTo>
                    <a:pt x="593" y="1666"/>
                  </a:lnTo>
                  <a:lnTo>
                    <a:pt x="593" y="1458"/>
                  </a:lnTo>
                  <a:lnTo>
                    <a:pt x="738" y="1602"/>
                  </a:lnTo>
                  <a:lnTo>
                    <a:pt x="1074" y="1827"/>
                  </a:lnTo>
                  <a:lnTo>
                    <a:pt x="1442" y="1987"/>
                  </a:lnTo>
                  <a:lnTo>
                    <a:pt x="1843" y="2067"/>
                  </a:lnTo>
                  <a:lnTo>
                    <a:pt x="2051" y="2067"/>
                  </a:lnTo>
                  <a:lnTo>
                    <a:pt x="2051" y="1859"/>
                  </a:lnTo>
                  <a:lnTo>
                    <a:pt x="1971" y="1458"/>
                  </a:lnTo>
                  <a:lnTo>
                    <a:pt x="1811" y="1090"/>
                  </a:lnTo>
                  <a:lnTo>
                    <a:pt x="1586" y="753"/>
                  </a:lnTo>
                  <a:lnTo>
                    <a:pt x="1458" y="609"/>
                  </a:lnTo>
                  <a:lnTo>
                    <a:pt x="1651" y="609"/>
                  </a:lnTo>
                  <a:lnTo>
                    <a:pt x="2035" y="529"/>
                  </a:lnTo>
                  <a:lnTo>
                    <a:pt x="2419" y="385"/>
                  </a:lnTo>
                  <a:lnTo>
                    <a:pt x="2756" y="145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5704375" y="2609825"/>
              <a:ext cx="72900" cy="72900"/>
            </a:xfrm>
            <a:custGeom>
              <a:rect b="b" l="l" r="r" t="t"/>
              <a:pathLst>
                <a:path extrusionOk="0" h="2916" w="2916">
                  <a:moveTo>
                    <a:pt x="2916" y="1"/>
                  </a:moveTo>
                  <a:lnTo>
                    <a:pt x="2772" y="161"/>
                  </a:lnTo>
                  <a:lnTo>
                    <a:pt x="2531" y="497"/>
                  </a:lnTo>
                  <a:lnTo>
                    <a:pt x="2387" y="865"/>
                  </a:lnTo>
                  <a:lnTo>
                    <a:pt x="2307" y="1266"/>
                  </a:lnTo>
                  <a:lnTo>
                    <a:pt x="2307" y="1458"/>
                  </a:lnTo>
                  <a:lnTo>
                    <a:pt x="2163" y="1330"/>
                  </a:lnTo>
                  <a:lnTo>
                    <a:pt x="1827" y="1106"/>
                  </a:lnTo>
                  <a:lnTo>
                    <a:pt x="1458" y="946"/>
                  </a:lnTo>
                  <a:lnTo>
                    <a:pt x="1058" y="865"/>
                  </a:lnTo>
                  <a:lnTo>
                    <a:pt x="850" y="849"/>
                  </a:lnTo>
                  <a:lnTo>
                    <a:pt x="850" y="1074"/>
                  </a:lnTo>
                  <a:lnTo>
                    <a:pt x="930" y="1474"/>
                  </a:lnTo>
                  <a:lnTo>
                    <a:pt x="1090" y="1842"/>
                  </a:lnTo>
                  <a:lnTo>
                    <a:pt x="1314" y="2179"/>
                  </a:lnTo>
                  <a:lnTo>
                    <a:pt x="1442" y="2323"/>
                  </a:lnTo>
                  <a:lnTo>
                    <a:pt x="1250" y="2323"/>
                  </a:lnTo>
                  <a:lnTo>
                    <a:pt x="866" y="2403"/>
                  </a:lnTo>
                  <a:lnTo>
                    <a:pt x="497" y="2547"/>
                  </a:lnTo>
                  <a:lnTo>
                    <a:pt x="145" y="2771"/>
                  </a:lnTo>
                  <a:lnTo>
                    <a:pt x="1" y="2916"/>
                  </a:lnTo>
                  <a:lnTo>
                    <a:pt x="2916" y="291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5703975" y="26827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1" y="1"/>
                  </a:moveTo>
                  <a:lnTo>
                    <a:pt x="161" y="145"/>
                  </a:lnTo>
                  <a:lnTo>
                    <a:pt x="497" y="385"/>
                  </a:lnTo>
                  <a:lnTo>
                    <a:pt x="882" y="529"/>
                  </a:lnTo>
                  <a:lnTo>
                    <a:pt x="1266" y="609"/>
                  </a:lnTo>
                  <a:lnTo>
                    <a:pt x="1458" y="609"/>
                  </a:lnTo>
                  <a:lnTo>
                    <a:pt x="1330" y="753"/>
                  </a:lnTo>
                  <a:lnTo>
                    <a:pt x="1106" y="1090"/>
                  </a:lnTo>
                  <a:lnTo>
                    <a:pt x="946" y="1458"/>
                  </a:lnTo>
                  <a:lnTo>
                    <a:pt x="866" y="1859"/>
                  </a:lnTo>
                  <a:lnTo>
                    <a:pt x="866" y="2067"/>
                  </a:lnTo>
                  <a:lnTo>
                    <a:pt x="1074" y="2067"/>
                  </a:lnTo>
                  <a:lnTo>
                    <a:pt x="1474" y="1987"/>
                  </a:lnTo>
                  <a:lnTo>
                    <a:pt x="1843" y="1827"/>
                  </a:lnTo>
                  <a:lnTo>
                    <a:pt x="2179" y="1602"/>
                  </a:lnTo>
                  <a:lnTo>
                    <a:pt x="2323" y="1458"/>
                  </a:lnTo>
                  <a:lnTo>
                    <a:pt x="2323" y="1666"/>
                  </a:lnTo>
                  <a:lnTo>
                    <a:pt x="2403" y="2051"/>
                  </a:lnTo>
                  <a:lnTo>
                    <a:pt x="2547" y="2435"/>
                  </a:lnTo>
                  <a:lnTo>
                    <a:pt x="2788" y="2772"/>
                  </a:lnTo>
                  <a:lnTo>
                    <a:pt x="2932" y="2932"/>
                  </a:lnTo>
                  <a:lnTo>
                    <a:pt x="293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5777250" y="2609825"/>
              <a:ext cx="72500" cy="72900"/>
            </a:xfrm>
            <a:custGeom>
              <a:rect b="b" l="l" r="r" t="t"/>
              <a:pathLst>
                <a:path extrusionOk="0" h="2916" w="2900">
                  <a:moveTo>
                    <a:pt x="1" y="1"/>
                  </a:moveTo>
                  <a:lnTo>
                    <a:pt x="1" y="2916"/>
                  </a:lnTo>
                  <a:lnTo>
                    <a:pt x="2900" y="2916"/>
                  </a:lnTo>
                  <a:lnTo>
                    <a:pt x="2756" y="2771"/>
                  </a:lnTo>
                  <a:lnTo>
                    <a:pt x="2403" y="2547"/>
                  </a:lnTo>
                  <a:lnTo>
                    <a:pt x="2035" y="2403"/>
                  </a:lnTo>
                  <a:lnTo>
                    <a:pt x="1651" y="2323"/>
                  </a:lnTo>
                  <a:lnTo>
                    <a:pt x="1458" y="2323"/>
                  </a:lnTo>
                  <a:lnTo>
                    <a:pt x="1586" y="2179"/>
                  </a:lnTo>
                  <a:lnTo>
                    <a:pt x="1811" y="1842"/>
                  </a:lnTo>
                  <a:lnTo>
                    <a:pt x="1971" y="1474"/>
                  </a:lnTo>
                  <a:lnTo>
                    <a:pt x="2051" y="1074"/>
                  </a:lnTo>
                  <a:lnTo>
                    <a:pt x="2051" y="849"/>
                  </a:lnTo>
                  <a:lnTo>
                    <a:pt x="1843" y="865"/>
                  </a:lnTo>
                  <a:lnTo>
                    <a:pt x="1442" y="946"/>
                  </a:lnTo>
                  <a:lnTo>
                    <a:pt x="1074" y="1106"/>
                  </a:lnTo>
                  <a:lnTo>
                    <a:pt x="738" y="1330"/>
                  </a:lnTo>
                  <a:lnTo>
                    <a:pt x="593" y="1458"/>
                  </a:lnTo>
                  <a:lnTo>
                    <a:pt x="593" y="1266"/>
                  </a:lnTo>
                  <a:lnTo>
                    <a:pt x="513" y="865"/>
                  </a:lnTo>
                  <a:lnTo>
                    <a:pt x="369" y="497"/>
                  </a:lnTo>
                  <a:lnTo>
                    <a:pt x="145" y="1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5630700" y="253655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5863" y="0"/>
                  </a:moveTo>
                  <a:lnTo>
                    <a:pt x="4149" y="1714"/>
                  </a:lnTo>
                  <a:lnTo>
                    <a:pt x="1714" y="1714"/>
                  </a:lnTo>
                  <a:lnTo>
                    <a:pt x="1714" y="4133"/>
                  </a:lnTo>
                  <a:lnTo>
                    <a:pt x="1" y="5847"/>
                  </a:lnTo>
                  <a:lnTo>
                    <a:pt x="1442" y="5847"/>
                  </a:lnTo>
                  <a:lnTo>
                    <a:pt x="2740" y="4549"/>
                  </a:lnTo>
                  <a:lnTo>
                    <a:pt x="2740" y="2723"/>
                  </a:lnTo>
                  <a:lnTo>
                    <a:pt x="4565" y="2723"/>
                  </a:lnTo>
                  <a:lnTo>
                    <a:pt x="5863" y="1442"/>
                  </a:lnTo>
                  <a:lnTo>
                    <a:pt x="5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5777250" y="268270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4405" y="1"/>
                  </a:moveTo>
                  <a:lnTo>
                    <a:pt x="3108" y="1298"/>
                  </a:lnTo>
                  <a:lnTo>
                    <a:pt x="3108" y="3124"/>
                  </a:lnTo>
                  <a:lnTo>
                    <a:pt x="1282" y="3124"/>
                  </a:lnTo>
                  <a:lnTo>
                    <a:pt x="1" y="4405"/>
                  </a:lnTo>
                  <a:lnTo>
                    <a:pt x="1" y="5847"/>
                  </a:lnTo>
                  <a:lnTo>
                    <a:pt x="1715" y="4133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5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5630700" y="2682700"/>
              <a:ext cx="146575" cy="146175"/>
            </a:xfrm>
            <a:custGeom>
              <a:rect b="b" l="l" r="r" t="t"/>
              <a:pathLst>
                <a:path extrusionOk="0" h="5847" w="5863">
                  <a:moveTo>
                    <a:pt x="1" y="1"/>
                  </a:moveTo>
                  <a:lnTo>
                    <a:pt x="1714" y="1714"/>
                  </a:lnTo>
                  <a:lnTo>
                    <a:pt x="1714" y="4133"/>
                  </a:lnTo>
                  <a:lnTo>
                    <a:pt x="4149" y="4133"/>
                  </a:lnTo>
                  <a:lnTo>
                    <a:pt x="5863" y="5847"/>
                  </a:lnTo>
                  <a:lnTo>
                    <a:pt x="5863" y="4405"/>
                  </a:lnTo>
                  <a:lnTo>
                    <a:pt x="4565" y="3124"/>
                  </a:lnTo>
                  <a:lnTo>
                    <a:pt x="2740" y="3124"/>
                  </a:lnTo>
                  <a:lnTo>
                    <a:pt x="2740" y="1298"/>
                  </a:lnTo>
                  <a:lnTo>
                    <a:pt x="14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5777250" y="2536550"/>
              <a:ext cx="146175" cy="146175"/>
            </a:xfrm>
            <a:custGeom>
              <a:rect b="b" l="l" r="r" t="t"/>
              <a:pathLst>
                <a:path extrusionOk="0" h="5847" w="5847">
                  <a:moveTo>
                    <a:pt x="1" y="0"/>
                  </a:moveTo>
                  <a:lnTo>
                    <a:pt x="1" y="1442"/>
                  </a:lnTo>
                  <a:lnTo>
                    <a:pt x="1282" y="2723"/>
                  </a:lnTo>
                  <a:lnTo>
                    <a:pt x="3108" y="2723"/>
                  </a:lnTo>
                  <a:lnTo>
                    <a:pt x="3108" y="4549"/>
                  </a:lnTo>
                  <a:lnTo>
                    <a:pt x="4405" y="5847"/>
                  </a:lnTo>
                  <a:lnTo>
                    <a:pt x="5847" y="5847"/>
                  </a:lnTo>
                  <a:lnTo>
                    <a:pt x="4133" y="4133"/>
                  </a:lnTo>
                  <a:lnTo>
                    <a:pt x="4133" y="1714"/>
                  </a:lnTo>
                  <a:lnTo>
                    <a:pt x="1715" y="17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64968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6496425" y="30819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6461575" y="30707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0"/>
                  </a:moveTo>
                  <a:lnTo>
                    <a:pt x="1" y="961"/>
                  </a:lnTo>
                  <a:lnTo>
                    <a:pt x="193" y="945"/>
                  </a:lnTo>
                  <a:lnTo>
                    <a:pt x="545" y="801"/>
                  </a:lnTo>
                  <a:lnTo>
                    <a:pt x="690" y="689"/>
                  </a:lnTo>
                  <a:lnTo>
                    <a:pt x="690" y="865"/>
                  </a:lnTo>
                  <a:lnTo>
                    <a:pt x="834" y="1217"/>
                  </a:lnTo>
                  <a:lnTo>
                    <a:pt x="962" y="1361"/>
                  </a:lnTo>
                  <a:lnTo>
                    <a:pt x="1090" y="1217"/>
                  </a:lnTo>
                  <a:lnTo>
                    <a:pt x="1234" y="865"/>
                  </a:lnTo>
                  <a:lnTo>
                    <a:pt x="1250" y="689"/>
                  </a:lnTo>
                  <a:lnTo>
                    <a:pt x="1378" y="801"/>
                  </a:lnTo>
                  <a:lnTo>
                    <a:pt x="1731" y="945"/>
                  </a:lnTo>
                  <a:lnTo>
                    <a:pt x="1923" y="961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6461575" y="3037075"/>
              <a:ext cx="48075" cy="33675"/>
            </a:xfrm>
            <a:custGeom>
              <a:rect b="b" l="l" r="r" t="t"/>
              <a:pathLst>
                <a:path extrusionOk="0" h="1347" w="1923">
                  <a:moveTo>
                    <a:pt x="962" y="1"/>
                  </a:moveTo>
                  <a:lnTo>
                    <a:pt x="834" y="145"/>
                  </a:lnTo>
                  <a:lnTo>
                    <a:pt x="690" y="481"/>
                  </a:lnTo>
                  <a:lnTo>
                    <a:pt x="690" y="673"/>
                  </a:lnTo>
                  <a:lnTo>
                    <a:pt x="545" y="545"/>
                  </a:lnTo>
                  <a:lnTo>
                    <a:pt x="209" y="401"/>
                  </a:lnTo>
                  <a:lnTo>
                    <a:pt x="1" y="385"/>
                  </a:lnTo>
                  <a:lnTo>
                    <a:pt x="962" y="1346"/>
                  </a:lnTo>
                  <a:lnTo>
                    <a:pt x="1923" y="385"/>
                  </a:lnTo>
                  <a:lnTo>
                    <a:pt x="1731" y="401"/>
                  </a:lnTo>
                  <a:lnTo>
                    <a:pt x="1378" y="545"/>
                  </a:lnTo>
                  <a:lnTo>
                    <a:pt x="1250" y="673"/>
                  </a:lnTo>
                  <a:lnTo>
                    <a:pt x="1234" y="481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6451575" y="3046700"/>
              <a:ext cx="34050" cy="48075"/>
            </a:xfrm>
            <a:custGeom>
              <a:rect b="b" l="l" r="r" t="t"/>
              <a:pathLst>
                <a:path extrusionOk="0" h="1923" w="1362">
                  <a:moveTo>
                    <a:pt x="401" y="0"/>
                  </a:moveTo>
                  <a:lnTo>
                    <a:pt x="417" y="208"/>
                  </a:lnTo>
                  <a:lnTo>
                    <a:pt x="561" y="545"/>
                  </a:lnTo>
                  <a:lnTo>
                    <a:pt x="689" y="689"/>
                  </a:lnTo>
                  <a:lnTo>
                    <a:pt x="497" y="705"/>
                  </a:lnTo>
                  <a:lnTo>
                    <a:pt x="161" y="833"/>
                  </a:lnTo>
                  <a:lnTo>
                    <a:pt x="0" y="961"/>
                  </a:lnTo>
                  <a:lnTo>
                    <a:pt x="161" y="1089"/>
                  </a:lnTo>
                  <a:lnTo>
                    <a:pt x="497" y="1233"/>
                  </a:lnTo>
                  <a:lnTo>
                    <a:pt x="689" y="1249"/>
                  </a:lnTo>
                  <a:lnTo>
                    <a:pt x="561" y="1393"/>
                  </a:lnTo>
                  <a:lnTo>
                    <a:pt x="417" y="1730"/>
                  </a:lnTo>
                  <a:lnTo>
                    <a:pt x="401" y="1922"/>
                  </a:lnTo>
                  <a:lnTo>
                    <a:pt x="1362" y="96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6485600" y="3046700"/>
              <a:ext cx="34075" cy="48075"/>
            </a:xfrm>
            <a:custGeom>
              <a:rect b="b" l="l" r="r" t="t"/>
              <a:pathLst>
                <a:path extrusionOk="0" h="1923" w="1363">
                  <a:moveTo>
                    <a:pt x="962" y="0"/>
                  </a:moveTo>
                  <a:lnTo>
                    <a:pt x="1" y="961"/>
                  </a:lnTo>
                  <a:lnTo>
                    <a:pt x="962" y="1922"/>
                  </a:lnTo>
                  <a:lnTo>
                    <a:pt x="962" y="1922"/>
                  </a:lnTo>
                  <a:lnTo>
                    <a:pt x="946" y="1730"/>
                  </a:lnTo>
                  <a:lnTo>
                    <a:pt x="802" y="1377"/>
                  </a:lnTo>
                  <a:lnTo>
                    <a:pt x="674" y="1249"/>
                  </a:lnTo>
                  <a:lnTo>
                    <a:pt x="866" y="1233"/>
                  </a:lnTo>
                  <a:lnTo>
                    <a:pt x="1218" y="1089"/>
                  </a:lnTo>
                  <a:lnTo>
                    <a:pt x="1362" y="961"/>
                  </a:lnTo>
                  <a:lnTo>
                    <a:pt x="1218" y="833"/>
                  </a:lnTo>
                  <a:lnTo>
                    <a:pt x="866" y="705"/>
                  </a:lnTo>
                  <a:lnTo>
                    <a:pt x="674" y="689"/>
                  </a:lnTo>
                  <a:lnTo>
                    <a:pt x="802" y="545"/>
                  </a:lnTo>
                  <a:lnTo>
                    <a:pt x="946" y="20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6437550" y="300265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81" y="1282"/>
                  </a:lnTo>
                  <a:lnTo>
                    <a:pt x="1330" y="1282"/>
                  </a:lnTo>
                  <a:lnTo>
                    <a:pt x="1923" y="673"/>
                  </a:lnTo>
                  <a:lnTo>
                    <a:pt x="2531" y="1282"/>
                  </a:lnTo>
                  <a:lnTo>
                    <a:pt x="3380" y="1282"/>
                  </a:lnTo>
                  <a:lnTo>
                    <a:pt x="3845" y="801"/>
                  </a:lnTo>
                  <a:lnTo>
                    <a:pt x="2724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6437550" y="31071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1"/>
                  </a:moveTo>
                  <a:lnTo>
                    <a:pt x="1" y="465"/>
                  </a:lnTo>
                  <a:lnTo>
                    <a:pt x="1122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1"/>
                  </a:lnTo>
                  <a:lnTo>
                    <a:pt x="2531" y="1"/>
                  </a:lnTo>
                  <a:lnTo>
                    <a:pt x="1923" y="59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6417525" y="3022675"/>
              <a:ext cx="32075" cy="96125"/>
            </a:xfrm>
            <a:custGeom>
              <a:rect b="b" l="l" r="r" t="t"/>
              <a:pathLst>
                <a:path extrusionOk="0" h="3845" w="1283">
                  <a:moveTo>
                    <a:pt x="802" y="0"/>
                  </a:moveTo>
                  <a:lnTo>
                    <a:pt x="802" y="1121"/>
                  </a:lnTo>
                  <a:lnTo>
                    <a:pt x="1" y="1922"/>
                  </a:lnTo>
                  <a:lnTo>
                    <a:pt x="802" y="2723"/>
                  </a:lnTo>
                  <a:lnTo>
                    <a:pt x="802" y="3844"/>
                  </a:lnTo>
                  <a:lnTo>
                    <a:pt x="1282" y="3380"/>
                  </a:lnTo>
                  <a:lnTo>
                    <a:pt x="1282" y="2531"/>
                  </a:lnTo>
                  <a:lnTo>
                    <a:pt x="674" y="1922"/>
                  </a:lnTo>
                  <a:lnTo>
                    <a:pt x="1282" y="1329"/>
                  </a:lnTo>
                  <a:lnTo>
                    <a:pt x="1282" y="481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6522050" y="3022675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0"/>
                  </a:moveTo>
                  <a:lnTo>
                    <a:pt x="0" y="481"/>
                  </a:lnTo>
                  <a:lnTo>
                    <a:pt x="0" y="1329"/>
                  </a:lnTo>
                  <a:lnTo>
                    <a:pt x="593" y="1922"/>
                  </a:lnTo>
                  <a:lnTo>
                    <a:pt x="0" y="2531"/>
                  </a:lnTo>
                  <a:lnTo>
                    <a:pt x="0" y="3380"/>
                  </a:lnTo>
                  <a:lnTo>
                    <a:pt x="465" y="3844"/>
                  </a:lnTo>
                  <a:lnTo>
                    <a:pt x="465" y="2723"/>
                  </a:lnTo>
                  <a:lnTo>
                    <a:pt x="1266" y="1922"/>
                  </a:lnTo>
                  <a:lnTo>
                    <a:pt x="465" y="1121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602125" y="321125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193" y="946"/>
                  </a:lnTo>
                  <a:lnTo>
                    <a:pt x="529" y="802"/>
                  </a:lnTo>
                  <a:lnTo>
                    <a:pt x="673" y="674"/>
                  </a:lnTo>
                  <a:lnTo>
                    <a:pt x="689" y="866"/>
                  </a:lnTo>
                  <a:lnTo>
                    <a:pt x="834" y="1202"/>
                  </a:lnTo>
                  <a:lnTo>
                    <a:pt x="962" y="1362"/>
                  </a:lnTo>
                  <a:lnTo>
                    <a:pt x="1090" y="1202"/>
                  </a:lnTo>
                  <a:lnTo>
                    <a:pt x="1218" y="866"/>
                  </a:lnTo>
                  <a:lnTo>
                    <a:pt x="1234" y="674"/>
                  </a:lnTo>
                  <a:lnTo>
                    <a:pt x="1378" y="802"/>
                  </a:lnTo>
                  <a:lnTo>
                    <a:pt x="1715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602125" y="3177225"/>
              <a:ext cx="48075" cy="34050"/>
            </a:xfrm>
            <a:custGeom>
              <a:rect b="b" l="l" r="r" t="t"/>
              <a:pathLst>
                <a:path extrusionOk="0" h="1362" w="1923">
                  <a:moveTo>
                    <a:pt x="962" y="1"/>
                  </a:moveTo>
                  <a:lnTo>
                    <a:pt x="834" y="145"/>
                  </a:lnTo>
                  <a:lnTo>
                    <a:pt x="689" y="497"/>
                  </a:lnTo>
                  <a:lnTo>
                    <a:pt x="673" y="689"/>
                  </a:lnTo>
                  <a:lnTo>
                    <a:pt x="529" y="561"/>
                  </a:lnTo>
                  <a:lnTo>
                    <a:pt x="193" y="417"/>
                  </a:lnTo>
                  <a:lnTo>
                    <a:pt x="1" y="401"/>
                  </a:lnTo>
                  <a:lnTo>
                    <a:pt x="1" y="401"/>
                  </a:lnTo>
                  <a:lnTo>
                    <a:pt x="962" y="1362"/>
                  </a:lnTo>
                  <a:lnTo>
                    <a:pt x="1923" y="401"/>
                  </a:lnTo>
                  <a:lnTo>
                    <a:pt x="1715" y="417"/>
                  </a:lnTo>
                  <a:lnTo>
                    <a:pt x="1378" y="561"/>
                  </a:lnTo>
                  <a:lnTo>
                    <a:pt x="1234" y="689"/>
                  </a:lnTo>
                  <a:lnTo>
                    <a:pt x="1218" y="497"/>
                  </a:lnTo>
                  <a:lnTo>
                    <a:pt x="1090" y="145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592125" y="3187225"/>
              <a:ext cx="34050" cy="48100"/>
            </a:xfrm>
            <a:custGeom>
              <a:rect b="b" l="l" r="r" t="t"/>
              <a:pathLst>
                <a:path extrusionOk="0" h="1924" w="1362">
                  <a:moveTo>
                    <a:pt x="401" y="1"/>
                  </a:moveTo>
                  <a:lnTo>
                    <a:pt x="417" y="193"/>
                  </a:lnTo>
                  <a:lnTo>
                    <a:pt x="561" y="546"/>
                  </a:lnTo>
                  <a:lnTo>
                    <a:pt x="673" y="674"/>
                  </a:lnTo>
                  <a:lnTo>
                    <a:pt x="497" y="690"/>
                  </a:lnTo>
                  <a:lnTo>
                    <a:pt x="144" y="834"/>
                  </a:lnTo>
                  <a:lnTo>
                    <a:pt x="0" y="962"/>
                  </a:lnTo>
                  <a:lnTo>
                    <a:pt x="144" y="1090"/>
                  </a:lnTo>
                  <a:lnTo>
                    <a:pt x="497" y="1234"/>
                  </a:lnTo>
                  <a:lnTo>
                    <a:pt x="673" y="1234"/>
                  </a:lnTo>
                  <a:lnTo>
                    <a:pt x="561" y="1378"/>
                  </a:lnTo>
                  <a:lnTo>
                    <a:pt x="417" y="1731"/>
                  </a:lnTo>
                  <a:lnTo>
                    <a:pt x="401" y="1923"/>
                  </a:lnTo>
                  <a:lnTo>
                    <a:pt x="1362" y="96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6626150" y="3187225"/>
              <a:ext cx="33675" cy="48100"/>
            </a:xfrm>
            <a:custGeom>
              <a:rect b="b" l="l" r="r" t="t"/>
              <a:pathLst>
                <a:path extrusionOk="0" h="1924" w="1347">
                  <a:moveTo>
                    <a:pt x="962" y="1"/>
                  </a:moveTo>
                  <a:lnTo>
                    <a:pt x="1" y="962"/>
                  </a:lnTo>
                  <a:lnTo>
                    <a:pt x="962" y="1923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73" y="1234"/>
                  </a:lnTo>
                  <a:lnTo>
                    <a:pt x="850" y="1234"/>
                  </a:lnTo>
                  <a:lnTo>
                    <a:pt x="1202" y="1090"/>
                  </a:lnTo>
                  <a:lnTo>
                    <a:pt x="1346" y="962"/>
                  </a:lnTo>
                  <a:lnTo>
                    <a:pt x="1202" y="834"/>
                  </a:lnTo>
                  <a:lnTo>
                    <a:pt x="850" y="690"/>
                  </a:lnTo>
                  <a:lnTo>
                    <a:pt x="673" y="674"/>
                  </a:lnTo>
                  <a:lnTo>
                    <a:pt x="802" y="546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6578100" y="314320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22" y="801"/>
                  </a:lnTo>
                  <a:lnTo>
                    <a:pt x="1" y="801"/>
                  </a:lnTo>
                  <a:lnTo>
                    <a:pt x="465" y="1265"/>
                  </a:lnTo>
                  <a:lnTo>
                    <a:pt x="1314" y="1265"/>
                  </a:lnTo>
                  <a:lnTo>
                    <a:pt x="1923" y="673"/>
                  </a:lnTo>
                  <a:lnTo>
                    <a:pt x="2515" y="1265"/>
                  </a:lnTo>
                  <a:lnTo>
                    <a:pt x="3364" y="1265"/>
                  </a:lnTo>
                  <a:lnTo>
                    <a:pt x="3845" y="801"/>
                  </a:lnTo>
                  <a:lnTo>
                    <a:pt x="2708" y="801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6578100" y="3247300"/>
              <a:ext cx="96125" cy="32050"/>
            </a:xfrm>
            <a:custGeom>
              <a:rect b="b" l="l" r="r" t="t"/>
              <a:pathLst>
                <a:path extrusionOk="0" h="1282" w="3845">
                  <a:moveTo>
                    <a:pt x="465" y="1"/>
                  </a:moveTo>
                  <a:lnTo>
                    <a:pt x="1" y="481"/>
                  </a:lnTo>
                  <a:lnTo>
                    <a:pt x="1122" y="481"/>
                  </a:lnTo>
                  <a:lnTo>
                    <a:pt x="1923" y="1282"/>
                  </a:lnTo>
                  <a:lnTo>
                    <a:pt x="2708" y="481"/>
                  </a:lnTo>
                  <a:lnTo>
                    <a:pt x="3845" y="481"/>
                  </a:lnTo>
                  <a:lnTo>
                    <a:pt x="3364" y="1"/>
                  </a:lnTo>
                  <a:lnTo>
                    <a:pt x="2515" y="1"/>
                  </a:lnTo>
                  <a:lnTo>
                    <a:pt x="1923" y="609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6558075" y="3163200"/>
              <a:ext cx="31675" cy="96150"/>
            </a:xfrm>
            <a:custGeom>
              <a:rect b="b" l="l" r="r" t="t"/>
              <a:pathLst>
                <a:path extrusionOk="0" h="3846" w="1267">
                  <a:moveTo>
                    <a:pt x="802" y="1"/>
                  </a:moveTo>
                  <a:lnTo>
                    <a:pt x="802" y="1122"/>
                  </a:lnTo>
                  <a:lnTo>
                    <a:pt x="1" y="1923"/>
                  </a:lnTo>
                  <a:lnTo>
                    <a:pt x="802" y="2708"/>
                  </a:lnTo>
                  <a:lnTo>
                    <a:pt x="802" y="3845"/>
                  </a:lnTo>
                  <a:lnTo>
                    <a:pt x="1266" y="3365"/>
                  </a:lnTo>
                  <a:lnTo>
                    <a:pt x="1266" y="2516"/>
                  </a:lnTo>
                  <a:lnTo>
                    <a:pt x="674" y="1923"/>
                  </a:lnTo>
                  <a:lnTo>
                    <a:pt x="1266" y="1314"/>
                  </a:lnTo>
                  <a:lnTo>
                    <a:pt x="1266" y="465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6662200" y="3163200"/>
              <a:ext cx="32050" cy="96150"/>
            </a:xfrm>
            <a:custGeom>
              <a:rect b="b" l="l" r="r" t="t"/>
              <a:pathLst>
                <a:path extrusionOk="0" h="3846" w="1282">
                  <a:moveTo>
                    <a:pt x="481" y="1"/>
                  </a:moveTo>
                  <a:lnTo>
                    <a:pt x="0" y="465"/>
                  </a:lnTo>
                  <a:lnTo>
                    <a:pt x="0" y="1314"/>
                  </a:lnTo>
                  <a:lnTo>
                    <a:pt x="609" y="1923"/>
                  </a:lnTo>
                  <a:lnTo>
                    <a:pt x="0" y="2516"/>
                  </a:lnTo>
                  <a:lnTo>
                    <a:pt x="0" y="3365"/>
                  </a:lnTo>
                  <a:lnTo>
                    <a:pt x="481" y="3845"/>
                  </a:lnTo>
                  <a:lnTo>
                    <a:pt x="481" y="2708"/>
                  </a:lnTo>
                  <a:lnTo>
                    <a:pt x="1282" y="1923"/>
                  </a:lnTo>
                  <a:lnTo>
                    <a:pt x="481" y="112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6742275" y="3351400"/>
              <a:ext cx="48075" cy="34075"/>
            </a:xfrm>
            <a:custGeom>
              <a:rect b="b" l="l" r="r" t="t"/>
              <a:pathLst>
                <a:path extrusionOk="0" h="1363" w="1923">
                  <a:moveTo>
                    <a:pt x="962" y="1"/>
                  </a:moveTo>
                  <a:lnTo>
                    <a:pt x="1" y="962"/>
                  </a:lnTo>
                  <a:lnTo>
                    <a:pt x="209" y="946"/>
                  </a:lnTo>
                  <a:lnTo>
                    <a:pt x="545" y="802"/>
                  </a:lnTo>
                  <a:lnTo>
                    <a:pt x="689" y="690"/>
                  </a:lnTo>
                  <a:lnTo>
                    <a:pt x="689" y="866"/>
                  </a:lnTo>
                  <a:lnTo>
                    <a:pt x="834" y="1218"/>
                  </a:lnTo>
                  <a:lnTo>
                    <a:pt x="962" y="1362"/>
                  </a:lnTo>
                  <a:lnTo>
                    <a:pt x="1090" y="1218"/>
                  </a:lnTo>
                  <a:lnTo>
                    <a:pt x="1234" y="866"/>
                  </a:lnTo>
                  <a:lnTo>
                    <a:pt x="1250" y="690"/>
                  </a:lnTo>
                  <a:lnTo>
                    <a:pt x="1378" y="802"/>
                  </a:lnTo>
                  <a:lnTo>
                    <a:pt x="1731" y="946"/>
                  </a:lnTo>
                  <a:lnTo>
                    <a:pt x="1923" y="962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6742675" y="3317775"/>
              <a:ext cx="47675" cy="33650"/>
            </a:xfrm>
            <a:custGeom>
              <a:rect b="b" l="l" r="r" t="t"/>
              <a:pathLst>
                <a:path extrusionOk="0" h="1346" w="1907">
                  <a:moveTo>
                    <a:pt x="946" y="1"/>
                  </a:moveTo>
                  <a:lnTo>
                    <a:pt x="818" y="145"/>
                  </a:lnTo>
                  <a:lnTo>
                    <a:pt x="673" y="497"/>
                  </a:lnTo>
                  <a:lnTo>
                    <a:pt x="673" y="673"/>
                  </a:lnTo>
                  <a:lnTo>
                    <a:pt x="529" y="561"/>
                  </a:lnTo>
                  <a:lnTo>
                    <a:pt x="193" y="401"/>
                  </a:lnTo>
                  <a:lnTo>
                    <a:pt x="1" y="401"/>
                  </a:lnTo>
                  <a:lnTo>
                    <a:pt x="946" y="1346"/>
                  </a:lnTo>
                  <a:lnTo>
                    <a:pt x="1907" y="401"/>
                  </a:lnTo>
                  <a:lnTo>
                    <a:pt x="1715" y="401"/>
                  </a:lnTo>
                  <a:lnTo>
                    <a:pt x="1362" y="545"/>
                  </a:lnTo>
                  <a:lnTo>
                    <a:pt x="1234" y="673"/>
                  </a:lnTo>
                  <a:lnTo>
                    <a:pt x="1218" y="497"/>
                  </a:lnTo>
                  <a:lnTo>
                    <a:pt x="1074" y="145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6732275" y="3327775"/>
              <a:ext cx="34050" cy="47675"/>
            </a:xfrm>
            <a:custGeom>
              <a:rect b="b" l="l" r="r" t="t"/>
              <a:pathLst>
                <a:path extrusionOk="0" h="1907" w="1362">
                  <a:moveTo>
                    <a:pt x="401" y="1"/>
                  </a:moveTo>
                  <a:lnTo>
                    <a:pt x="417" y="193"/>
                  </a:lnTo>
                  <a:lnTo>
                    <a:pt x="561" y="529"/>
                  </a:lnTo>
                  <a:lnTo>
                    <a:pt x="689" y="674"/>
                  </a:lnTo>
                  <a:lnTo>
                    <a:pt x="497" y="690"/>
                  </a:lnTo>
                  <a:lnTo>
                    <a:pt x="160" y="818"/>
                  </a:lnTo>
                  <a:lnTo>
                    <a:pt x="0" y="946"/>
                  </a:lnTo>
                  <a:lnTo>
                    <a:pt x="160" y="1074"/>
                  </a:lnTo>
                  <a:lnTo>
                    <a:pt x="497" y="1218"/>
                  </a:lnTo>
                  <a:lnTo>
                    <a:pt x="689" y="1234"/>
                  </a:lnTo>
                  <a:lnTo>
                    <a:pt x="561" y="1378"/>
                  </a:lnTo>
                  <a:lnTo>
                    <a:pt x="417" y="1715"/>
                  </a:lnTo>
                  <a:lnTo>
                    <a:pt x="401" y="1907"/>
                  </a:lnTo>
                  <a:lnTo>
                    <a:pt x="1362" y="946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6766300" y="3327775"/>
              <a:ext cx="34075" cy="47675"/>
            </a:xfrm>
            <a:custGeom>
              <a:rect b="b" l="l" r="r" t="t"/>
              <a:pathLst>
                <a:path extrusionOk="0" h="1907" w="1363">
                  <a:moveTo>
                    <a:pt x="962" y="1"/>
                  </a:moveTo>
                  <a:lnTo>
                    <a:pt x="1" y="946"/>
                  </a:lnTo>
                  <a:lnTo>
                    <a:pt x="962" y="1907"/>
                  </a:lnTo>
                  <a:lnTo>
                    <a:pt x="946" y="1715"/>
                  </a:lnTo>
                  <a:lnTo>
                    <a:pt x="802" y="1378"/>
                  </a:lnTo>
                  <a:lnTo>
                    <a:pt x="689" y="1234"/>
                  </a:lnTo>
                  <a:lnTo>
                    <a:pt x="866" y="1218"/>
                  </a:lnTo>
                  <a:lnTo>
                    <a:pt x="1218" y="1074"/>
                  </a:lnTo>
                  <a:lnTo>
                    <a:pt x="1362" y="946"/>
                  </a:lnTo>
                  <a:lnTo>
                    <a:pt x="1218" y="818"/>
                  </a:lnTo>
                  <a:lnTo>
                    <a:pt x="866" y="690"/>
                  </a:lnTo>
                  <a:lnTo>
                    <a:pt x="689" y="674"/>
                  </a:lnTo>
                  <a:lnTo>
                    <a:pt x="802" y="529"/>
                  </a:lnTo>
                  <a:lnTo>
                    <a:pt x="946" y="19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6718250" y="32837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1923" y="0"/>
                  </a:moveTo>
                  <a:lnTo>
                    <a:pt x="1138" y="785"/>
                  </a:lnTo>
                  <a:lnTo>
                    <a:pt x="1" y="785"/>
                  </a:lnTo>
                  <a:lnTo>
                    <a:pt x="481" y="1265"/>
                  </a:lnTo>
                  <a:lnTo>
                    <a:pt x="1330" y="1265"/>
                  </a:lnTo>
                  <a:lnTo>
                    <a:pt x="1923" y="673"/>
                  </a:lnTo>
                  <a:lnTo>
                    <a:pt x="2531" y="1265"/>
                  </a:lnTo>
                  <a:lnTo>
                    <a:pt x="3380" y="1265"/>
                  </a:lnTo>
                  <a:lnTo>
                    <a:pt x="3845" y="785"/>
                  </a:lnTo>
                  <a:lnTo>
                    <a:pt x="2724" y="78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6718250" y="3387850"/>
              <a:ext cx="96125" cy="31650"/>
            </a:xfrm>
            <a:custGeom>
              <a:rect b="b" l="l" r="r" t="t"/>
              <a:pathLst>
                <a:path extrusionOk="0" h="1266" w="3845">
                  <a:moveTo>
                    <a:pt x="481" y="0"/>
                  </a:moveTo>
                  <a:lnTo>
                    <a:pt x="1" y="465"/>
                  </a:lnTo>
                  <a:lnTo>
                    <a:pt x="1138" y="465"/>
                  </a:lnTo>
                  <a:lnTo>
                    <a:pt x="1923" y="1266"/>
                  </a:lnTo>
                  <a:lnTo>
                    <a:pt x="2724" y="465"/>
                  </a:lnTo>
                  <a:lnTo>
                    <a:pt x="3845" y="465"/>
                  </a:lnTo>
                  <a:lnTo>
                    <a:pt x="3380" y="0"/>
                  </a:lnTo>
                  <a:lnTo>
                    <a:pt x="2531" y="0"/>
                  </a:lnTo>
                  <a:lnTo>
                    <a:pt x="1923" y="593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6698625" y="3303350"/>
              <a:ext cx="31675" cy="96125"/>
            </a:xfrm>
            <a:custGeom>
              <a:rect b="b" l="l" r="r" t="t"/>
              <a:pathLst>
                <a:path extrusionOk="0" h="3845" w="1267">
                  <a:moveTo>
                    <a:pt x="786" y="1"/>
                  </a:moveTo>
                  <a:lnTo>
                    <a:pt x="786" y="1138"/>
                  </a:lnTo>
                  <a:lnTo>
                    <a:pt x="1" y="1923"/>
                  </a:lnTo>
                  <a:lnTo>
                    <a:pt x="786" y="2724"/>
                  </a:lnTo>
                  <a:lnTo>
                    <a:pt x="786" y="3845"/>
                  </a:lnTo>
                  <a:lnTo>
                    <a:pt x="1266" y="3380"/>
                  </a:lnTo>
                  <a:lnTo>
                    <a:pt x="1266" y="2532"/>
                  </a:lnTo>
                  <a:lnTo>
                    <a:pt x="658" y="1923"/>
                  </a:lnTo>
                  <a:lnTo>
                    <a:pt x="1266" y="1330"/>
                  </a:lnTo>
                  <a:lnTo>
                    <a:pt x="1266" y="481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6802750" y="3303350"/>
              <a:ext cx="31650" cy="96125"/>
            </a:xfrm>
            <a:custGeom>
              <a:rect b="b" l="l" r="r" t="t"/>
              <a:pathLst>
                <a:path extrusionOk="0" h="3845" w="1266">
                  <a:moveTo>
                    <a:pt x="465" y="1"/>
                  </a:moveTo>
                  <a:lnTo>
                    <a:pt x="0" y="481"/>
                  </a:lnTo>
                  <a:lnTo>
                    <a:pt x="0" y="1330"/>
                  </a:lnTo>
                  <a:lnTo>
                    <a:pt x="593" y="1923"/>
                  </a:lnTo>
                  <a:lnTo>
                    <a:pt x="0" y="2532"/>
                  </a:lnTo>
                  <a:lnTo>
                    <a:pt x="0" y="3380"/>
                  </a:lnTo>
                  <a:lnTo>
                    <a:pt x="465" y="3845"/>
                  </a:lnTo>
                  <a:lnTo>
                    <a:pt x="465" y="2724"/>
                  </a:lnTo>
                  <a:lnTo>
                    <a:pt x="1266" y="1923"/>
                  </a:lnTo>
                  <a:lnTo>
                    <a:pt x="465" y="1138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1" name="Google Shape;591;p7"/>
          <p:cNvSpPr/>
          <p:nvPr/>
        </p:nvSpPr>
        <p:spPr>
          <a:xfrm>
            <a:off x="736593" y="4407341"/>
            <a:ext cx="736157" cy="736157"/>
          </a:xfrm>
          <a:custGeom>
            <a:rect b="b" l="l" r="r" t="t"/>
            <a:pathLst>
              <a:path extrusionOk="0" h="27790" w="27790">
                <a:moveTo>
                  <a:pt x="0" y="0"/>
                </a:moveTo>
                <a:lnTo>
                  <a:pt x="0" y="27790"/>
                </a:lnTo>
                <a:lnTo>
                  <a:pt x="1426" y="27774"/>
                </a:lnTo>
                <a:lnTo>
                  <a:pt x="4229" y="27485"/>
                </a:lnTo>
                <a:lnTo>
                  <a:pt x="6951" y="26925"/>
                </a:lnTo>
                <a:lnTo>
                  <a:pt x="9562" y="26124"/>
                </a:lnTo>
                <a:lnTo>
                  <a:pt x="12061" y="25067"/>
                </a:lnTo>
                <a:lnTo>
                  <a:pt x="14415" y="23785"/>
                </a:lnTo>
                <a:lnTo>
                  <a:pt x="16642" y="22280"/>
                </a:lnTo>
                <a:lnTo>
                  <a:pt x="18692" y="20582"/>
                </a:lnTo>
                <a:lnTo>
                  <a:pt x="20582" y="18692"/>
                </a:lnTo>
                <a:lnTo>
                  <a:pt x="22280" y="16642"/>
                </a:lnTo>
                <a:lnTo>
                  <a:pt x="23785" y="14416"/>
                </a:lnTo>
                <a:lnTo>
                  <a:pt x="25067" y="12061"/>
                </a:lnTo>
                <a:lnTo>
                  <a:pt x="26124" y="9562"/>
                </a:lnTo>
                <a:lnTo>
                  <a:pt x="26925" y="6952"/>
                </a:lnTo>
                <a:lnTo>
                  <a:pt x="27485" y="4229"/>
                </a:lnTo>
                <a:lnTo>
                  <a:pt x="27773" y="1426"/>
                </a:lnTo>
                <a:lnTo>
                  <a:pt x="27789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"/>
          <p:cNvSpPr/>
          <p:nvPr/>
        </p:nvSpPr>
        <p:spPr>
          <a:xfrm>
            <a:off x="736593" y="4407341"/>
            <a:ext cx="420900" cy="420926"/>
          </a:xfrm>
          <a:custGeom>
            <a:rect b="b" l="l" r="r" t="t"/>
            <a:pathLst>
              <a:path extrusionOk="0" h="15890" w="15889">
                <a:moveTo>
                  <a:pt x="0" y="0"/>
                </a:moveTo>
                <a:lnTo>
                  <a:pt x="0" y="15889"/>
                </a:lnTo>
                <a:lnTo>
                  <a:pt x="817" y="15873"/>
                </a:lnTo>
                <a:lnTo>
                  <a:pt x="2419" y="15713"/>
                </a:lnTo>
                <a:lnTo>
                  <a:pt x="3972" y="15393"/>
                </a:lnTo>
                <a:lnTo>
                  <a:pt x="5462" y="14928"/>
                </a:lnTo>
                <a:lnTo>
                  <a:pt x="6887" y="14319"/>
                </a:lnTo>
                <a:lnTo>
                  <a:pt x="8249" y="13599"/>
                </a:lnTo>
                <a:lnTo>
                  <a:pt x="9514" y="12734"/>
                </a:lnTo>
                <a:lnTo>
                  <a:pt x="10683" y="11757"/>
                </a:lnTo>
                <a:lnTo>
                  <a:pt x="11772" y="10684"/>
                </a:lnTo>
                <a:lnTo>
                  <a:pt x="12734" y="9514"/>
                </a:lnTo>
                <a:lnTo>
                  <a:pt x="13598" y="8233"/>
                </a:lnTo>
                <a:lnTo>
                  <a:pt x="14335" y="6888"/>
                </a:lnTo>
                <a:lnTo>
                  <a:pt x="14928" y="5462"/>
                </a:lnTo>
                <a:lnTo>
                  <a:pt x="15392" y="3972"/>
                </a:lnTo>
                <a:lnTo>
                  <a:pt x="15713" y="2419"/>
                </a:lnTo>
                <a:lnTo>
                  <a:pt x="15873" y="817"/>
                </a:lnTo>
                <a:lnTo>
                  <a:pt x="15889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7"/>
          <p:cNvSpPr/>
          <p:nvPr/>
        </p:nvSpPr>
        <p:spPr>
          <a:xfrm>
            <a:off x="736593" y="3670734"/>
            <a:ext cx="736157" cy="736607"/>
          </a:xfrm>
          <a:custGeom>
            <a:rect b="b" l="l" r="r" t="t"/>
            <a:pathLst>
              <a:path extrusionOk="0" h="27807" w="27790">
                <a:moveTo>
                  <a:pt x="0" y="1"/>
                </a:moveTo>
                <a:lnTo>
                  <a:pt x="0" y="27806"/>
                </a:lnTo>
                <a:lnTo>
                  <a:pt x="27789" y="27806"/>
                </a:lnTo>
                <a:lnTo>
                  <a:pt x="13903" y="13904"/>
                </a:lnTo>
                <a:lnTo>
                  <a:pt x="7864" y="7881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"/>
          <p:cNvSpPr/>
          <p:nvPr/>
        </p:nvSpPr>
        <p:spPr>
          <a:xfrm>
            <a:off x="879141" y="3627050"/>
            <a:ext cx="85748" cy="85722"/>
          </a:xfrm>
          <a:custGeom>
            <a:rect b="b" l="l" r="r" t="t"/>
            <a:pathLst>
              <a:path extrusionOk="0" h="3236" w="3237">
                <a:moveTo>
                  <a:pt x="1298" y="0"/>
                </a:moveTo>
                <a:lnTo>
                  <a:pt x="721" y="240"/>
                </a:lnTo>
                <a:lnTo>
                  <a:pt x="465" y="465"/>
                </a:lnTo>
                <a:lnTo>
                  <a:pt x="241" y="721"/>
                </a:lnTo>
                <a:lnTo>
                  <a:pt x="1" y="1313"/>
                </a:lnTo>
                <a:lnTo>
                  <a:pt x="1" y="1938"/>
                </a:lnTo>
                <a:lnTo>
                  <a:pt x="241" y="2531"/>
                </a:lnTo>
                <a:lnTo>
                  <a:pt x="465" y="2787"/>
                </a:lnTo>
                <a:lnTo>
                  <a:pt x="721" y="2995"/>
                </a:lnTo>
                <a:lnTo>
                  <a:pt x="1298" y="3235"/>
                </a:lnTo>
                <a:lnTo>
                  <a:pt x="1939" y="3235"/>
                </a:lnTo>
                <a:lnTo>
                  <a:pt x="2531" y="2995"/>
                </a:lnTo>
                <a:lnTo>
                  <a:pt x="2772" y="2787"/>
                </a:lnTo>
                <a:lnTo>
                  <a:pt x="2996" y="2531"/>
                </a:lnTo>
                <a:lnTo>
                  <a:pt x="3236" y="1938"/>
                </a:lnTo>
                <a:lnTo>
                  <a:pt x="3236" y="1313"/>
                </a:lnTo>
                <a:lnTo>
                  <a:pt x="2996" y="721"/>
                </a:lnTo>
                <a:lnTo>
                  <a:pt x="2772" y="465"/>
                </a:lnTo>
                <a:lnTo>
                  <a:pt x="2531" y="240"/>
                </a:lnTo>
                <a:lnTo>
                  <a:pt x="1939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7"/>
          <p:cNvSpPr/>
          <p:nvPr/>
        </p:nvSpPr>
        <p:spPr>
          <a:xfrm>
            <a:off x="1026801" y="3776406"/>
            <a:ext cx="85748" cy="85722"/>
          </a:xfrm>
          <a:custGeom>
            <a:rect b="b" l="l" r="r" t="t"/>
            <a:pathLst>
              <a:path extrusionOk="0" h="3236" w="3237">
                <a:moveTo>
                  <a:pt x="1298" y="0"/>
                </a:moveTo>
                <a:lnTo>
                  <a:pt x="705" y="240"/>
                </a:lnTo>
                <a:lnTo>
                  <a:pt x="449" y="465"/>
                </a:lnTo>
                <a:lnTo>
                  <a:pt x="241" y="721"/>
                </a:lnTo>
                <a:lnTo>
                  <a:pt x="1" y="1297"/>
                </a:lnTo>
                <a:lnTo>
                  <a:pt x="1" y="1938"/>
                </a:lnTo>
                <a:lnTo>
                  <a:pt x="241" y="2531"/>
                </a:lnTo>
                <a:lnTo>
                  <a:pt x="449" y="2771"/>
                </a:lnTo>
                <a:lnTo>
                  <a:pt x="705" y="2995"/>
                </a:lnTo>
                <a:lnTo>
                  <a:pt x="1298" y="3235"/>
                </a:lnTo>
                <a:lnTo>
                  <a:pt x="1923" y="3235"/>
                </a:lnTo>
                <a:lnTo>
                  <a:pt x="2515" y="2995"/>
                </a:lnTo>
                <a:lnTo>
                  <a:pt x="2772" y="2771"/>
                </a:lnTo>
                <a:lnTo>
                  <a:pt x="2996" y="2531"/>
                </a:lnTo>
                <a:lnTo>
                  <a:pt x="3236" y="1938"/>
                </a:lnTo>
                <a:lnTo>
                  <a:pt x="3236" y="1297"/>
                </a:lnTo>
                <a:lnTo>
                  <a:pt x="2996" y="721"/>
                </a:lnTo>
                <a:lnTo>
                  <a:pt x="2772" y="465"/>
                </a:lnTo>
                <a:lnTo>
                  <a:pt x="2515" y="240"/>
                </a:lnTo>
                <a:lnTo>
                  <a:pt x="1923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"/>
          <p:cNvSpPr/>
          <p:nvPr/>
        </p:nvSpPr>
        <p:spPr>
          <a:xfrm>
            <a:off x="1174038" y="3924040"/>
            <a:ext cx="85722" cy="85324"/>
          </a:xfrm>
          <a:custGeom>
            <a:rect b="b" l="l" r="r" t="t"/>
            <a:pathLst>
              <a:path extrusionOk="0" h="3221" w="3236">
                <a:moveTo>
                  <a:pt x="1314" y="1"/>
                </a:moveTo>
                <a:lnTo>
                  <a:pt x="721" y="241"/>
                </a:lnTo>
                <a:lnTo>
                  <a:pt x="465" y="449"/>
                </a:lnTo>
                <a:lnTo>
                  <a:pt x="241" y="706"/>
                </a:lnTo>
                <a:lnTo>
                  <a:pt x="1" y="1298"/>
                </a:lnTo>
                <a:lnTo>
                  <a:pt x="1" y="1923"/>
                </a:lnTo>
                <a:lnTo>
                  <a:pt x="241" y="2516"/>
                </a:lnTo>
                <a:lnTo>
                  <a:pt x="465" y="2772"/>
                </a:lnTo>
                <a:lnTo>
                  <a:pt x="721" y="2996"/>
                </a:lnTo>
                <a:lnTo>
                  <a:pt x="1314" y="3220"/>
                </a:lnTo>
                <a:lnTo>
                  <a:pt x="1939" y="3220"/>
                </a:lnTo>
                <a:lnTo>
                  <a:pt x="2531" y="2996"/>
                </a:lnTo>
                <a:lnTo>
                  <a:pt x="2771" y="2772"/>
                </a:lnTo>
                <a:lnTo>
                  <a:pt x="2996" y="2516"/>
                </a:lnTo>
                <a:lnTo>
                  <a:pt x="3236" y="1923"/>
                </a:lnTo>
                <a:lnTo>
                  <a:pt x="3236" y="1298"/>
                </a:lnTo>
                <a:lnTo>
                  <a:pt x="2996" y="706"/>
                </a:lnTo>
                <a:lnTo>
                  <a:pt x="2771" y="449"/>
                </a:lnTo>
                <a:lnTo>
                  <a:pt x="2531" y="241"/>
                </a:lnTo>
                <a:lnTo>
                  <a:pt x="1939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"/>
          <p:cNvSpPr/>
          <p:nvPr/>
        </p:nvSpPr>
        <p:spPr>
          <a:xfrm>
            <a:off x="1307684" y="4057714"/>
            <a:ext cx="85748" cy="85298"/>
          </a:xfrm>
          <a:custGeom>
            <a:rect b="b" l="l" r="r" t="t"/>
            <a:pathLst>
              <a:path extrusionOk="0" h="3220" w="3237">
                <a:moveTo>
                  <a:pt x="1314" y="0"/>
                </a:moveTo>
                <a:lnTo>
                  <a:pt x="722" y="241"/>
                </a:lnTo>
                <a:lnTo>
                  <a:pt x="465" y="449"/>
                </a:lnTo>
                <a:lnTo>
                  <a:pt x="241" y="705"/>
                </a:lnTo>
                <a:lnTo>
                  <a:pt x="1" y="1298"/>
                </a:lnTo>
                <a:lnTo>
                  <a:pt x="1" y="1922"/>
                </a:lnTo>
                <a:lnTo>
                  <a:pt x="241" y="2515"/>
                </a:lnTo>
                <a:lnTo>
                  <a:pt x="465" y="2771"/>
                </a:lnTo>
                <a:lnTo>
                  <a:pt x="722" y="2979"/>
                </a:lnTo>
                <a:lnTo>
                  <a:pt x="1314" y="3220"/>
                </a:lnTo>
                <a:lnTo>
                  <a:pt x="1939" y="3220"/>
                </a:lnTo>
                <a:lnTo>
                  <a:pt x="2532" y="2979"/>
                </a:lnTo>
                <a:lnTo>
                  <a:pt x="2772" y="2771"/>
                </a:lnTo>
                <a:lnTo>
                  <a:pt x="2996" y="2515"/>
                </a:lnTo>
                <a:lnTo>
                  <a:pt x="3236" y="1922"/>
                </a:lnTo>
                <a:lnTo>
                  <a:pt x="3236" y="1298"/>
                </a:lnTo>
                <a:lnTo>
                  <a:pt x="2996" y="705"/>
                </a:lnTo>
                <a:lnTo>
                  <a:pt x="2772" y="449"/>
                </a:lnTo>
                <a:lnTo>
                  <a:pt x="2532" y="241"/>
                </a:lnTo>
                <a:lnTo>
                  <a:pt x="1939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"/>
          <p:cNvSpPr/>
          <p:nvPr/>
        </p:nvSpPr>
        <p:spPr>
          <a:xfrm>
            <a:off x="1460975" y="4198566"/>
            <a:ext cx="85722" cy="85748"/>
          </a:xfrm>
          <a:custGeom>
            <a:rect b="b" l="l" r="r" t="t"/>
            <a:pathLst>
              <a:path extrusionOk="0" h="3237" w="3236">
                <a:moveTo>
                  <a:pt x="1314" y="1"/>
                </a:moveTo>
                <a:lnTo>
                  <a:pt x="721" y="241"/>
                </a:lnTo>
                <a:lnTo>
                  <a:pt x="465" y="449"/>
                </a:lnTo>
                <a:lnTo>
                  <a:pt x="241" y="706"/>
                </a:lnTo>
                <a:lnTo>
                  <a:pt x="0" y="1298"/>
                </a:lnTo>
                <a:lnTo>
                  <a:pt x="0" y="1923"/>
                </a:lnTo>
                <a:lnTo>
                  <a:pt x="241" y="2516"/>
                </a:lnTo>
                <a:lnTo>
                  <a:pt x="465" y="2772"/>
                </a:lnTo>
                <a:lnTo>
                  <a:pt x="721" y="2996"/>
                </a:lnTo>
                <a:lnTo>
                  <a:pt x="1314" y="3236"/>
                </a:lnTo>
                <a:lnTo>
                  <a:pt x="1939" y="3236"/>
                </a:lnTo>
                <a:lnTo>
                  <a:pt x="2531" y="2996"/>
                </a:lnTo>
                <a:lnTo>
                  <a:pt x="2787" y="2772"/>
                </a:lnTo>
                <a:lnTo>
                  <a:pt x="2996" y="2516"/>
                </a:lnTo>
                <a:lnTo>
                  <a:pt x="3236" y="1923"/>
                </a:lnTo>
                <a:lnTo>
                  <a:pt x="3236" y="1298"/>
                </a:lnTo>
                <a:lnTo>
                  <a:pt x="2996" y="706"/>
                </a:lnTo>
                <a:lnTo>
                  <a:pt x="2787" y="449"/>
                </a:lnTo>
                <a:lnTo>
                  <a:pt x="2531" y="241"/>
                </a:lnTo>
                <a:lnTo>
                  <a:pt x="1939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1" y="1"/>
                </a:moveTo>
                <a:lnTo>
                  <a:pt x="1" y="27806"/>
                </a:lnTo>
                <a:lnTo>
                  <a:pt x="27806" y="27806"/>
                </a:lnTo>
                <a:lnTo>
                  <a:pt x="27806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27806" y="1"/>
                </a:moveTo>
                <a:lnTo>
                  <a:pt x="1" y="27806"/>
                </a:lnTo>
                <a:lnTo>
                  <a:pt x="27806" y="27806"/>
                </a:lnTo>
                <a:lnTo>
                  <a:pt x="2780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"/>
          <p:cNvSpPr/>
          <p:nvPr/>
        </p:nvSpPr>
        <p:spPr>
          <a:xfrm>
            <a:off x="-12" y="3670734"/>
            <a:ext cx="736607" cy="736607"/>
          </a:xfrm>
          <a:custGeom>
            <a:rect b="b" l="l" r="r" t="t"/>
            <a:pathLst>
              <a:path extrusionOk="0" h="27807" w="27807">
                <a:moveTo>
                  <a:pt x="13903" y="1"/>
                </a:moveTo>
                <a:lnTo>
                  <a:pt x="13183" y="17"/>
                </a:lnTo>
                <a:lnTo>
                  <a:pt x="11789" y="161"/>
                </a:lnTo>
                <a:lnTo>
                  <a:pt x="10428" y="433"/>
                </a:lnTo>
                <a:lnTo>
                  <a:pt x="9130" y="850"/>
                </a:lnTo>
                <a:lnTo>
                  <a:pt x="7881" y="1378"/>
                </a:lnTo>
                <a:lnTo>
                  <a:pt x="6696" y="2019"/>
                </a:lnTo>
                <a:lnTo>
                  <a:pt x="5591" y="2772"/>
                </a:lnTo>
                <a:lnTo>
                  <a:pt x="4549" y="3621"/>
                </a:lnTo>
                <a:lnTo>
                  <a:pt x="3620" y="4550"/>
                </a:lnTo>
                <a:lnTo>
                  <a:pt x="2772" y="5591"/>
                </a:lnTo>
                <a:lnTo>
                  <a:pt x="2019" y="6696"/>
                </a:lnTo>
                <a:lnTo>
                  <a:pt x="1378" y="7881"/>
                </a:lnTo>
                <a:lnTo>
                  <a:pt x="849" y="9130"/>
                </a:lnTo>
                <a:lnTo>
                  <a:pt x="433" y="10428"/>
                </a:lnTo>
                <a:lnTo>
                  <a:pt x="161" y="11789"/>
                </a:lnTo>
                <a:lnTo>
                  <a:pt x="17" y="13183"/>
                </a:lnTo>
                <a:lnTo>
                  <a:pt x="1" y="13904"/>
                </a:lnTo>
                <a:lnTo>
                  <a:pt x="17" y="14624"/>
                </a:lnTo>
                <a:lnTo>
                  <a:pt x="161" y="16018"/>
                </a:lnTo>
                <a:lnTo>
                  <a:pt x="433" y="17379"/>
                </a:lnTo>
                <a:lnTo>
                  <a:pt x="849" y="18693"/>
                </a:lnTo>
                <a:lnTo>
                  <a:pt x="1378" y="19926"/>
                </a:lnTo>
                <a:lnTo>
                  <a:pt x="2019" y="21111"/>
                </a:lnTo>
                <a:lnTo>
                  <a:pt x="2772" y="22216"/>
                </a:lnTo>
                <a:lnTo>
                  <a:pt x="3620" y="23257"/>
                </a:lnTo>
                <a:lnTo>
                  <a:pt x="4549" y="24202"/>
                </a:lnTo>
                <a:lnTo>
                  <a:pt x="5591" y="25051"/>
                </a:lnTo>
                <a:lnTo>
                  <a:pt x="6696" y="25788"/>
                </a:lnTo>
                <a:lnTo>
                  <a:pt x="7881" y="26445"/>
                </a:lnTo>
                <a:lnTo>
                  <a:pt x="9130" y="26957"/>
                </a:lnTo>
                <a:lnTo>
                  <a:pt x="10428" y="27374"/>
                </a:lnTo>
                <a:lnTo>
                  <a:pt x="11789" y="27646"/>
                </a:lnTo>
                <a:lnTo>
                  <a:pt x="13183" y="27790"/>
                </a:lnTo>
                <a:lnTo>
                  <a:pt x="13903" y="27806"/>
                </a:lnTo>
                <a:lnTo>
                  <a:pt x="14624" y="27790"/>
                </a:lnTo>
                <a:lnTo>
                  <a:pt x="16018" y="27646"/>
                </a:lnTo>
                <a:lnTo>
                  <a:pt x="17379" y="27374"/>
                </a:lnTo>
                <a:lnTo>
                  <a:pt x="18692" y="26957"/>
                </a:lnTo>
                <a:lnTo>
                  <a:pt x="19942" y="26445"/>
                </a:lnTo>
                <a:lnTo>
                  <a:pt x="21111" y="25788"/>
                </a:lnTo>
                <a:lnTo>
                  <a:pt x="22232" y="25051"/>
                </a:lnTo>
                <a:lnTo>
                  <a:pt x="23257" y="24202"/>
                </a:lnTo>
                <a:lnTo>
                  <a:pt x="24202" y="23257"/>
                </a:lnTo>
                <a:lnTo>
                  <a:pt x="25051" y="22216"/>
                </a:lnTo>
                <a:lnTo>
                  <a:pt x="25804" y="21111"/>
                </a:lnTo>
                <a:lnTo>
                  <a:pt x="26445" y="19926"/>
                </a:lnTo>
                <a:lnTo>
                  <a:pt x="26973" y="18693"/>
                </a:lnTo>
                <a:lnTo>
                  <a:pt x="27374" y="17379"/>
                </a:lnTo>
                <a:lnTo>
                  <a:pt x="27646" y="16018"/>
                </a:lnTo>
                <a:lnTo>
                  <a:pt x="27790" y="14624"/>
                </a:lnTo>
                <a:lnTo>
                  <a:pt x="27806" y="13904"/>
                </a:lnTo>
                <a:lnTo>
                  <a:pt x="27790" y="13183"/>
                </a:lnTo>
                <a:lnTo>
                  <a:pt x="27646" y="11789"/>
                </a:lnTo>
                <a:lnTo>
                  <a:pt x="27374" y="10428"/>
                </a:lnTo>
                <a:lnTo>
                  <a:pt x="26973" y="9130"/>
                </a:lnTo>
                <a:lnTo>
                  <a:pt x="26445" y="7881"/>
                </a:lnTo>
                <a:lnTo>
                  <a:pt x="25804" y="6696"/>
                </a:lnTo>
                <a:lnTo>
                  <a:pt x="25051" y="5591"/>
                </a:lnTo>
                <a:lnTo>
                  <a:pt x="24202" y="4550"/>
                </a:lnTo>
                <a:lnTo>
                  <a:pt x="23257" y="3621"/>
                </a:lnTo>
                <a:lnTo>
                  <a:pt x="22232" y="2772"/>
                </a:lnTo>
                <a:lnTo>
                  <a:pt x="21111" y="2019"/>
                </a:lnTo>
                <a:lnTo>
                  <a:pt x="19942" y="1378"/>
                </a:lnTo>
                <a:lnTo>
                  <a:pt x="18692" y="850"/>
                </a:lnTo>
                <a:lnTo>
                  <a:pt x="17379" y="433"/>
                </a:lnTo>
                <a:lnTo>
                  <a:pt x="16018" y="161"/>
                </a:lnTo>
                <a:lnTo>
                  <a:pt x="14624" y="17"/>
                </a:lnTo>
                <a:lnTo>
                  <a:pt x="1390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7"/>
          <p:cNvSpPr/>
          <p:nvPr/>
        </p:nvSpPr>
        <p:spPr>
          <a:xfrm>
            <a:off x="194325" y="3865071"/>
            <a:ext cx="347946" cy="347946"/>
          </a:xfrm>
          <a:custGeom>
            <a:rect b="b" l="l" r="r" t="t"/>
            <a:pathLst>
              <a:path extrusionOk="0" h="13135" w="13135">
                <a:moveTo>
                  <a:pt x="6567" y="1"/>
                </a:moveTo>
                <a:lnTo>
                  <a:pt x="5895" y="17"/>
                </a:lnTo>
                <a:lnTo>
                  <a:pt x="4613" y="289"/>
                </a:lnTo>
                <a:lnTo>
                  <a:pt x="3428" y="785"/>
                </a:lnTo>
                <a:lnTo>
                  <a:pt x="2387" y="1490"/>
                </a:lnTo>
                <a:lnTo>
                  <a:pt x="1490" y="2387"/>
                </a:lnTo>
                <a:lnTo>
                  <a:pt x="785" y="3428"/>
                </a:lnTo>
                <a:lnTo>
                  <a:pt x="289" y="4613"/>
                </a:lnTo>
                <a:lnTo>
                  <a:pt x="16" y="5895"/>
                </a:lnTo>
                <a:lnTo>
                  <a:pt x="0" y="6568"/>
                </a:lnTo>
                <a:lnTo>
                  <a:pt x="16" y="7240"/>
                </a:lnTo>
                <a:lnTo>
                  <a:pt x="289" y="8522"/>
                </a:lnTo>
                <a:lnTo>
                  <a:pt x="785" y="9707"/>
                </a:lnTo>
                <a:lnTo>
                  <a:pt x="1490" y="10748"/>
                </a:lnTo>
                <a:lnTo>
                  <a:pt x="2387" y="11645"/>
                </a:lnTo>
                <a:lnTo>
                  <a:pt x="3428" y="12350"/>
                </a:lnTo>
                <a:lnTo>
                  <a:pt x="4613" y="12846"/>
                </a:lnTo>
                <a:lnTo>
                  <a:pt x="5895" y="13118"/>
                </a:lnTo>
                <a:lnTo>
                  <a:pt x="6567" y="13134"/>
                </a:lnTo>
                <a:lnTo>
                  <a:pt x="7240" y="13118"/>
                </a:lnTo>
                <a:lnTo>
                  <a:pt x="8521" y="12846"/>
                </a:lnTo>
                <a:lnTo>
                  <a:pt x="9707" y="12350"/>
                </a:lnTo>
                <a:lnTo>
                  <a:pt x="10748" y="11645"/>
                </a:lnTo>
                <a:lnTo>
                  <a:pt x="11645" y="10748"/>
                </a:lnTo>
                <a:lnTo>
                  <a:pt x="12349" y="9707"/>
                </a:lnTo>
                <a:lnTo>
                  <a:pt x="12862" y="8522"/>
                </a:lnTo>
                <a:lnTo>
                  <a:pt x="13118" y="7240"/>
                </a:lnTo>
                <a:lnTo>
                  <a:pt x="13134" y="6568"/>
                </a:lnTo>
                <a:lnTo>
                  <a:pt x="13118" y="5895"/>
                </a:lnTo>
                <a:lnTo>
                  <a:pt x="12862" y="4613"/>
                </a:lnTo>
                <a:lnTo>
                  <a:pt x="12349" y="3428"/>
                </a:lnTo>
                <a:lnTo>
                  <a:pt x="11645" y="2387"/>
                </a:lnTo>
                <a:lnTo>
                  <a:pt x="10748" y="1490"/>
                </a:lnTo>
                <a:lnTo>
                  <a:pt x="9707" y="785"/>
                </a:lnTo>
                <a:lnTo>
                  <a:pt x="8521" y="289"/>
                </a:lnTo>
                <a:lnTo>
                  <a:pt x="7240" y="17"/>
                </a:lnTo>
                <a:lnTo>
                  <a:pt x="6567" y="1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"/>
          <p:cNvSpPr/>
          <p:nvPr/>
        </p:nvSpPr>
        <p:spPr>
          <a:xfrm>
            <a:off x="368290" y="4773923"/>
            <a:ext cx="26" cy="26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"/>
          <p:cNvSpPr/>
          <p:nvPr/>
        </p:nvSpPr>
        <p:spPr>
          <a:xfrm>
            <a:off x="-12" y="4407341"/>
            <a:ext cx="736607" cy="736157"/>
          </a:xfrm>
          <a:custGeom>
            <a:rect b="b" l="l" r="r" t="t"/>
            <a:pathLst>
              <a:path extrusionOk="0" h="27790" w="27807">
                <a:moveTo>
                  <a:pt x="1" y="0"/>
                </a:moveTo>
                <a:lnTo>
                  <a:pt x="1" y="27790"/>
                </a:lnTo>
                <a:lnTo>
                  <a:pt x="27806" y="27790"/>
                </a:lnTo>
                <a:lnTo>
                  <a:pt x="27806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7"/>
          <p:cNvSpPr/>
          <p:nvPr/>
        </p:nvSpPr>
        <p:spPr>
          <a:xfrm>
            <a:off x="-12" y="4775619"/>
            <a:ext cx="368317" cy="367893"/>
          </a:xfrm>
          <a:custGeom>
            <a:rect b="b" l="l" r="r" t="t"/>
            <a:pathLst>
              <a:path extrusionOk="0" h="13888" w="13904">
                <a:moveTo>
                  <a:pt x="1" y="1"/>
                </a:moveTo>
                <a:lnTo>
                  <a:pt x="1" y="13888"/>
                </a:lnTo>
                <a:lnTo>
                  <a:pt x="13903" y="13888"/>
                </a:lnTo>
                <a:lnTo>
                  <a:pt x="13903" y="13744"/>
                </a:lnTo>
                <a:lnTo>
                  <a:pt x="9883" y="9723"/>
                </a:lnTo>
                <a:lnTo>
                  <a:pt x="4181" y="9723"/>
                </a:lnTo>
                <a:lnTo>
                  <a:pt x="4181" y="4021"/>
                </a:lnTo>
                <a:lnTo>
                  <a:pt x="145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7"/>
          <p:cNvSpPr/>
          <p:nvPr/>
        </p:nvSpPr>
        <p:spPr>
          <a:xfrm>
            <a:off x="94189" y="4775619"/>
            <a:ext cx="274119" cy="274119"/>
          </a:xfrm>
          <a:custGeom>
            <a:rect b="b" l="l" r="r" t="t"/>
            <a:pathLst>
              <a:path extrusionOk="0" h="10348" w="10348">
                <a:moveTo>
                  <a:pt x="0" y="1"/>
                </a:moveTo>
                <a:lnTo>
                  <a:pt x="3028" y="3028"/>
                </a:lnTo>
                <a:lnTo>
                  <a:pt x="3028" y="7321"/>
                </a:lnTo>
                <a:lnTo>
                  <a:pt x="7320" y="7321"/>
                </a:lnTo>
                <a:lnTo>
                  <a:pt x="10347" y="10348"/>
                </a:lnTo>
                <a:lnTo>
                  <a:pt x="10347" y="6872"/>
                </a:lnTo>
                <a:lnTo>
                  <a:pt x="10011" y="6504"/>
                </a:lnTo>
                <a:lnTo>
                  <a:pt x="9482" y="5703"/>
                </a:lnTo>
                <a:lnTo>
                  <a:pt x="9114" y="4822"/>
                </a:lnTo>
                <a:lnTo>
                  <a:pt x="8938" y="3909"/>
                </a:lnTo>
                <a:lnTo>
                  <a:pt x="8922" y="3445"/>
                </a:lnTo>
                <a:lnTo>
                  <a:pt x="8585" y="3765"/>
                </a:lnTo>
                <a:lnTo>
                  <a:pt x="7817" y="4278"/>
                </a:lnTo>
                <a:lnTo>
                  <a:pt x="6936" y="4646"/>
                </a:lnTo>
                <a:lnTo>
                  <a:pt x="5991" y="4838"/>
                </a:lnTo>
                <a:lnTo>
                  <a:pt x="5494" y="4854"/>
                </a:lnTo>
                <a:lnTo>
                  <a:pt x="5510" y="4358"/>
                </a:lnTo>
                <a:lnTo>
                  <a:pt x="5702" y="3413"/>
                </a:lnTo>
                <a:lnTo>
                  <a:pt x="6071" y="2548"/>
                </a:lnTo>
                <a:lnTo>
                  <a:pt x="6599" y="1763"/>
                </a:lnTo>
                <a:lnTo>
                  <a:pt x="6920" y="1427"/>
                </a:lnTo>
                <a:lnTo>
                  <a:pt x="6455" y="1410"/>
                </a:lnTo>
                <a:lnTo>
                  <a:pt x="5542" y="1234"/>
                </a:lnTo>
                <a:lnTo>
                  <a:pt x="4661" y="882"/>
                </a:lnTo>
                <a:lnTo>
                  <a:pt x="3844" y="353"/>
                </a:lnTo>
                <a:lnTo>
                  <a:pt x="3492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"/>
          <p:cNvSpPr/>
          <p:nvPr/>
        </p:nvSpPr>
        <p:spPr>
          <a:xfrm>
            <a:off x="368290" y="4501119"/>
            <a:ext cx="274542" cy="274516"/>
          </a:xfrm>
          <a:custGeom>
            <a:rect b="b" l="l" r="r" t="t"/>
            <a:pathLst>
              <a:path extrusionOk="0" h="10363" w="10364">
                <a:moveTo>
                  <a:pt x="0" y="0"/>
                </a:moveTo>
                <a:lnTo>
                  <a:pt x="0" y="3508"/>
                </a:lnTo>
                <a:lnTo>
                  <a:pt x="337" y="3876"/>
                </a:lnTo>
                <a:lnTo>
                  <a:pt x="881" y="4677"/>
                </a:lnTo>
                <a:lnTo>
                  <a:pt x="1234" y="5558"/>
                </a:lnTo>
                <a:lnTo>
                  <a:pt x="1410" y="6471"/>
                </a:lnTo>
                <a:lnTo>
                  <a:pt x="1426" y="6935"/>
                </a:lnTo>
                <a:lnTo>
                  <a:pt x="1762" y="6615"/>
                </a:lnTo>
                <a:lnTo>
                  <a:pt x="2531" y="6102"/>
                </a:lnTo>
                <a:lnTo>
                  <a:pt x="3412" y="5734"/>
                </a:lnTo>
                <a:lnTo>
                  <a:pt x="4357" y="5542"/>
                </a:lnTo>
                <a:lnTo>
                  <a:pt x="4853" y="5526"/>
                </a:lnTo>
                <a:lnTo>
                  <a:pt x="4837" y="6022"/>
                </a:lnTo>
                <a:lnTo>
                  <a:pt x="4645" y="6967"/>
                </a:lnTo>
                <a:lnTo>
                  <a:pt x="4277" y="7832"/>
                </a:lnTo>
                <a:lnTo>
                  <a:pt x="3748" y="8617"/>
                </a:lnTo>
                <a:lnTo>
                  <a:pt x="3428" y="8953"/>
                </a:lnTo>
                <a:lnTo>
                  <a:pt x="3892" y="8970"/>
                </a:lnTo>
                <a:lnTo>
                  <a:pt x="4805" y="9146"/>
                </a:lnTo>
                <a:lnTo>
                  <a:pt x="5686" y="9498"/>
                </a:lnTo>
                <a:lnTo>
                  <a:pt x="6487" y="10027"/>
                </a:lnTo>
                <a:lnTo>
                  <a:pt x="6856" y="10363"/>
                </a:lnTo>
                <a:lnTo>
                  <a:pt x="10363" y="10363"/>
                </a:lnTo>
                <a:lnTo>
                  <a:pt x="7320" y="7320"/>
                </a:lnTo>
                <a:lnTo>
                  <a:pt x="7320" y="3027"/>
                </a:lnTo>
                <a:lnTo>
                  <a:pt x="3044" y="3027"/>
                </a:lnTo>
                <a:lnTo>
                  <a:pt x="0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"/>
          <p:cNvSpPr/>
          <p:nvPr/>
        </p:nvSpPr>
        <p:spPr>
          <a:xfrm>
            <a:off x="368290" y="4407341"/>
            <a:ext cx="368317" cy="368290"/>
          </a:xfrm>
          <a:custGeom>
            <a:rect b="b" l="l" r="r" t="t"/>
            <a:pathLst>
              <a:path extrusionOk="0" h="13903" w="13904">
                <a:moveTo>
                  <a:pt x="0" y="0"/>
                </a:moveTo>
                <a:lnTo>
                  <a:pt x="0" y="144"/>
                </a:lnTo>
                <a:lnTo>
                  <a:pt x="4037" y="4165"/>
                </a:lnTo>
                <a:lnTo>
                  <a:pt x="9723" y="4165"/>
                </a:lnTo>
                <a:lnTo>
                  <a:pt x="9723" y="9867"/>
                </a:lnTo>
                <a:lnTo>
                  <a:pt x="13759" y="13903"/>
                </a:lnTo>
                <a:lnTo>
                  <a:pt x="13903" y="13903"/>
                </a:lnTo>
                <a:lnTo>
                  <a:pt x="1390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"/>
          <p:cNvSpPr/>
          <p:nvPr/>
        </p:nvSpPr>
        <p:spPr>
          <a:xfrm>
            <a:off x="368290" y="4775619"/>
            <a:ext cx="182039" cy="182066"/>
          </a:xfrm>
          <a:custGeom>
            <a:rect b="b" l="l" r="r" t="t"/>
            <a:pathLst>
              <a:path extrusionOk="0" h="6873" w="6872">
                <a:moveTo>
                  <a:pt x="0" y="1"/>
                </a:moveTo>
                <a:lnTo>
                  <a:pt x="0" y="6872"/>
                </a:lnTo>
                <a:lnTo>
                  <a:pt x="337" y="6504"/>
                </a:lnTo>
                <a:lnTo>
                  <a:pt x="881" y="5703"/>
                </a:lnTo>
                <a:lnTo>
                  <a:pt x="1234" y="4822"/>
                </a:lnTo>
                <a:lnTo>
                  <a:pt x="1410" y="3909"/>
                </a:lnTo>
                <a:lnTo>
                  <a:pt x="1426" y="3445"/>
                </a:lnTo>
                <a:lnTo>
                  <a:pt x="1762" y="3765"/>
                </a:lnTo>
                <a:lnTo>
                  <a:pt x="2531" y="4278"/>
                </a:lnTo>
                <a:lnTo>
                  <a:pt x="3412" y="4646"/>
                </a:lnTo>
                <a:lnTo>
                  <a:pt x="4357" y="4838"/>
                </a:lnTo>
                <a:lnTo>
                  <a:pt x="4853" y="4854"/>
                </a:lnTo>
                <a:lnTo>
                  <a:pt x="4837" y="4358"/>
                </a:lnTo>
                <a:lnTo>
                  <a:pt x="4645" y="3413"/>
                </a:lnTo>
                <a:lnTo>
                  <a:pt x="4277" y="2548"/>
                </a:lnTo>
                <a:lnTo>
                  <a:pt x="3748" y="1763"/>
                </a:lnTo>
                <a:lnTo>
                  <a:pt x="3428" y="1427"/>
                </a:lnTo>
                <a:lnTo>
                  <a:pt x="3892" y="1410"/>
                </a:lnTo>
                <a:lnTo>
                  <a:pt x="4821" y="1234"/>
                </a:lnTo>
                <a:lnTo>
                  <a:pt x="5686" y="882"/>
                </a:lnTo>
                <a:lnTo>
                  <a:pt x="6503" y="353"/>
                </a:lnTo>
                <a:lnTo>
                  <a:pt x="6872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"/>
          <p:cNvSpPr/>
          <p:nvPr/>
        </p:nvSpPr>
        <p:spPr>
          <a:xfrm>
            <a:off x="187119" y="4594023"/>
            <a:ext cx="181192" cy="181615"/>
          </a:xfrm>
          <a:custGeom>
            <a:rect b="b" l="l" r="r" t="t"/>
            <a:pathLst>
              <a:path extrusionOk="0" h="6856" w="6840">
                <a:moveTo>
                  <a:pt x="6839" y="1"/>
                </a:moveTo>
                <a:lnTo>
                  <a:pt x="6503" y="369"/>
                </a:lnTo>
                <a:lnTo>
                  <a:pt x="5974" y="1170"/>
                </a:lnTo>
                <a:lnTo>
                  <a:pt x="5606" y="2051"/>
                </a:lnTo>
                <a:lnTo>
                  <a:pt x="5430" y="2964"/>
                </a:lnTo>
                <a:lnTo>
                  <a:pt x="5414" y="3428"/>
                </a:lnTo>
                <a:lnTo>
                  <a:pt x="5077" y="3108"/>
                </a:lnTo>
                <a:lnTo>
                  <a:pt x="4309" y="2595"/>
                </a:lnTo>
                <a:lnTo>
                  <a:pt x="3428" y="2227"/>
                </a:lnTo>
                <a:lnTo>
                  <a:pt x="2483" y="2035"/>
                </a:lnTo>
                <a:lnTo>
                  <a:pt x="1986" y="2019"/>
                </a:lnTo>
                <a:lnTo>
                  <a:pt x="2002" y="2515"/>
                </a:lnTo>
                <a:lnTo>
                  <a:pt x="2194" y="3460"/>
                </a:lnTo>
                <a:lnTo>
                  <a:pt x="2563" y="4325"/>
                </a:lnTo>
                <a:lnTo>
                  <a:pt x="3091" y="5094"/>
                </a:lnTo>
                <a:lnTo>
                  <a:pt x="3412" y="5446"/>
                </a:lnTo>
                <a:lnTo>
                  <a:pt x="2947" y="5463"/>
                </a:lnTo>
                <a:lnTo>
                  <a:pt x="2034" y="5639"/>
                </a:lnTo>
                <a:lnTo>
                  <a:pt x="1169" y="5991"/>
                </a:lnTo>
                <a:lnTo>
                  <a:pt x="352" y="6520"/>
                </a:lnTo>
                <a:lnTo>
                  <a:pt x="0" y="6856"/>
                </a:lnTo>
                <a:lnTo>
                  <a:pt x="6839" y="6856"/>
                </a:lnTo>
                <a:lnTo>
                  <a:pt x="683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"/>
          <p:cNvSpPr/>
          <p:nvPr/>
        </p:nvSpPr>
        <p:spPr>
          <a:xfrm>
            <a:off x="186695" y="4775619"/>
            <a:ext cx="181615" cy="182066"/>
          </a:xfrm>
          <a:custGeom>
            <a:rect b="b" l="l" r="r" t="t"/>
            <a:pathLst>
              <a:path extrusionOk="0" h="6873" w="6856">
                <a:moveTo>
                  <a:pt x="0" y="1"/>
                </a:moveTo>
                <a:lnTo>
                  <a:pt x="352" y="353"/>
                </a:lnTo>
                <a:lnTo>
                  <a:pt x="1169" y="882"/>
                </a:lnTo>
                <a:lnTo>
                  <a:pt x="2050" y="1234"/>
                </a:lnTo>
                <a:lnTo>
                  <a:pt x="2963" y="1410"/>
                </a:lnTo>
                <a:lnTo>
                  <a:pt x="3428" y="1427"/>
                </a:lnTo>
                <a:lnTo>
                  <a:pt x="3107" y="1763"/>
                </a:lnTo>
                <a:lnTo>
                  <a:pt x="2579" y="2548"/>
                </a:lnTo>
                <a:lnTo>
                  <a:pt x="2210" y="3413"/>
                </a:lnTo>
                <a:lnTo>
                  <a:pt x="2018" y="4358"/>
                </a:lnTo>
                <a:lnTo>
                  <a:pt x="2002" y="4854"/>
                </a:lnTo>
                <a:lnTo>
                  <a:pt x="2499" y="4838"/>
                </a:lnTo>
                <a:lnTo>
                  <a:pt x="3444" y="4646"/>
                </a:lnTo>
                <a:lnTo>
                  <a:pt x="4325" y="4278"/>
                </a:lnTo>
                <a:lnTo>
                  <a:pt x="5093" y="3765"/>
                </a:lnTo>
                <a:lnTo>
                  <a:pt x="5430" y="3445"/>
                </a:lnTo>
                <a:lnTo>
                  <a:pt x="5446" y="3909"/>
                </a:lnTo>
                <a:lnTo>
                  <a:pt x="5622" y="4822"/>
                </a:lnTo>
                <a:lnTo>
                  <a:pt x="5990" y="5703"/>
                </a:lnTo>
                <a:lnTo>
                  <a:pt x="6519" y="6504"/>
                </a:lnTo>
                <a:lnTo>
                  <a:pt x="6855" y="6872"/>
                </a:lnTo>
                <a:lnTo>
                  <a:pt x="6855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7"/>
          <p:cNvSpPr/>
          <p:nvPr/>
        </p:nvSpPr>
        <p:spPr>
          <a:xfrm>
            <a:off x="368290" y="4594023"/>
            <a:ext cx="181615" cy="181615"/>
          </a:xfrm>
          <a:custGeom>
            <a:rect b="b" l="l" r="r" t="t"/>
            <a:pathLst>
              <a:path extrusionOk="0" h="6856" w="6856">
                <a:moveTo>
                  <a:pt x="0" y="1"/>
                </a:moveTo>
                <a:lnTo>
                  <a:pt x="0" y="6856"/>
                </a:lnTo>
                <a:lnTo>
                  <a:pt x="6856" y="6856"/>
                </a:lnTo>
                <a:lnTo>
                  <a:pt x="6487" y="6520"/>
                </a:lnTo>
                <a:lnTo>
                  <a:pt x="5686" y="5991"/>
                </a:lnTo>
                <a:lnTo>
                  <a:pt x="4805" y="5639"/>
                </a:lnTo>
                <a:lnTo>
                  <a:pt x="3892" y="5463"/>
                </a:lnTo>
                <a:lnTo>
                  <a:pt x="3428" y="5446"/>
                </a:lnTo>
                <a:lnTo>
                  <a:pt x="3748" y="5110"/>
                </a:lnTo>
                <a:lnTo>
                  <a:pt x="4277" y="4325"/>
                </a:lnTo>
                <a:lnTo>
                  <a:pt x="4645" y="3460"/>
                </a:lnTo>
                <a:lnTo>
                  <a:pt x="4837" y="2515"/>
                </a:lnTo>
                <a:lnTo>
                  <a:pt x="4853" y="2019"/>
                </a:lnTo>
                <a:lnTo>
                  <a:pt x="4357" y="2035"/>
                </a:lnTo>
                <a:lnTo>
                  <a:pt x="3412" y="2227"/>
                </a:lnTo>
                <a:lnTo>
                  <a:pt x="2531" y="2595"/>
                </a:lnTo>
                <a:lnTo>
                  <a:pt x="1762" y="3108"/>
                </a:lnTo>
                <a:lnTo>
                  <a:pt x="1426" y="3428"/>
                </a:lnTo>
                <a:lnTo>
                  <a:pt x="1410" y="2964"/>
                </a:lnTo>
                <a:lnTo>
                  <a:pt x="1234" y="2051"/>
                </a:lnTo>
                <a:lnTo>
                  <a:pt x="881" y="1170"/>
                </a:lnTo>
                <a:lnTo>
                  <a:pt x="337" y="369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"/>
          <p:cNvSpPr/>
          <p:nvPr/>
        </p:nvSpPr>
        <p:spPr>
          <a:xfrm>
            <a:off x="368290" y="4775619"/>
            <a:ext cx="26" cy="26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"/>
          <p:cNvSpPr/>
          <p:nvPr/>
        </p:nvSpPr>
        <p:spPr>
          <a:xfrm>
            <a:off x="3802" y="4411156"/>
            <a:ext cx="364502" cy="364476"/>
          </a:xfrm>
          <a:custGeom>
            <a:rect b="b" l="l" r="r" t="t"/>
            <a:pathLst>
              <a:path extrusionOk="0" h="13759" w="13760">
                <a:moveTo>
                  <a:pt x="13759" y="0"/>
                </a:moveTo>
                <a:lnTo>
                  <a:pt x="9739" y="4021"/>
                </a:lnTo>
                <a:lnTo>
                  <a:pt x="4037" y="4021"/>
                </a:lnTo>
                <a:lnTo>
                  <a:pt x="4037" y="9723"/>
                </a:lnTo>
                <a:lnTo>
                  <a:pt x="1" y="13759"/>
                </a:lnTo>
                <a:lnTo>
                  <a:pt x="3412" y="13759"/>
                </a:lnTo>
                <a:lnTo>
                  <a:pt x="6440" y="10716"/>
                </a:lnTo>
                <a:lnTo>
                  <a:pt x="6440" y="6423"/>
                </a:lnTo>
                <a:lnTo>
                  <a:pt x="10732" y="6423"/>
                </a:lnTo>
                <a:lnTo>
                  <a:pt x="13759" y="3396"/>
                </a:lnTo>
                <a:lnTo>
                  <a:pt x="137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"/>
          <p:cNvSpPr/>
          <p:nvPr/>
        </p:nvSpPr>
        <p:spPr>
          <a:xfrm>
            <a:off x="3802" y="4775619"/>
            <a:ext cx="364502" cy="364079"/>
          </a:xfrm>
          <a:custGeom>
            <a:rect b="b" l="l" r="r" t="t"/>
            <a:pathLst>
              <a:path extrusionOk="0" h="13744" w="13760">
                <a:moveTo>
                  <a:pt x="1" y="1"/>
                </a:moveTo>
                <a:lnTo>
                  <a:pt x="4037" y="4021"/>
                </a:lnTo>
                <a:lnTo>
                  <a:pt x="4037" y="9723"/>
                </a:lnTo>
                <a:lnTo>
                  <a:pt x="9739" y="9723"/>
                </a:lnTo>
                <a:lnTo>
                  <a:pt x="13759" y="13744"/>
                </a:lnTo>
                <a:lnTo>
                  <a:pt x="13759" y="10348"/>
                </a:lnTo>
                <a:lnTo>
                  <a:pt x="10732" y="7321"/>
                </a:lnTo>
                <a:lnTo>
                  <a:pt x="6440" y="7321"/>
                </a:lnTo>
                <a:lnTo>
                  <a:pt x="6440" y="3028"/>
                </a:lnTo>
                <a:lnTo>
                  <a:pt x="341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"/>
          <p:cNvSpPr/>
          <p:nvPr/>
        </p:nvSpPr>
        <p:spPr>
          <a:xfrm>
            <a:off x="368290" y="4411156"/>
            <a:ext cx="364476" cy="364476"/>
          </a:xfrm>
          <a:custGeom>
            <a:rect b="b" l="l" r="r" t="t"/>
            <a:pathLst>
              <a:path extrusionOk="0" h="13759" w="13759">
                <a:moveTo>
                  <a:pt x="0" y="0"/>
                </a:moveTo>
                <a:lnTo>
                  <a:pt x="0" y="3396"/>
                </a:lnTo>
                <a:lnTo>
                  <a:pt x="3044" y="6423"/>
                </a:lnTo>
                <a:lnTo>
                  <a:pt x="7320" y="6423"/>
                </a:lnTo>
                <a:lnTo>
                  <a:pt x="7320" y="10716"/>
                </a:lnTo>
                <a:lnTo>
                  <a:pt x="10363" y="13759"/>
                </a:lnTo>
                <a:lnTo>
                  <a:pt x="13759" y="13759"/>
                </a:lnTo>
                <a:lnTo>
                  <a:pt x="9723" y="9723"/>
                </a:lnTo>
                <a:lnTo>
                  <a:pt x="9723" y="4021"/>
                </a:lnTo>
                <a:lnTo>
                  <a:pt x="4037" y="40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"/>
          <p:cNvSpPr/>
          <p:nvPr/>
        </p:nvSpPr>
        <p:spPr>
          <a:xfrm>
            <a:off x="1104870" y="4039037"/>
            <a:ext cx="160000" cy="227019"/>
          </a:xfrm>
          <a:custGeom>
            <a:rect b="b" l="l" r="r" t="t"/>
            <a:pathLst>
              <a:path extrusionOk="0" h="8570" w="6040">
                <a:moveTo>
                  <a:pt x="1" y="1"/>
                </a:moveTo>
                <a:lnTo>
                  <a:pt x="1" y="8570"/>
                </a:lnTo>
                <a:lnTo>
                  <a:pt x="417" y="8121"/>
                </a:lnTo>
                <a:lnTo>
                  <a:pt x="1090" y="7112"/>
                </a:lnTo>
                <a:lnTo>
                  <a:pt x="1522" y="6023"/>
                </a:lnTo>
                <a:lnTo>
                  <a:pt x="1747" y="4870"/>
                </a:lnTo>
                <a:lnTo>
                  <a:pt x="1763" y="4293"/>
                </a:lnTo>
                <a:lnTo>
                  <a:pt x="2195" y="4694"/>
                </a:lnTo>
                <a:lnTo>
                  <a:pt x="3156" y="5350"/>
                </a:lnTo>
                <a:lnTo>
                  <a:pt x="4245" y="5799"/>
                </a:lnTo>
                <a:lnTo>
                  <a:pt x="5414" y="6039"/>
                </a:lnTo>
                <a:lnTo>
                  <a:pt x="6039" y="6071"/>
                </a:lnTo>
                <a:lnTo>
                  <a:pt x="6039" y="6055"/>
                </a:lnTo>
                <a:lnTo>
                  <a:pt x="1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"/>
          <p:cNvSpPr/>
          <p:nvPr/>
        </p:nvSpPr>
        <p:spPr>
          <a:xfrm>
            <a:off x="878717" y="3879509"/>
            <a:ext cx="226172" cy="159549"/>
          </a:xfrm>
          <a:custGeom>
            <a:rect b="b" l="l" r="r" t="t"/>
            <a:pathLst>
              <a:path extrusionOk="0" h="6023" w="8538">
                <a:moveTo>
                  <a:pt x="2483" y="0"/>
                </a:moveTo>
                <a:lnTo>
                  <a:pt x="2499" y="609"/>
                </a:lnTo>
                <a:lnTo>
                  <a:pt x="2740" y="1794"/>
                </a:lnTo>
                <a:lnTo>
                  <a:pt x="3204" y="2883"/>
                </a:lnTo>
                <a:lnTo>
                  <a:pt x="3861" y="3844"/>
                </a:lnTo>
                <a:lnTo>
                  <a:pt x="4261" y="4277"/>
                </a:lnTo>
                <a:lnTo>
                  <a:pt x="3685" y="4293"/>
                </a:lnTo>
                <a:lnTo>
                  <a:pt x="2547" y="4501"/>
                </a:lnTo>
                <a:lnTo>
                  <a:pt x="1458" y="4949"/>
                </a:lnTo>
                <a:lnTo>
                  <a:pt x="449" y="5606"/>
                </a:lnTo>
                <a:lnTo>
                  <a:pt x="1" y="6023"/>
                </a:lnTo>
                <a:lnTo>
                  <a:pt x="8538" y="6023"/>
                </a:lnTo>
                <a:lnTo>
                  <a:pt x="2499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"/>
          <p:cNvSpPr/>
          <p:nvPr/>
        </p:nvSpPr>
        <p:spPr>
          <a:xfrm>
            <a:off x="878293" y="4039037"/>
            <a:ext cx="226595" cy="227019"/>
          </a:xfrm>
          <a:custGeom>
            <a:rect b="b" l="l" r="r" t="t"/>
            <a:pathLst>
              <a:path extrusionOk="0" h="8570" w="8554">
                <a:moveTo>
                  <a:pt x="17" y="1"/>
                </a:moveTo>
                <a:lnTo>
                  <a:pt x="1" y="17"/>
                </a:lnTo>
                <a:lnTo>
                  <a:pt x="449" y="449"/>
                </a:lnTo>
                <a:lnTo>
                  <a:pt x="1458" y="1106"/>
                </a:lnTo>
                <a:lnTo>
                  <a:pt x="2547" y="1554"/>
                </a:lnTo>
                <a:lnTo>
                  <a:pt x="3685" y="1778"/>
                </a:lnTo>
                <a:lnTo>
                  <a:pt x="4277" y="1794"/>
                </a:lnTo>
                <a:lnTo>
                  <a:pt x="3877" y="2211"/>
                </a:lnTo>
                <a:lnTo>
                  <a:pt x="3220" y="3188"/>
                </a:lnTo>
                <a:lnTo>
                  <a:pt x="2756" y="4261"/>
                </a:lnTo>
                <a:lnTo>
                  <a:pt x="2515" y="5446"/>
                </a:lnTo>
                <a:lnTo>
                  <a:pt x="2499" y="6071"/>
                </a:lnTo>
                <a:lnTo>
                  <a:pt x="3124" y="6039"/>
                </a:lnTo>
                <a:lnTo>
                  <a:pt x="4309" y="5799"/>
                </a:lnTo>
                <a:lnTo>
                  <a:pt x="5382" y="5350"/>
                </a:lnTo>
                <a:lnTo>
                  <a:pt x="6359" y="4694"/>
                </a:lnTo>
                <a:lnTo>
                  <a:pt x="6776" y="4293"/>
                </a:lnTo>
                <a:lnTo>
                  <a:pt x="6792" y="4870"/>
                </a:lnTo>
                <a:lnTo>
                  <a:pt x="7016" y="6023"/>
                </a:lnTo>
                <a:lnTo>
                  <a:pt x="7465" y="7112"/>
                </a:lnTo>
                <a:lnTo>
                  <a:pt x="8121" y="8121"/>
                </a:lnTo>
                <a:lnTo>
                  <a:pt x="8554" y="8570"/>
                </a:lnTo>
                <a:lnTo>
                  <a:pt x="8554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"/>
          <p:cNvSpPr/>
          <p:nvPr/>
        </p:nvSpPr>
        <p:spPr>
          <a:xfrm flipH="1">
            <a:off x="8412797" y="0"/>
            <a:ext cx="731203" cy="731367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"/>
          <p:cNvSpPr txBox="1"/>
          <p:nvPr>
            <p:ph type="title"/>
          </p:nvPr>
        </p:nvSpPr>
        <p:spPr>
          <a:xfrm>
            <a:off x="1191975" y="10341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3" name="Google Shape;623;p8"/>
          <p:cNvSpPr txBox="1"/>
          <p:nvPr>
            <p:ph idx="1" type="body"/>
          </p:nvPr>
        </p:nvSpPr>
        <p:spPr>
          <a:xfrm>
            <a:off x="1191975" y="1821875"/>
            <a:ext cx="36102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24" name="Google Shape;624;p8"/>
          <p:cNvGrpSpPr/>
          <p:nvPr/>
        </p:nvGrpSpPr>
        <p:grpSpPr>
          <a:xfrm>
            <a:off x="8409491" y="92"/>
            <a:ext cx="734605" cy="734605"/>
            <a:chOff x="8287205" y="3428644"/>
            <a:chExt cx="856582" cy="856582"/>
          </a:xfrm>
        </p:grpSpPr>
        <p:grpSp>
          <p:nvGrpSpPr>
            <p:cNvPr id="625" name="Google Shape;625;p8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626" name="Google Shape;626;p8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8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8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5" name="Google Shape;635;p8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8"/>
          <p:cNvGrpSpPr/>
          <p:nvPr/>
        </p:nvGrpSpPr>
        <p:grpSpPr>
          <a:xfrm>
            <a:off x="8409152" y="734518"/>
            <a:ext cx="734881" cy="735220"/>
            <a:chOff x="4595925" y="3627700"/>
            <a:chExt cx="1358125" cy="1358750"/>
          </a:xfrm>
        </p:grpSpPr>
        <p:sp>
          <p:nvSpPr>
            <p:cNvPr id="637" name="Google Shape;637;p8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8"/>
          <p:cNvSpPr/>
          <p:nvPr/>
        </p:nvSpPr>
        <p:spPr>
          <a:xfrm>
            <a:off x="-8" y="4409543"/>
            <a:ext cx="734150" cy="733967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8"/>
          <p:cNvSpPr/>
          <p:nvPr/>
        </p:nvSpPr>
        <p:spPr>
          <a:xfrm>
            <a:off x="-8" y="4409543"/>
            <a:ext cx="734150" cy="733967"/>
          </a:xfrm>
          <a:custGeom>
            <a:rect b="b" l="l" r="r" t="t"/>
            <a:pathLst>
              <a:path extrusionOk="0" h="40176" w="40186">
                <a:moveTo>
                  <a:pt x="0" y="0"/>
                </a:moveTo>
                <a:lnTo>
                  <a:pt x="0" y="20084"/>
                </a:lnTo>
                <a:lnTo>
                  <a:pt x="9" y="20602"/>
                </a:lnTo>
                <a:lnTo>
                  <a:pt x="63" y="21628"/>
                </a:lnTo>
                <a:lnTo>
                  <a:pt x="161" y="22646"/>
                </a:lnTo>
                <a:lnTo>
                  <a:pt x="313" y="23647"/>
                </a:lnTo>
                <a:lnTo>
                  <a:pt x="518" y="24620"/>
                </a:lnTo>
                <a:lnTo>
                  <a:pt x="768" y="25584"/>
                </a:lnTo>
                <a:lnTo>
                  <a:pt x="1063" y="26531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5"/>
                </a:lnTo>
                <a:lnTo>
                  <a:pt x="3170" y="30916"/>
                </a:lnTo>
                <a:lnTo>
                  <a:pt x="3706" y="31719"/>
                </a:lnTo>
                <a:lnTo>
                  <a:pt x="4287" y="32487"/>
                </a:lnTo>
                <a:lnTo>
                  <a:pt x="4903" y="33237"/>
                </a:lnTo>
                <a:lnTo>
                  <a:pt x="5555" y="33952"/>
                </a:lnTo>
                <a:lnTo>
                  <a:pt x="6233" y="34630"/>
                </a:lnTo>
                <a:lnTo>
                  <a:pt x="6948" y="35282"/>
                </a:lnTo>
                <a:lnTo>
                  <a:pt x="7689" y="35890"/>
                </a:lnTo>
                <a:lnTo>
                  <a:pt x="8466" y="36470"/>
                </a:lnTo>
                <a:lnTo>
                  <a:pt x="9270" y="37015"/>
                </a:lnTo>
                <a:lnTo>
                  <a:pt x="10091" y="37515"/>
                </a:lnTo>
                <a:lnTo>
                  <a:pt x="10948" y="37979"/>
                </a:lnTo>
                <a:lnTo>
                  <a:pt x="11824" y="38399"/>
                </a:lnTo>
                <a:lnTo>
                  <a:pt x="12726" y="38783"/>
                </a:lnTo>
                <a:lnTo>
                  <a:pt x="13654" y="39122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3"/>
                </a:lnTo>
                <a:lnTo>
                  <a:pt x="17539" y="40015"/>
                </a:lnTo>
                <a:lnTo>
                  <a:pt x="18548" y="40122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2"/>
                </a:lnTo>
                <a:lnTo>
                  <a:pt x="22656" y="40015"/>
                </a:lnTo>
                <a:lnTo>
                  <a:pt x="23656" y="39863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2"/>
                </a:lnTo>
                <a:lnTo>
                  <a:pt x="27460" y="38783"/>
                </a:lnTo>
                <a:lnTo>
                  <a:pt x="28362" y="38399"/>
                </a:lnTo>
                <a:lnTo>
                  <a:pt x="29246" y="37979"/>
                </a:lnTo>
                <a:lnTo>
                  <a:pt x="30094" y="37515"/>
                </a:lnTo>
                <a:lnTo>
                  <a:pt x="30925" y="37015"/>
                </a:lnTo>
                <a:lnTo>
                  <a:pt x="31728" y="36470"/>
                </a:lnTo>
                <a:lnTo>
                  <a:pt x="32496" y="35890"/>
                </a:lnTo>
                <a:lnTo>
                  <a:pt x="33247" y="35282"/>
                </a:lnTo>
                <a:lnTo>
                  <a:pt x="33961" y="34630"/>
                </a:lnTo>
                <a:lnTo>
                  <a:pt x="34640" y="33952"/>
                </a:lnTo>
                <a:lnTo>
                  <a:pt x="35292" y="33237"/>
                </a:lnTo>
                <a:lnTo>
                  <a:pt x="35899" y="32487"/>
                </a:lnTo>
                <a:lnTo>
                  <a:pt x="36479" y="31719"/>
                </a:lnTo>
                <a:lnTo>
                  <a:pt x="37024" y="30916"/>
                </a:lnTo>
                <a:lnTo>
                  <a:pt x="37524" y="30085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1"/>
                </a:lnTo>
                <a:lnTo>
                  <a:pt x="39426" y="25584"/>
                </a:lnTo>
                <a:lnTo>
                  <a:pt x="39676" y="24620"/>
                </a:lnTo>
                <a:lnTo>
                  <a:pt x="39873" y="23647"/>
                </a:lnTo>
                <a:lnTo>
                  <a:pt x="40024" y="22646"/>
                </a:lnTo>
                <a:lnTo>
                  <a:pt x="40132" y="21628"/>
                </a:lnTo>
                <a:lnTo>
                  <a:pt x="40185" y="20602"/>
                </a:lnTo>
                <a:lnTo>
                  <a:pt x="40185" y="20084"/>
                </a:lnTo>
                <a:lnTo>
                  <a:pt x="40185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"/>
          <p:cNvSpPr/>
          <p:nvPr/>
        </p:nvSpPr>
        <p:spPr>
          <a:xfrm>
            <a:off x="-8" y="3675411"/>
            <a:ext cx="734150" cy="73415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8"/>
          <p:cNvSpPr/>
          <p:nvPr/>
        </p:nvSpPr>
        <p:spPr>
          <a:xfrm>
            <a:off x="-8" y="3675411"/>
            <a:ext cx="734150" cy="73398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"/>
          <p:cNvSpPr/>
          <p:nvPr/>
        </p:nvSpPr>
        <p:spPr>
          <a:xfrm>
            <a:off x="367048" y="3675411"/>
            <a:ext cx="367093" cy="73398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"/>
          <p:cNvSpPr/>
          <p:nvPr/>
        </p:nvSpPr>
        <p:spPr>
          <a:xfrm>
            <a:off x="191357" y="3840671"/>
            <a:ext cx="347016" cy="347016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"/>
          <p:cNvSpPr/>
          <p:nvPr/>
        </p:nvSpPr>
        <p:spPr>
          <a:xfrm>
            <a:off x="216806" y="4625700"/>
            <a:ext cx="300522" cy="300522"/>
          </a:xfrm>
          <a:custGeom>
            <a:rect b="b" l="l" r="r" t="t"/>
            <a:pathLst>
              <a:path extrusionOk="0" h="16450" w="16450">
                <a:moveTo>
                  <a:pt x="8225" y="0"/>
                </a:moveTo>
                <a:lnTo>
                  <a:pt x="0" y="8225"/>
                </a:lnTo>
                <a:lnTo>
                  <a:pt x="8225" y="16449"/>
                </a:lnTo>
                <a:lnTo>
                  <a:pt x="16449" y="8225"/>
                </a:lnTo>
                <a:lnTo>
                  <a:pt x="822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8"/>
          <p:cNvSpPr/>
          <p:nvPr/>
        </p:nvSpPr>
        <p:spPr>
          <a:xfrm>
            <a:off x="308972" y="4709225"/>
            <a:ext cx="119770" cy="119606"/>
          </a:xfrm>
          <a:custGeom>
            <a:rect b="b" l="l" r="r" t="t"/>
            <a:pathLst>
              <a:path extrusionOk="0" h="6547" w="6556">
                <a:moveTo>
                  <a:pt x="3278" y="0"/>
                </a:moveTo>
                <a:lnTo>
                  <a:pt x="1" y="3269"/>
                </a:lnTo>
                <a:lnTo>
                  <a:pt x="3278" y="6546"/>
                </a:lnTo>
                <a:lnTo>
                  <a:pt x="6555" y="3269"/>
                </a:lnTo>
                <a:lnTo>
                  <a:pt x="32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8"/>
          <p:cNvSpPr/>
          <p:nvPr/>
        </p:nvSpPr>
        <p:spPr>
          <a:xfrm>
            <a:off x="358572" y="4013439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"/>
          <p:cNvSpPr/>
          <p:nvPr/>
        </p:nvSpPr>
        <p:spPr>
          <a:xfrm>
            <a:off x="358572" y="4014097"/>
            <a:ext cx="78154" cy="78154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8"/>
          <p:cNvSpPr/>
          <p:nvPr/>
        </p:nvSpPr>
        <p:spPr>
          <a:xfrm>
            <a:off x="280582" y="3936107"/>
            <a:ext cx="78008" cy="77990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8"/>
          <p:cNvSpPr/>
          <p:nvPr/>
        </p:nvSpPr>
        <p:spPr>
          <a:xfrm>
            <a:off x="280418" y="4014097"/>
            <a:ext cx="78172" cy="78154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"/>
          <p:cNvSpPr/>
          <p:nvPr/>
        </p:nvSpPr>
        <p:spPr>
          <a:xfrm>
            <a:off x="358572" y="3936107"/>
            <a:ext cx="77825" cy="77990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"/>
          <p:cNvSpPr/>
          <p:nvPr/>
        </p:nvSpPr>
        <p:spPr>
          <a:xfrm>
            <a:off x="358572" y="4014097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"/>
          <p:cNvSpPr/>
          <p:nvPr/>
        </p:nvSpPr>
        <p:spPr>
          <a:xfrm rot="-5400000">
            <a:off x="734767" y="4409436"/>
            <a:ext cx="734198" cy="7341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"/>
          <p:cNvSpPr/>
          <p:nvPr/>
        </p:nvSpPr>
        <p:spPr>
          <a:xfrm rot="-5400000">
            <a:off x="734684" y="4409519"/>
            <a:ext cx="734198" cy="734034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"/>
          <p:cNvSpPr/>
          <p:nvPr/>
        </p:nvSpPr>
        <p:spPr>
          <a:xfrm rot="-5400000">
            <a:off x="918225" y="4226002"/>
            <a:ext cx="367117" cy="734034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"/>
          <p:cNvSpPr/>
          <p:nvPr/>
        </p:nvSpPr>
        <p:spPr>
          <a:xfrm rot="-5400000">
            <a:off x="900026" y="4605230"/>
            <a:ext cx="347039" cy="347039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8"/>
          <p:cNvSpPr/>
          <p:nvPr/>
        </p:nvSpPr>
        <p:spPr>
          <a:xfrm rot="-5400000">
            <a:off x="1072794" y="4785036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8"/>
          <p:cNvSpPr/>
          <p:nvPr/>
        </p:nvSpPr>
        <p:spPr>
          <a:xfrm rot="-5400000">
            <a:off x="1073452" y="4706896"/>
            <a:ext cx="78159" cy="78159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8"/>
          <p:cNvSpPr/>
          <p:nvPr/>
        </p:nvSpPr>
        <p:spPr>
          <a:xfrm rot="-5400000">
            <a:off x="995453" y="4785040"/>
            <a:ext cx="78013" cy="77995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"/>
          <p:cNvSpPr/>
          <p:nvPr/>
        </p:nvSpPr>
        <p:spPr>
          <a:xfrm rot="-5400000">
            <a:off x="1073443" y="4785040"/>
            <a:ext cx="78177" cy="78159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8"/>
          <p:cNvSpPr/>
          <p:nvPr/>
        </p:nvSpPr>
        <p:spPr>
          <a:xfrm rot="-5400000">
            <a:off x="995545" y="4707142"/>
            <a:ext cx="77830" cy="77995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"/>
          <p:cNvSpPr/>
          <p:nvPr/>
        </p:nvSpPr>
        <p:spPr>
          <a:xfrm rot="-5400000">
            <a:off x="1073443" y="4785046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8"/>
          <p:cNvGrpSpPr/>
          <p:nvPr/>
        </p:nvGrpSpPr>
        <p:grpSpPr>
          <a:xfrm rot="5400000">
            <a:off x="7675292" y="311"/>
            <a:ext cx="734198" cy="734198"/>
            <a:chOff x="6764142" y="555011"/>
            <a:chExt cx="734198" cy="734198"/>
          </a:xfrm>
        </p:grpSpPr>
        <p:sp>
          <p:nvSpPr>
            <p:cNvPr id="673" name="Google Shape;673;p8"/>
            <p:cNvSpPr/>
            <p:nvPr/>
          </p:nvSpPr>
          <p:spPr>
            <a:xfrm>
              <a:off x="6764142" y="555011"/>
              <a:ext cx="734198" cy="7341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6764142" y="555011"/>
              <a:ext cx="734198" cy="73403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131198" y="555011"/>
              <a:ext cx="367117" cy="73403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6955507" y="720271"/>
              <a:ext cx="347039" cy="347039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7122722" y="893039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7122722" y="893697"/>
              <a:ext cx="78159" cy="78159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7044732" y="815707"/>
              <a:ext cx="78013" cy="77995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7044568" y="893697"/>
              <a:ext cx="78177" cy="78159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7122722" y="815707"/>
              <a:ext cx="77830" cy="77995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7122722" y="893697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"/>
          <p:cNvSpPr txBox="1"/>
          <p:nvPr>
            <p:ph type="title"/>
          </p:nvPr>
        </p:nvSpPr>
        <p:spPr>
          <a:xfrm>
            <a:off x="1388100" y="1587000"/>
            <a:ext cx="6367800" cy="19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grpSp>
        <p:nvGrpSpPr>
          <p:cNvPr id="685" name="Google Shape;685;p9"/>
          <p:cNvGrpSpPr/>
          <p:nvPr/>
        </p:nvGrpSpPr>
        <p:grpSpPr>
          <a:xfrm>
            <a:off x="-219" y="-394"/>
            <a:ext cx="733729" cy="733729"/>
            <a:chOff x="1666575" y="729800"/>
            <a:chExt cx="1357500" cy="1357500"/>
          </a:xfrm>
        </p:grpSpPr>
        <p:sp>
          <p:nvSpPr>
            <p:cNvPr id="686" name="Google Shape;686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9"/>
          <p:cNvGrpSpPr/>
          <p:nvPr/>
        </p:nvGrpSpPr>
        <p:grpSpPr>
          <a:xfrm>
            <a:off x="733692" y="-1089"/>
            <a:ext cx="734150" cy="1468099"/>
            <a:chOff x="5286826" y="2572144"/>
            <a:chExt cx="1285952" cy="2571552"/>
          </a:xfrm>
        </p:grpSpPr>
        <p:sp>
          <p:nvSpPr>
            <p:cNvPr id="697" name="Google Shape;697;p9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9"/>
          <p:cNvGrpSpPr/>
          <p:nvPr/>
        </p:nvGrpSpPr>
        <p:grpSpPr>
          <a:xfrm>
            <a:off x="7676270" y="4409534"/>
            <a:ext cx="734150" cy="733967"/>
            <a:chOff x="2715274" y="3858064"/>
            <a:chExt cx="1285952" cy="1285632"/>
          </a:xfrm>
        </p:grpSpPr>
        <p:sp>
          <p:nvSpPr>
            <p:cNvPr id="712" name="Google Shape;712;p9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9"/>
          <p:cNvGrpSpPr/>
          <p:nvPr/>
        </p:nvGrpSpPr>
        <p:grpSpPr>
          <a:xfrm rot="10800000">
            <a:off x="8410427" y="-394"/>
            <a:ext cx="734206" cy="5142632"/>
            <a:chOff x="7120752" y="-394"/>
            <a:chExt cx="734206" cy="5142632"/>
          </a:xfrm>
        </p:grpSpPr>
        <p:grpSp>
          <p:nvGrpSpPr>
            <p:cNvPr id="716" name="Google Shape;716;p9"/>
            <p:cNvGrpSpPr/>
            <p:nvPr/>
          </p:nvGrpSpPr>
          <p:grpSpPr>
            <a:xfrm>
              <a:off x="7121031" y="-394"/>
              <a:ext cx="733729" cy="733729"/>
              <a:chOff x="1666575" y="729800"/>
              <a:chExt cx="1357500" cy="1357500"/>
            </a:xfrm>
          </p:grpSpPr>
          <p:sp>
            <p:nvSpPr>
              <p:cNvPr id="717" name="Google Shape;717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9"/>
            <p:cNvGrpSpPr/>
            <p:nvPr/>
          </p:nvGrpSpPr>
          <p:grpSpPr>
            <a:xfrm>
              <a:off x="7120752" y="2202571"/>
              <a:ext cx="734067" cy="734404"/>
              <a:chOff x="4595925" y="3627700"/>
              <a:chExt cx="1358125" cy="1358750"/>
            </a:xfrm>
          </p:grpSpPr>
          <p:sp>
            <p:nvSpPr>
              <p:cNvPr id="728" name="Google Shape;728;p9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9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9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9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9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9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9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9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9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9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9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9" name="Google Shape;739;p9"/>
            <p:cNvGrpSpPr/>
            <p:nvPr/>
          </p:nvGrpSpPr>
          <p:grpSpPr>
            <a:xfrm>
              <a:off x="7120983" y="2938136"/>
              <a:ext cx="733729" cy="733729"/>
              <a:chOff x="3131575" y="2179075"/>
              <a:chExt cx="1357500" cy="1357500"/>
            </a:xfrm>
          </p:grpSpPr>
          <p:sp>
            <p:nvSpPr>
              <p:cNvPr id="740" name="Google Shape;740;p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5" name="Google Shape;755;p9"/>
            <p:cNvGrpSpPr/>
            <p:nvPr/>
          </p:nvGrpSpPr>
          <p:grpSpPr>
            <a:xfrm>
              <a:off x="7121031" y="1468894"/>
              <a:ext cx="733729" cy="733729"/>
              <a:chOff x="1666575" y="729800"/>
              <a:chExt cx="1357500" cy="1357500"/>
            </a:xfrm>
          </p:grpSpPr>
          <p:sp>
            <p:nvSpPr>
              <p:cNvPr id="756" name="Google Shape;756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6" name="Google Shape;766;p9"/>
            <p:cNvGrpSpPr/>
            <p:nvPr/>
          </p:nvGrpSpPr>
          <p:grpSpPr>
            <a:xfrm>
              <a:off x="7121031" y="3673018"/>
              <a:ext cx="733729" cy="733729"/>
              <a:chOff x="1666575" y="729800"/>
              <a:chExt cx="1357500" cy="1357500"/>
            </a:xfrm>
          </p:grpSpPr>
          <p:sp>
            <p:nvSpPr>
              <p:cNvPr id="767" name="Google Shape;767;p9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9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9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9"/>
            <p:cNvGrpSpPr/>
            <p:nvPr/>
          </p:nvGrpSpPr>
          <p:grpSpPr>
            <a:xfrm>
              <a:off x="7120858" y="732307"/>
              <a:ext cx="734100" cy="734424"/>
              <a:chOff x="1713450" y="856352"/>
              <a:chExt cx="856993" cy="857371"/>
            </a:xfrm>
          </p:grpSpPr>
          <p:grpSp>
            <p:nvGrpSpPr>
              <p:cNvPr id="778" name="Google Shape;778;p9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779" name="Google Shape;779;p9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9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9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9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9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9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9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9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9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9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9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9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9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9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9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9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9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9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9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9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9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00" name="Google Shape;800;p9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6" name="Google Shape;806;p9"/>
            <p:cNvGrpSpPr/>
            <p:nvPr/>
          </p:nvGrpSpPr>
          <p:grpSpPr>
            <a:xfrm>
              <a:off x="7120752" y="4407833"/>
              <a:ext cx="734067" cy="734404"/>
              <a:chOff x="4595925" y="3627700"/>
              <a:chExt cx="1358125" cy="1358750"/>
            </a:xfrm>
          </p:grpSpPr>
          <p:sp>
            <p:nvSpPr>
              <p:cNvPr id="807" name="Google Shape;807;p9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8" name="Google Shape;818;p9"/>
          <p:cNvGrpSpPr/>
          <p:nvPr/>
        </p:nvGrpSpPr>
        <p:grpSpPr>
          <a:xfrm>
            <a:off x="-498" y="2202571"/>
            <a:ext cx="734067" cy="734404"/>
            <a:chOff x="4595925" y="3627700"/>
            <a:chExt cx="1358125" cy="1358750"/>
          </a:xfrm>
        </p:grpSpPr>
        <p:sp>
          <p:nvSpPr>
            <p:cNvPr id="819" name="Google Shape;819;p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9"/>
          <p:cNvGrpSpPr/>
          <p:nvPr/>
        </p:nvGrpSpPr>
        <p:grpSpPr>
          <a:xfrm>
            <a:off x="-267" y="2938136"/>
            <a:ext cx="733729" cy="733729"/>
            <a:chOff x="3131575" y="2179075"/>
            <a:chExt cx="1357500" cy="1357500"/>
          </a:xfrm>
        </p:grpSpPr>
        <p:sp>
          <p:nvSpPr>
            <p:cNvPr id="831" name="Google Shape;831;p9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9"/>
          <p:cNvGrpSpPr/>
          <p:nvPr/>
        </p:nvGrpSpPr>
        <p:grpSpPr>
          <a:xfrm>
            <a:off x="-219" y="1468894"/>
            <a:ext cx="733729" cy="733729"/>
            <a:chOff x="1666575" y="729800"/>
            <a:chExt cx="1357500" cy="1357500"/>
          </a:xfrm>
        </p:grpSpPr>
        <p:sp>
          <p:nvSpPr>
            <p:cNvPr id="847" name="Google Shape;847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7" name="Google Shape;857;p9"/>
          <p:cNvGrpSpPr/>
          <p:nvPr/>
        </p:nvGrpSpPr>
        <p:grpSpPr>
          <a:xfrm>
            <a:off x="-219" y="3673018"/>
            <a:ext cx="733729" cy="733729"/>
            <a:chOff x="1666575" y="729800"/>
            <a:chExt cx="1357500" cy="1357500"/>
          </a:xfrm>
        </p:grpSpPr>
        <p:sp>
          <p:nvSpPr>
            <p:cNvPr id="858" name="Google Shape;858;p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9"/>
          <p:cNvGrpSpPr/>
          <p:nvPr/>
        </p:nvGrpSpPr>
        <p:grpSpPr>
          <a:xfrm>
            <a:off x="-392" y="732307"/>
            <a:ext cx="734100" cy="734424"/>
            <a:chOff x="1713450" y="856352"/>
            <a:chExt cx="856993" cy="857371"/>
          </a:xfrm>
        </p:grpSpPr>
        <p:grpSp>
          <p:nvGrpSpPr>
            <p:cNvPr id="869" name="Google Shape;869;p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870" name="Google Shape;870;p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1" name="Google Shape;891;p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7" name="Google Shape;897;p9"/>
          <p:cNvGrpSpPr/>
          <p:nvPr/>
        </p:nvGrpSpPr>
        <p:grpSpPr>
          <a:xfrm>
            <a:off x="-498" y="4407833"/>
            <a:ext cx="734067" cy="734404"/>
            <a:chOff x="4595925" y="3627700"/>
            <a:chExt cx="1358125" cy="1358750"/>
          </a:xfrm>
        </p:grpSpPr>
        <p:sp>
          <p:nvSpPr>
            <p:cNvPr id="898" name="Google Shape;898;p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0"/>
          <p:cNvSpPr txBox="1"/>
          <p:nvPr>
            <p:ph type="title"/>
          </p:nvPr>
        </p:nvSpPr>
        <p:spPr>
          <a:xfrm>
            <a:off x="814400" y="999950"/>
            <a:ext cx="38373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1" name="Google Shape;911;p10"/>
          <p:cNvSpPr txBox="1"/>
          <p:nvPr>
            <p:ph idx="1" type="subTitle"/>
          </p:nvPr>
        </p:nvSpPr>
        <p:spPr>
          <a:xfrm>
            <a:off x="814400" y="2558450"/>
            <a:ext cx="38373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Oswald Medium"/>
              <a:buNone/>
              <a:defRPr sz="1800">
                <a:solidFill>
                  <a:schemeClr val="accent5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912" name="Google Shape;912;p10"/>
          <p:cNvSpPr txBox="1"/>
          <p:nvPr>
            <p:ph idx="2" type="subTitle"/>
          </p:nvPr>
        </p:nvSpPr>
        <p:spPr>
          <a:xfrm>
            <a:off x="837625" y="2910125"/>
            <a:ext cx="3837300" cy="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10"/>
          <p:cNvSpPr/>
          <p:nvPr/>
        </p:nvSpPr>
        <p:spPr>
          <a:xfrm>
            <a:off x="-2" y="2"/>
            <a:ext cx="733112" cy="733276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4" name="Google Shape;914;p10"/>
          <p:cNvGrpSpPr/>
          <p:nvPr/>
        </p:nvGrpSpPr>
        <p:grpSpPr>
          <a:xfrm rot="-5400000">
            <a:off x="733376" y="4409842"/>
            <a:ext cx="733732" cy="733586"/>
            <a:chOff x="-43200" y="1004600"/>
            <a:chExt cx="1005525" cy="1005325"/>
          </a:xfrm>
        </p:grpSpPr>
        <p:sp>
          <p:nvSpPr>
            <p:cNvPr id="915" name="Google Shape;915;p10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0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0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0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0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0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0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0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0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0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0"/>
          <p:cNvGrpSpPr/>
          <p:nvPr/>
        </p:nvGrpSpPr>
        <p:grpSpPr>
          <a:xfrm>
            <a:off x="202" y="3676617"/>
            <a:ext cx="733729" cy="733729"/>
            <a:chOff x="3131575" y="2179075"/>
            <a:chExt cx="1357500" cy="1357500"/>
          </a:xfrm>
        </p:grpSpPr>
        <p:sp>
          <p:nvSpPr>
            <p:cNvPr id="927" name="Google Shape;927;p10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0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0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0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10"/>
          <p:cNvGrpSpPr/>
          <p:nvPr/>
        </p:nvGrpSpPr>
        <p:grpSpPr>
          <a:xfrm flipH="1" rot="5400000">
            <a:off x="275" y="4410088"/>
            <a:ext cx="733075" cy="733075"/>
            <a:chOff x="-42300" y="0"/>
            <a:chExt cx="1004625" cy="1004625"/>
          </a:xfrm>
        </p:grpSpPr>
        <p:sp>
          <p:nvSpPr>
            <p:cNvPr id="943" name="Google Shape;943;p10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0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0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0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0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0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0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0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1"/>
          <p:cNvSpPr txBox="1"/>
          <p:nvPr>
            <p:ph idx="1" type="body"/>
          </p:nvPr>
        </p:nvSpPr>
        <p:spPr>
          <a:xfrm>
            <a:off x="734775" y="2208275"/>
            <a:ext cx="36849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Oswald SemiBold"/>
              <a:buNone/>
              <a:defRPr sz="6000">
                <a:solidFill>
                  <a:srgbClr val="FFFFFF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</a:lstStyle>
          <a:p/>
        </p:txBody>
      </p:sp>
      <p:grpSp>
        <p:nvGrpSpPr>
          <p:cNvPr id="955" name="Google Shape;955;p11"/>
          <p:cNvGrpSpPr/>
          <p:nvPr/>
        </p:nvGrpSpPr>
        <p:grpSpPr>
          <a:xfrm flipH="1" rot="-5400000">
            <a:off x="6949310" y="4413367"/>
            <a:ext cx="729928" cy="729928"/>
            <a:chOff x="1666575" y="729800"/>
            <a:chExt cx="1357500" cy="1357500"/>
          </a:xfrm>
        </p:grpSpPr>
        <p:sp>
          <p:nvSpPr>
            <p:cNvPr id="956" name="Google Shape;956;p1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6" name="Google Shape;966;p11"/>
          <p:cNvGrpSpPr/>
          <p:nvPr/>
        </p:nvGrpSpPr>
        <p:grpSpPr>
          <a:xfrm flipH="1" rot="-5400000">
            <a:off x="8409157" y="3682955"/>
            <a:ext cx="730329" cy="730652"/>
            <a:chOff x="1713450" y="856352"/>
            <a:chExt cx="856993" cy="857371"/>
          </a:xfrm>
        </p:grpSpPr>
        <p:grpSp>
          <p:nvGrpSpPr>
            <p:cNvPr id="967" name="Google Shape;967;p1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968" name="Google Shape;968;p1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9" name="Google Shape;989;p1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11"/>
          <p:cNvGrpSpPr/>
          <p:nvPr/>
        </p:nvGrpSpPr>
        <p:grpSpPr>
          <a:xfrm>
            <a:off x="8409107" y="4413205"/>
            <a:ext cx="730280" cy="730280"/>
            <a:chOff x="7679257" y="2952930"/>
            <a:chExt cx="730280" cy="730280"/>
          </a:xfrm>
        </p:grpSpPr>
        <p:sp>
          <p:nvSpPr>
            <p:cNvPr id="996" name="Google Shape;996;p11"/>
            <p:cNvSpPr/>
            <p:nvPr/>
          </p:nvSpPr>
          <p:spPr>
            <a:xfrm flipH="1" rot="-5400000">
              <a:off x="7679257" y="2952930"/>
              <a:ext cx="730280" cy="730280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1"/>
            <p:cNvSpPr/>
            <p:nvPr/>
          </p:nvSpPr>
          <p:spPr>
            <a:xfrm flipH="1" rot="-5400000">
              <a:off x="7679175" y="2953012"/>
              <a:ext cx="730280" cy="730117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1"/>
            <p:cNvSpPr/>
            <p:nvPr/>
          </p:nvSpPr>
          <p:spPr>
            <a:xfrm flipH="1" rot="-5400000">
              <a:off x="7861736" y="3135560"/>
              <a:ext cx="365158" cy="730117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11"/>
          <p:cNvGrpSpPr/>
          <p:nvPr/>
        </p:nvGrpSpPr>
        <p:grpSpPr>
          <a:xfrm flipH="1" rot="-5400000">
            <a:off x="8409275" y="2953083"/>
            <a:ext cx="729928" cy="729928"/>
            <a:chOff x="1666575" y="729800"/>
            <a:chExt cx="1357500" cy="1357500"/>
          </a:xfrm>
        </p:grpSpPr>
        <p:sp>
          <p:nvSpPr>
            <p:cNvPr id="1000" name="Google Shape;1000;p1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11"/>
          <p:cNvGrpSpPr/>
          <p:nvPr/>
        </p:nvGrpSpPr>
        <p:grpSpPr>
          <a:xfrm flipH="1" rot="-5400000">
            <a:off x="7679119" y="4413017"/>
            <a:ext cx="730329" cy="730652"/>
            <a:chOff x="1713450" y="856352"/>
            <a:chExt cx="856993" cy="857371"/>
          </a:xfrm>
        </p:grpSpPr>
        <p:grpSp>
          <p:nvGrpSpPr>
            <p:cNvPr id="1011" name="Google Shape;1011;p1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012" name="Google Shape;1012;p1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1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1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1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3" name="Google Shape;1033;p1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11"/>
          <p:cNvSpPr/>
          <p:nvPr/>
        </p:nvSpPr>
        <p:spPr>
          <a:xfrm>
            <a:off x="0" y="0"/>
            <a:ext cx="738435" cy="738600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2"/>
          <p:cNvSpPr txBox="1"/>
          <p:nvPr>
            <p:ph hasCustomPrompt="1" type="title"/>
          </p:nvPr>
        </p:nvSpPr>
        <p:spPr>
          <a:xfrm>
            <a:off x="1156350" y="1070450"/>
            <a:ext cx="68313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2" name="Google Shape;1042;p12"/>
          <p:cNvSpPr txBox="1"/>
          <p:nvPr>
            <p:ph idx="1" type="body"/>
          </p:nvPr>
        </p:nvSpPr>
        <p:spPr>
          <a:xfrm>
            <a:off x="1952250" y="2957750"/>
            <a:ext cx="5239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3" name="Google Shape;1043;p12"/>
          <p:cNvSpPr txBox="1"/>
          <p:nvPr>
            <p:ph idx="12" type="sldNum"/>
          </p:nvPr>
        </p:nvSpPr>
        <p:spPr>
          <a:xfrm>
            <a:off x="8605256" y="4759007"/>
            <a:ext cx="439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4" name="Google Shape;1044;p12"/>
          <p:cNvGrpSpPr/>
          <p:nvPr/>
        </p:nvGrpSpPr>
        <p:grpSpPr>
          <a:xfrm rot="5400000">
            <a:off x="8407452" y="3669979"/>
            <a:ext cx="736783" cy="736986"/>
            <a:chOff x="4595925" y="3627700"/>
            <a:chExt cx="1358125" cy="1358750"/>
          </a:xfrm>
        </p:grpSpPr>
        <p:sp>
          <p:nvSpPr>
            <p:cNvPr id="1045" name="Google Shape;1045;p12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2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2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2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2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2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2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2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2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2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2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6" name="Google Shape;1056;p12"/>
          <p:cNvGrpSpPr/>
          <p:nvPr/>
        </p:nvGrpSpPr>
        <p:grpSpPr>
          <a:xfrm rot="5400000">
            <a:off x="7670650" y="4407146"/>
            <a:ext cx="736444" cy="736308"/>
            <a:chOff x="1666575" y="729800"/>
            <a:chExt cx="1357500" cy="1357500"/>
          </a:xfrm>
        </p:grpSpPr>
        <p:sp>
          <p:nvSpPr>
            <p:cNvPr id="1057" name="Google Shape;1057;p1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7" name="Google Shape;1067;p12"/>
          <p:cNvGrpSpPr/>
          <p:nvPr/>
        </p:nvGrpSpPr>
        <p:grpSpPr>
          <a:xfrm rot="5400000">
            <a:off x="8407412" y="4407051"/>
            <a:ext cx="736444" cy="736308"/>
            <a:chOff x="3131575" y="2179075"/>
            <a:chExt cx="1357500" cy="1357500"/>
          </a:xfrm>
        </p:grpSpPr>
        <p:sp>
          <p:nvSpPr>
            <p:cNvPr id="1068" name="Google Shape;1068;p1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12"/>
          <p:cNvGrpSpPr/>
          <p:nvPr/>
        </p:nvGrpSpPr>
        <p:grpSpPr>
          <a:xfrm flipH="1" rot="10800000">
            <a:off x="-58" y="48"/>
            <a:ext cx="740810" cy="740810"/>
            <a:chOff x="-42300" y="0"/>
            <a:chExt cx="1004625" cy="1004625"/>
          </a:xfrm>
        </p:grpSpPr>
        <p:sp>
          <p:nvSpPr>
            <p:cNvPr id="1084" name="Google Shape;1084;p12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2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2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2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2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2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2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2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2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2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12"/>
          <p:cNvGrpSpPr/>
          <p:nvPr/>
        </p:nvGrpSpPr>
        <p:grpSpPr>
          <a:xfrm>
            <a:off x="-399" y="740829"/>
            <a:ext cx="741474" cy="741327"/>
            <a:chOff x="-43200" y="1004600"/>
            <a:chExt cx="1005525" cy="1005325"/>
          </a:xfrm>
        </p:grpSpPr>
        <p:sp>
          <p:nvSpPr>
            <p:cNvPr id="1095" name="Google Shape;1095;p12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2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2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2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2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2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2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2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2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2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2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6" name="Google Shape;1106;p12"/>
          <p:cNvGrpSpPr/>
          <p:nvPr/>
        </p:nvGrpSpPr>
        <p:grpSpPr>
          <a:xfrm rot="5400000">
            <a:off x="741080" y="-287"/>
            <a:ext cx="741466" cy="741466"/>
            <a:chOff x="3131575" y="2179075"/>
            <a:chExt cx="1357500" cy="1357500"/>
          </a:xfrm>
        </p:grpSpPr>
        <p:sp>
          <p:nvSpPr>
            <p:cNvPr id="1107" name="Google Shape;1107;p1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14"/>
          <p:cNvGrpSpPr/>
          <p:nvPr/>
        </p:nvGrpSpPr>
        <p:grpSpPr>
          <a:xfrm>
            <a:off x="0" y="4405712"/>
            <a:ext cx="738033" cy="738033"/>
            <a:chOff x="0" y="4448738"/>
            <a:chExt cx="694750" cy="694750"/>
          </a:xfrm>
        </p:grpSpPr>
        <p:sp>
          <p:nvSpPr>
            <p:cNvPr id="1125" name="Google Shape;1125;p14"/>
            <p:cNvSpPr/>
            <p:nvPr/>
          </p:nvSpPr>
          <p:spPr>
            <a:xfrm rot="-5400000">
              <a:off x="0" y="4448738"/>
              <a:ext cx="694750" cy="694750"/>
            </a:xfrm>
            <a:custGeom>
              <a:rect b="b" l="l" r="r" t="t"/>
              <a:pathLst>
                <a:path extrusionOk="0" h="27790" w="27790">
                  <a:moveTo>
                    <a:pt x="0" y="0"/>
                  </a:moveTo>
                  <a:lnTo>
                    <a:pt x="0" y="27789"/>
                  </a:lnTo>
                  <a:lnTo>
                    <a:pt x="27790" y="27789"/>
                  </a:lnTo>
                  <a:lnTo>
                    <a:pt x="27790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4"/>
            <p:cNvSpPr/>
            <p:nvPr/>
          </p:nvSpPr>
          <p:spPr>
            <a:xfrm rot="-5400000">
              <a:off x="356363" y="4805100"/>
              <a:ext cx="329575" cy="347200"/>
            </a:xfrm>
            <a:custGeom>
              <a:rect b="b" l="l" r="r" t="t"/>
              <a:pathLst>
                <a:path extrusionOk="0" h="13888" w="13183">
                  <a:moveTo>
                    <a:pt x="0" y="1"/>
                  </a:moveTo>
                  <a:lnTo>
                    <a:pt x="0" y="13887"/>
                  </a:lnTo>
                  <a:lnTo>
                    <a:pt x="13182" y="13887"/>
                  </a:lnTo>
                  <a:lnTo>
                    <a:pt x="11773" y="13743"/>
                  </a:lnTo>
                  <a:lnTo>
                    <a:pt x="10428" y="13455"/>
                  </a:lnTo>
                  <a:lnTo>
                    <a:pt x="9114" y="13055"/>
                  </a:lnTo>
                  <a:lnTo>
                    <a:pt x="7865" y="12526"/>
                  </a:lnTo>
                  <a:lnTo>
                    <a:pt x="6696" y="11885"/>
                  </a:lnTo>
                  <a:lnTo>
                    <a:pt x="5574" y="11133"/>
                  </a:lnTo>
                  <a:lnTo>
                    <a:pt x="4549" y="10284"/>
                  </a:lnTo>
                  <a:lnTo>
                    <a:pt x="4069" y="9819"/>
                  </a:lnTo>
                  <a:lnTo>
                    <a:pt x="3604" y="9339"/>
                  </a:lnTo>
                  <a:lnTo>
                    <a:pt x="2755" y="8314"/>
                  </a:lnTo>
                  <a:lnTo>
                    <a:pt x="2003" y="7208"/>
                  </a:lnTo>
                  <a:lnTo>
                    <a:pt x="1362" y="6023"/>
                  </a:lnTo>
                  <a:lnTo>
                    <a:pt x="833" y="4774"/>
                  </a:lnTo>
                  <a:lnTo>
                    <a:pt x="433" y="3476"/>
                  </a:lnTo>
                  <a:lnTo>
                    <a:pt x="161" y="2115"/>
                  </a:lnTo>
                  <a:lnTo>
                    <a:pt x="17" y="7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"/>
            <p:cNvSpPr/>
            <p:nvPr/>
          </p:nvSpPr>
          <p:spPr>
            <a:xfrm rot="-5400000">
              <a:off x="173775" y="4622513"/>
              <a:ext cx="694750" cy="347200"/>
            </a:xfrm>
            <a:custGeom>
              <a:rect b="b" l="l" r="r" t="t"/>
              <a:pathLst>
                <a:path extrusionOk="0" h="13888" w="27790">
                  <a:moveTo>
                    <a:pt x="0" y="1"/>
                  </a:moveTo>
                  <a:lnTo>
                    <a:pt x="17" y="721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3" y="4774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5" y="8314"/>
                  </a:lnTo>
                  <a:lnTo>
                    <a:pt x="3604" y="9339"/>
                  </a:lnTo>
                  <a:lnTo>
                    <a:pt x="4549" y="10284"/>
                  </a:lnTo>
                  <a:lnTo>
                    <a:pt x="5574" y="11133"/>
                  </a:lnTo>
                  <a:lnTo>
                    <a:pt x="6696" y="11885"/>
                  </a:lnTo>
                  <a:lnTo>
                    <a:pt x="7865" y="12526"/>
                  </a:lnTo>
                  <a:lnTo>
                    <a:pt x="9114" y="13055"/>
                  </a:lnTo>
                  <a:lnTo>
                    <a:pt x="10428" y="13455"/>
                  </a:lnTo>
                  <a:lnTo>
                    <a:pt x="11773" y="13743"/>
                  </a:lnTo>
                  <a:lnTo>
                    <a:pt x="13182" y="13887"/>
                  </a:lnTo>
                  <a:lnTo>
                    <a:pt x="27790" y="13887"/>
                  </a:lnTo>
                  <a:lnTo>
                    <a:pt x="27790" y="13183"/>
                  </a:lnTo>
                  <a:lnTo>
                    <a:pt x="27646" y="11773"/>
                  </a:lnTo>
                  <a:lnTo>
                    <a:pt x="27357" y="10412"/>
                  </a:lnTo>
                  <a:lnTo>
                    <a:pt x="26957" y="9114"/>
                  </a:lnTo>
                  <a:lnTo>
                    <a:pt x="26428" y="7865"/>
                  </a:lnTo>
                  <a:lnTo>
                    <a:pt x="25788" y="6680"/>
                  </a:lnTo>
                  <a:lnTo>
                    <a:pt x="25035" y="5575"/>
                  </a:lnTo>
                  <a:lnTo>
                    <a:pt x="24186" y="4550"/>
                  </a:lnTo>
                  <a:lnTo>
                    <a:pt x="23241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08" y="17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8" name="Google Shape;1128;p14"/>
          <p:cNvSpPr txBox="1"/>
          <p:nvPr>
            <p:ph idx="1" type="subTitle"/>
          </p:nvPr>
        </p:nvSpPr>
        <p:spPr>
          <a:xfrm>
            <a:off x="926350" y="1339925"/>
            <a:ext cx="35643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29" name="Google Shape;1129;p14"/>
          <p:cNvSpPr txBox="1"/>
          <p:nvPr>
            <p:ph idx="2" type="subTitle"/>
          </p:nvPr>
        </p:nvSpPr>
        <p:spPr>
          <a:xfrm>
            <a:off x="937300" y="1848330"/>
            <a:ext cx="30096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14"/>
          <p:cNvSpPr txBox="1"/>
          <p:nvPr>
            <p:ph hasCustomPrompt="1" type="title"/>
          </p:nvPr>
        </p:nvSpPr>
        <p:spPr>
          <a:xfrm>
            <a:off x="937300" y="868350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>
            <a:r>
              <a:t>xx%</a:t>
            </a:r>
          </a:p>
        </p:txBody>
      </p:sp>
      <p:sp>
        <p:nvSpPr>
          <p:cNvPr id="1131" name="Google Shape;1131;p14"/>
          <p:cNvSpPr txBox="1"/>
          <p:nvPr>
            <p:ph idx="3" type="subTitle"/>
          </p:nvPr>
        </p:nvSpPr>
        <p:spPr>
          <a:xfrm>
            <a:off x="926350" y="3227950"/>
            <a:ext cx="35643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2" name="Google Shape;1132;p14"/>
          <p:cNvSpPr txBox="1"/>
          <p:nvPr>
            <p:ph idx="4" type="subTitle"/>
          </p:nvPr>
        </p:nvSpPr>
        <p:spPr>
          <a:xfrm>
            <a:off x="937300" y="3736773"/>
            <a:ext cx="3009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14"/>
          <p:cNvSpPr txBox="1"/>
          <p:nvPr>
            <p:ph hasCustomPrompt="1" idx="5" type="title"/>
          </p:nvPr>
        </p:nvSpPr>
        <p:spPr>
          <a:xfrm>
            <a:off x="937300" y="2756375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4" name="Google Shape;1134;p14"/>
          <p:cNvSpPr txBox="1"/>
          <p:nvPr>
            <p:ph idx="6" type="subTitle"/>
          </p:nvPr>
        </p:nvSpPr>
        <p:spPr>
          <a:xfrm>
            <a:off x="5034475" y="1339925"/>
            <a:ext cx="35643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5" name="Google Shape;1135;p14"/>
          <p:cNvSpPr txBox="1"/>
          <p:nvPr>
            <p:ph idx="7" type="subTitle"/>
          </p:nvPr>
        </p:nvSpPr>
        <p:spPr>
          <a:xfrm>
            <a:off x="5045425" y="1848330"/>
            <a:ext cx="30096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6" name="Google Shape;1136;p14"/>
          <p:cNvSpPr txBox="1"/>
          <p:nvPr>
            <p:ph hasCustomPrompt="1" idx="8" type="title"/>
          </p:nvPr>
        </p:nvSpPr>
        <p:spPr>
          <a:xfrm>
            <a:off x="5045425" y="868350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Oswald SemiBold"/>
              <a:buNone/>
              <a:defRPr b="0" sz="3000">
                <a:solidFill>
                  <a:schemeClr val="accent5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>
            <a:r>
              <a:t>xx%</a:t>
            </a:r>
          </a:p>
        </p:txBody>
      </p:sp>
      <p:sp>
        <p:nvSpPr>
          <p:cNvPr id="1137" name="Google Shape;1137;p14"/>
          <p:cNvSpPr txBox="1"/>
          <p:nvPr>
            <p:ph idx="9" type="subTitle"/>
          </p:nvPr>
        </p:nvSpPr>
        <p:spPr>
          <a:xfrm>
            <a:off x="5034475" y="3227950"/>
            <a:ext cx="3564300" cy="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Oswald Medium"/>
              <a:buNone/>
              <a:defRPr sz="2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38" name="Google Shape;1138;p14"/>
          <p:cNvSpPr txBox="1"/>
          <p:nvPr>
            <p:ph idx="13" type="subTitle"/>
          </p:nvPr>
        </p:nvSpPr>
        <p:spPr>
          <a:xfrm>
            <a:off x="5045425" y="3736773"/>
            <a:ext cx="3009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9" name="Google Shape;1139;p14"/>
          <p:cNvSpPr txBox="1"/>
          <p:nvPr>
            <p:ph hasCustomPrompt="1" idx="14" type="title"/>
          </p:nvPr>
        </p:nvSpPr>
        <p:spPr>
          <a:xfrm>
            <a:off x="5045425" y="2756375"/>
            <a:ext cx="1118700" cy="5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40" name="Google Shape;1140;p14"/>
          <p:cNvSpPr/>
          <p:nvPr/>
        </p:nvSpPr>
        <p:spPr>
          <a:xfrm rot="-5400000">
            <a:off x="8437481" y="1245911"/>
            <a:ext cx="162646" cy="162646"/>
          </a:xfrm>
          <a:custGeom>
            <a:rect b="b" l="l" r="r" t="t"/>
            <a:pathLst>
              <a:path extrusionOk="0" h="6423" w="6423">
                <a:moveTo>
                  <a:pt x="2787" y="0"/>
                </a:moveTo>
                <a:lnTo>
                  <a:pt x="2787" y="1153"/>
                </a:lnTo>
                <a:lnTo>
                  <a:pt x="1153" y="2787"/>
                </a:lnTo>
                <a:lnTo>
                  <a:pt x="0" y="2787"/>
                </a:lnTo>
                <a:lnTo>
                  <a:pt x="0" y="6423"/>
                </a:lnTo>
                <a:lnTo>
                  <a:pt x="1554" y="3732"/>
                </a:lnTo>
                <a:lnTo>
                  <a:pt x="4549" y="4533"/>
                </a:lnTo>
                <a:lnTo>
                  <a:pt x="3748" y="1554"/>
                </a:lnTo>
                <a:lnTo>
                  <a:pt x="6423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4"/>
          <p:cNvSpPr/>
          <p:nvPr/>
        </p:nvSpPr>
        <p:spPr>
          <a:xfrm rot="-5400000">
            <a:off x="8975874" y="1250571"/>
            <a:ext cx="162672" cy="162267"/>
          </a:xfrm>
          <a:custGeom>
            <a:rect b="b" l="l" r="r" t="t"/>
            <a:pathLst>
              <a:path extrusionOk="0" h="6408" w="6424">
                <a:moveTo>
                  <a:pt x="1" y="1"/>
                </a:moveTo>
                <a:lnTo>
                  <a:pt x="1" y="3620"/>
                </a:lnTo>
                <a:lnTo>
                  <a:pt x="1170" y="3620"/>
                </a:lnTo>
                <a:lnTo>
                  <a:pt x="2804" y="5254"/>
                </a:lnTo>
                <a:lnTo>
                  <a:pt x="2804" y="6407"/>
                </a:lnTo>
                <a:lnTo>
                  <a:pt x="6424" y="6407"/>
                </a:lnTo>
                <a:lnTo>
                  <a:pt x="3749" y="4870"/>
                </a:lnTo>
                <a:lnTo>
                  <a:pt x="4550" y="1875"/>
                </a:lnTo>
                <a:lnTo>
                  <a:pt x="1555" y="2675"/>
                </a:lnTo>
                <a:lnTo>
                  <a:pt x="1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2" name="Google Shape;1142;p14"/>
          <p:cNvGrpSpPr/>
          <p:nvPr/>
        </p:nvGrpSpPr>
        <p:grpSpPr>
          <a:xfrm>
            <a:off x="7679570" y="0"/>
            <a:ext cx="1464542" cy="1469598"/>
            <a:chOff x="7753700" y="-12"/>
            <a:chExt cx="1390300" cy="1395100"/>
          </a:xfrm>
        </p:grpSpPr>
        <p:sp>
          <p:nvSpPr>
            <p:cNvPr id="1143" name="Google Shape;1143;p14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 rot="-5400000">
              <a:off x="8622025" y="173963"/>
              <a:ext cx="347600" cy="69475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 rot="-5400000">
              <a:off x="8658450" y="181163"/>
              <a:ext cx="328375" cy="328775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 rot="-5400000">
              <a:off x="8448450" y="695113"/>
              <a:ext cx="695550" cy="695550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4"/>
            <p:cNvSpPr/>
            <p:nvPr/>
          </p:nvSpPr>
          <p:spPr>
            <a:xfrm rot="-5400000">
              <a:off x="8790525" y="1047288"/>
              <a:ext cx="348000" cy="347600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4"/>
            <p:cNvSpPr/>
            <p:nvPr/>
          </p:nvSpPr>
          <p:spPr>
            <a:xfrm rot="-5400000">
              <a:off x="8448638" y="694925"/>
              <a:ext cx="347600" cy="34797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4"/>
            <p:cNvSpPr/>
            <p:nvPr/>
          </p:nvSpPr>
          <p:spPr>
            <a:xfrm rot="-5400000">
              <a:off x="8480875" y="727538"/>
              <a:ext cx="630700" cy="630700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4"/>
            <p:cNvSpPr/>
            <p:nvPr/>
          </p:nvSpPr>
          <p:spPr>
            <a:xfrm rot="-5400000">
              <a:off x="8672200" y="944588"/>
              <a:ext cx="237075" cy="205025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4"/>
            <p:cNvSpPr/>
            <p:nvPr/>
          </p:nvSpPr>
          <p:spPr>
            <a:xfrm rot="-5400000">
              <a:off x="8735875" y="999438"/>
              <a:ext cx="109725" cy="95325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4"/>
            <p:cNvSpPr/>
            <p:nvPr/>
          </p:nvSpPr>
          <p:spPr>
            <a:xfrm rot="-5400000">
              <a:off x="8448438" y="695125"/>
              <a:ext cx="160600" cy="160575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4"/>
            <p:cNvSpPr/>
            <p:nvPr/>
          </p:nvSpPr>
          <p:spPr>
            <a:xfrm rot="-5400000">
              <a:off x="8980200" y="699513"/>
              <a:ext cx="160200" cy="160200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89" y="27790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13903"/>
                  </a:lnTo>
                  <a:lnTo>
                    <a:pt x="16" y="14608"/>
                  </a:lnTo>
                  <a:lnTo>
                    <a:pt x="160" y="16018"/>
                  </a:lnTo>
                  <a:lnTo>
                    <a:pt x="432" y="17363"/>
                  </a:lnTo>
                  <a:lnTo>
                    <a:pt x="833" y="18677"/>
                  </a:lnTo>
                  <a:lnTo>
                    <a:pt x="1361" y="19926"/>
                  </a:lnTo>
                  <a:lnTo>
                    <a:pt x="2002" y="21111"/>
                  </a:lnTo>
                  <a:lnTo>
                    <a:pt x="2755" y="22216"/>
                  </a:lnTo>
                  <a:lnTo>
                    <a:pt x="3604" y="23241"/>
                  </a:lnTo>
                  <a:lnTo>
                    <a:pt x="4549" y="24186"/>
                  </a:lnTo>
                  <a:lnTo>
                    <a:pt x="5574" y="25035"/>
                  </a:lnTo>
                  <a:lnTo>
                    <a:pt x="6695" y="25788"/>
                  </a:lnTo>
                  <a:lnTo>
                    <a:pt x="7864" y="26429"/>
                  </a:lnTo>
                  <a:lnTo>
                    <a:pt x="9114" y="26957"/>
                  </a:lnTo>
                  <a:lnTo>
                    <a:pt x="10427" y="27358"/>
                  </a:lnTo>
                  <a:lnTo>
                    <a:pt x="11772" y="27630"/>
                  </a:lnTo>
                  <a:lnTo>
                    <a:pt x="13182" y="27774"/>
                  </a:lnTo>
                  <a:lnTo>
                    <a:pt x="13903" y="27790"/>
                  </a:lnTo>
                  <a:lnTo>
                    <a:pt x="14607" y="27774"/>
                  </a:lnTo>
                  <a:lnTo>
                    <a:pt x="16017" y="27630"/>
                  </a:lnTo>
                  <a:lnTo>
                    <a:pt x="17378" y="27358"/>
                  </a:lnTo>
                  <a:lnTo>
                    <a:pt x="18676" y="26957"/>
                  </a:lnTo>
                  <a:lnTo>
                    <a:pt x="19925" y="26429"/>
                  </a:lnTo>
                  <a:lnTo>
                    <a:pt x="21110" y="25788"/>
                  </a:lnTo>
                  <a:lnTo>
                    <a:pt x="22216" y="25035"/>
                  </a:lnTo>
                  <a:lnTo>
                    <a:pt x="23241" y="24186"/>
                  </a:lnTo>
                  <a:lnTo>
                    <a:pt x="24186" y="23241"/>
                  </a:lnTo>
                  <a:lnTo>
                    <a:pt x="25035" y="22216"/>
                  </a:lnTo>
                  <a:lnTo>
                    <a:pt x="25787" y="21111"/>
                  </a:lnTo>
                  <a:lnTo>
                    <a:pt x="26428" y="19926"/>
                  </a:lnTo>
                  <a:lnTo>
                    <a:pt x="26957" y="18677"/>
                  </a:lnTo>
                  <a:lnTo>
                    <a:pt x="27373" y="17363"/>
                  </a:lnTo>
                  <a:lnTo>
                    <a:pt x="27645" y="16018"/>
                  </a:lnTo>
                  <a:lnTo>
                    <a:pt x="27789" y="14608"/>
                  </a:lnTo>
                  <a:lnTo>
                    <a:pt x="27789" y="13903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8101250" y="0"/>
              <a:ext cx="347200" cy="694775"/>
            </a:xfrm>
            <a:custGeom>
              <a:rect b="b" l="l" r="r" t="t"/>
              <a:pathLst>
                <a:path extrusionOk="0" h="27791" w="13888">
                  <a:moveTo>
                    <a:pt x="1" y="1"/>
                  </a:moveTo>
                  <a:lnTo>
                    <a:pt x="1" y="27790"/>
                  </a:lnTo>
                  <a:lnTo>
                    <a:pt x="705" y="27774"/>
                  </a:lnTo>
                  <a:lnTo>
                    <a:pt x="2115" y="27630"/>
                  </a:lnTo>
                  <a:lnTo>
                    <a:pt x="3476" y="27358"/>
                  </a:lnTo>
                  <a:lnTo>
                    <a:pt x="4774" y="26957"/>
                  </a:lnTo>
                  <a:lnTo>
                    <a:pt x="6023" y="26429"/>
                  </a:lnTo>
                  <a:lnTo>
                    <a:pt x="7208" y="25788"/>
                  </a:lnTo>
                  <a:lnTo>
                    <a:pt x="8314" y="25035"/>
                  </a:lnTo>
                  <a:lnTo>
                    <a:pt x="9339" y="24186"/>
                  </a:lnTo>
                  <a:lnTo>
                    <a:pt x="10284" y="23241"/>
                  </a:lnTo>
                  <a:lnTo>
                    <a:pt x="11133" y="22216"/>
                  </a:lnTo>
                  <a:lnTo>
                    <a:pt x="11885" y="21111"/>
                  </a:lnTo>
                  <a:lnTo>
                    <a:pt x="12526" y="19926"/>
                  </a:lnTo>
                  <a:lnTo>
                    <a:pt x="13055" y="18677"/>
                  </a:lnTo>
                  <a:lnTo>
                    <a:pt x="13471" y="17363"/>
                  </a:lnTo>
                  <a:lnTo>
                    <a:pt x="13743" y="16018"/>
                  </a:lnTo>
                  <a:lnTo>
                    <a:pt x="13887" y="14608"/>
                  </a:lnTo>
                  <a:lnTo>
                    <a:pt x="13887" y="13903"/>
                  </a:lnTo>
                  <a:lnTo>
                    <a:pt x="13887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7934675" y="156575"/>
              <a:ext cx="328775" cy="328375"/>
            </a:xfrm>
            <a:custGeom>
              <a:rect b="b" l="l" r="r" t="t"/>
              <a:pathLst>
                <a:path extrusionOk="0" h="13135" w="13151">
                  <a:moveTo>
                    <a:pt x="6568" y="0"/>
                  </a:moveTo>
                  <a:lnTo>
                    <a:pt x="5895" y="16"/>
                  </a:lnTo>
                  <a:lnTo>
                    <a:pt x="4614" y="273"/>
                  </a:lnTo>
                  <a:lnTo>
                    <a:pt x="3444" y="785"/>
                  </a:lnTo>
                  <a:lnTo>
                    <a:pt x="2387" y="1490"/>
                  </a:lnTo>
                  <a:lnTo>
                    <a:pt x="1490" y="2371"/>
                  </a:lnTo>
                  <a:lnTo>
                    <a:pt x="785" y="3428"/>
                  </a:lnTo>
                  <a:lnTo>
                    <a:pt x="289" y="4613"/>
                  </a:lnTo>
                  <a:lnTo>
                    <a:pt x="33" y="5895"/>
                  </a:lnTo>
                  <a:lnTo>
                    <a:pt x="1" y="6567"/>
                  </a:lnTo>
                  <a:lnTo>
                    <a:pt x="33" y="7240"/>
                  </a:lnTo>
                  <a:lnTo>
                    <a:pt x="289" y="8521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44" y="12349"/>
                  </a:lnTo>
                  <a:lnTo>
                    <a:pt x="4614" y="12846"/>
                  </a:lnTo>
                  <a:lnTo>
                    <a:pt x="5895" y="13118"/>
                  </a:lnTo>
                  <a:lnTo>
                    <a:pt x="6568" y="13134"/>
                  </a:lnTo>
                  <a:lnTo>
                    <a:pt x="7256" y="13118"/>
                  </a:lnTo>
                  <a:lnTo>
                    <a:pt x="8538" y="12846"/>
                  </a:lnTo>
                  <a:lnTo>
                    <a:pt x="9707" y="12349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6" y="9707"/>
                  </a:lnTo>
                  <a:lnTo>
                    <a:pt x="12862" y="8521"/>
                  </a:lnTo>
                  <a:lnTo>
                    <a:pt x="13119" y="7240"/>
                  </a:lnTo>
                  <a:lnTo>
                    <a:pt x="13151" y="6567"/>
                  </a:lnTo>
                  <a:lnTo>
                    <a:pt x="13119" y="5895"/>
                  </a:lnTo>
                  <a:lnTo>
                    <a:pt x="12862" y="4613"/>
                  </a:lnTo>
                  <a:lnTo>
                    <a:pt x="12366" y="3428"/>
                  </a:lnTo>
                  <a:lnTo>
                    <a:pt x="11645" y="2371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8" y="273"/>
                  </a:lnTo>
                  <a:lnTo>
                    <a:pt x="7256" y="16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0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5"/>
          <p:cNvSpPr txBox="1"/>
          <p:nvPr>
            <p:ph type="title"/>
          </p:nvPr>
        </p:nvSpPr>
        <p:spPr>
          <a:xfrm>
            <a:off x="2766900" y="2608475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1" name="Google Shape;1161;p15"/>
          <p:cNvSpPr txBox="1"/>
          <p:nvPr>
            <p:ph idx="1" type="body"/>
          </p:nvPr>
        </p:nvSpPr>
        <p:spPr>
          <a:xfrm>
            <a:off x="2208600" y="1712638"/>
            <a:ext cx="4726800" cy="12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grpSp>
        <p:nvGrpSpPr>
          <p:cNvPr id="1162" name="Google Shape;1162;p15"/>
          <p:cNvGrpSpPr/>
          <p:nvPr/>
        </p:nvGrpSpPr>
        <p:grpSpPr>
          <a:xfrm rot="10800000">
            <a:off x="11827" y="3695101"/>
            <a:ext cx="1445912" cy="1450904"/>
            <a:chOff x="7753700" y="-12"/>
            <a:chExt cx="1390300" cy="1395100"/>
          </a:xfrm>
        </p:grpSpPr>
        <p:sp>
          <p:nvSpPr>
            <p:cNvPr id="1163" name="Google Shape;1163;p15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 rot="-5400000">
              <a:off x="8448250" y="188"/>
              <a:ext cx="695150" cy="69475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 rot="-5400000">
              <a:off x="8622025" y="173963"/>
              <a:ext cx="347600" cy="69475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 rot="-5400000">
              <a:off x="8658450" y="181163"/>
              <a:ext cx="328375" cy="328775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 rot="-5400000">
              <a:off x="8448450" y="695113"/>
              <a:ext cx="695550" cy="695550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 rot="-5400000">
              <a:off x="8790525" y="1047288"/>
              <a:ext cx="348000" cy="347600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 rot="-5400000">
              <a:off x="8448638" y="694925"/>
              <a:ext cx="347600" cy="34797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 rot="-5400000">
              <a:off x="8480875" y="727538"/>
              <a:ext cx="630700" cy="630700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 rot="-5400000">
              <a:off x="8672200" y="944588"/>
              <a:ext cx="237075" cy="205025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 rot="-5400000">
              <a:off x="8735875" y="999438"/>
              <a:ext cx="109725" cy="95325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 rot="-5400000">
              <a:off x="8448438" y="695125"/>
              <a:ext cx="160600" cy="160575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 rot="-5400000">
              <a:off x="8980200" y="699513"/>
              <a:ext cx="160200" cy="160200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89" y="27790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7753700" y="0"/>
              <a:ext cx="694750" cy="694775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13903"/>
                  </a:lnTo>
                  <a:lnTo>
                    <a:pt x="16" y="14608"/>
                  </a:lnTo>
                  <a:lnTo>
                    <a:pt x="160" y="16018"/>
                  </a:lnTo>
                  <a:lnTo>
                    <a:pt x="432" y="17363"/>
                  </a:lnTo>
                  <a:lnTo>
                    <a:pt x="833" y="18677"/>
                  </a:lnTo>
                  <a:lnTo>
                    <a:pt x="1361" y="19926"/>
                  </a:lnTo>
                  <a:lnTo>
                    <a:pt x="2002" y="21111"/>
                  </a:lnTo>
                  <a:lnTo>
                    <a:pt x="2755" y="22216"/>
                  </a:lnTo>
                  <a:lnTo>
                    <a:pt x="3604" y="23241"/>
                  </a:lnTo>
                  <a:lnTo>
                    <a:pt x="4549" y="24186"/>
                  </a:lnTo>
                  <a:lnTo>
                    <a:pt x="5574" y="25035"/>
                  </a:lnTo>
                  <a:lnTo>
                    <a:pt x="6695" y="25788"/>
                  </a:lnTo>
                  <a:lnTo>
                    <a:pt x="7864" y="26429"/>
                  </a:lnTo>
                  <a:lnTo>
                    <a:pt x="9114" y="26957"/>
                  </a:lnTo>
                  <a:lnTo>
                    <a:pt x="10427" y="27358"/>
                  </a:lnTo>
                  <a:lnTo>
                    <a:pt x="11772" y="27630"/>
                  </a:lnTo>
                  <a:lnTo>
                    <a:pt x="13182" y="27774"/>
                  </a:lnTo>
                  <a:lnTo>
                    <a:pt x="13903" y="27790"/>
                  </a:lnTo>
                  <a:lnTo>
                    <a:pt x="14607" y="27774"/>
                  </a:lnTo>
                  <a:lnTo>
                    <a:pt x="16017" y="27630"/>
                  </a:lnTo>
                  <a:lnTo>
                    <a:pt x="17378" y="27358"/>
                  </a:lnTo>
                  <a:lnTo>
                    <a:pt x="18676" y="26957"/>
                  </a:lnTo>
                  <a:lnTo>
                    <a:pt x="19925" y="26429"/>
                  </a:lnTo>
                  <a:lnTo>
                    <a:pt x="21110" y="25788"/>
                  </a:lnTo>
                  <a:lnTo>
                    <a:pt x="22216" y="25035"/>
                  </a:lnTo>
                  <a:lnTo>
                    <a:pt x="23241" y="24186"/>
                  </a:lnTo>
                  <a:lnTo>
                    <a:pt x="24186" y="23241"/>
                  </a:lnTo>
                  <a:lnTo>
                    <a:pt x="25035" y="22216"/>
                  </a:lnTo>
                  <a:lnTo>
                    <a:pt x="25787" y="21111"/>
                  </a:lnTo>
                  <a:lnTo>
                    <a:pt x="26428" y="19926"/>
                  </a:lnTo>
                  <a:lnTo>
                    <a:pt x="26957" y="18677"/>
                  </a:lnTo>
                  <a:lnTo>
                    <a:pt x="27373" y="17363"/>
                  </a:lnTo>
                  <a:lnTo>
                    <a:pt x="27645" y="16018"/>
                  </a:lnTo>
                  <a:lnTo>
                    <a:pt x="27789" y="14608"/>
                  </a:lnTo>
                  <a:lnTo>
                    <a:pt x="27789" y="13903"/>
                  </a:lnTo>
                  <a:lnTo>
                    <a:pt x="2778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101250" y="0"/>
              <a:ext cx="347200" cy="694775"/>
            </a:xfrm>
            <a:custGeom>
              <a:rect b="b" l="l" r="r" t="t"/>
              <a:pathLst>
                <a:path extrusionOk="0" h="27791" w="13888">
                  <a:moveTo>
                    <a:pt x="1" y="1"/>
                  </a:moveTo>
                  <a:lnTo>
                    <a:pt x="1" y="27790"/>
                  </a:lnTo>
                  <a:lnTo>
                    <a:pt x="705" y="27774"/>
                  </a:lnTo>
                  <a:lnTo>
                    <a:pt x="2115" y="27630"/>
                  </a:lnTo>
                  <a:lnTo>
                    <a:pt x="3476" y="27358"/>
                  </a:lnTo>
                  <a:lnTo>
                    <a:pt x="4774" y="26957"/>
                  </a:lnTo>
                  <a:lnTo>
                    <a:pt x="6023" y="26429"/>
                  </a:lnTo>
                  <a:lnTo>
                    <a:pt x="7208" y="25788"/>
                  </a:lnTo>
                  <a:lnTo>
                    <a:pt x="8314" y="25035"/>
                  </a:lnTo>
                  <a:lnTo>
                    <a:pt x="9339" y="24186"/>
                  </a:lnTo>
                  <a:lnTo>
                    <a:pt x="10284" y="23241"/>
                  </a:lnTo>
                  <a:lnTo>
                    <a:pt x="11133" y="22216"/>
                  </a:lnTo>
                  <a:lnTo>
                    <a:pt x="11885" y="21111"/>
                  </a:lnTo>
                  <a:lnTo>
                    <a:pt x="12526" y="19926"/>
                  </a:lnTo>
                  <a:lnTo>
                    <a:pt x="13055" y="18677"/>
                  </a:lnTo>
                  <a:lnTo>
                    <a:pt x="13471" y="17363"/>
                  </a:lnTo>
                  <a:lnTo>
                    <a:pt x="13743" y="16018"/>
                  </a:lnTo>
                  <a:lnTo>
                    <a:pt x="13887" y="14608"/>
                  </a:lnTo>
                  <a:lnTo>
                    <a:pt x="13887" y="13903"/>
                  </a:lnTo>
                  <a:lnTo>
                    <a:pt x="13887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934675" y="156575"/>
              <a:ext cx="328775" cy="328375"/>
            </a:xfrm>
            <a:custGeom>
              <a:rect b="b" l="l" r="r" t="t"/>
              <a:pathLst>
                <a:path extrusionOk="0" h="13135" w="13151">
                  <a:moveTo>
                    <a:pt x="6568" y="0"/>
                  </a:moveTo>
                  <a:lnTo>
                    <a:pt x="5895" y="16"/>
                  </a:lnTo>
                  <a:lnTo>
                    <a:pt x="4614" y="273"/>
                  </a:lnTo>
                  <a:lnTo>
                    <a:pt x="3444" y="785"/>
                  </a:lnTo>
                  <a:lnTo>
                    <a:pt x="2387" y="1490"/>
                  </a:lnTo>
                  <a:lnTo>
                    <a:pt x="1490" y="2371"/>
                  </a:lnTo>
                  <a:lnTo>
                    <a:pt x="785" y="3428"/>
                  </a:lnTo>
                  <a:lnTo>
                    <a:pt x="289" y="4613"/>
                  </a:lnTo>
                  <a:lnTo>
                    <a:pt x="33" y="5895"/>
                  </a:lnTo>
                  <a:lnTo>
                    <a:pt x="1" y="6567"/>
                  </a:lnTo>
                  <a:lnTo>
                    <a:pt x="33" y="7240"/>
                  </a:lnTo>
                  <a:lnTo>
                    <a:pt x="289" y="8521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44" y="12349"/>
                  </a:lnTo>
                  <a:lnTo>
                    <a:pt x="4614" y="12846"/>
                  </a:lnTo>
                  <a:lnTo>
                    <a:pt x="5895" y="13118"/>
                  </a:lnTo>
                  <a:lnTo>
                    <a:pt x="6568" y="13134"/>
                  </a:lnTo>
                  <a:lnTo>
                    <a:pt x="7256" y="13118"/>
                  </a:lnTo>
                  <a:lnTo>
                    <a:pt x="8538" y="12846"/>
                  </a:lnTo>
                  <a:lnTo>
                    <a:pt x="9707" y="12349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6" y="9707"/>
                  </a:lnTo>
                  <a:lnTo>
                    <a:pt x="12862" y="8521"/>
                  </a:lnTo>
                  <a:lnTo>
                    <a:pt x="13119" y="7240"/>
                  </a:lnTo>
                  <a:lnTo>
                    <a:pt x="13151" y="6567"/>
                  </a:lnTo>
                  <a:lnTo>
                    <a:pt x="13119" y="5895"/>
                  </a:lnTo>
                  <a:lnTo>
                    <a:pt x="12862" y="4613"/>
                  </a:lnTo>
                  <a:lnTo>
                    <a:pt x="12366" y="3428"/>
                  </a:lnTo>
                  <a:lnTo>
                    <a:pt x="11645" y="2371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8" y="273"/>
                  </a:lnTo>
                  <a:lnTo>
                    <a:pt x="7256" y="16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15"/>
          <p:cNvGrpSpPr/>
          <p:nvPr/>
        </p:nvGrpSpPr>
        <p:grpSpPr>
          <a:xfrm>
            <a:off x="8420618" y="0"/>
            <a:ext cx="723372" cy="1450904"/>
            <a:chOff x="7685918" y="466126"/>
            <a:chExt cx="723372" cy="1450904"/>
          </a:xfrm>
        </p:grpSpPr>
        <p:sp>
          <p:nvSpPr>
            <p:cNvPr id="1180" name="Google Shape;1180;p15"/>
            <p:cNvSpPr/>
            <p:nvPr/>
          </p:nvSpPr>
          <p:spPr>
            <a:xfrm rot="-5400000">
              <a:off x="7685710" y="466334"/>
              <a:ext cx="722956" cy="722540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 rot="-5400000">
              <a:off x="7685710" y="466334"/>
              <a:ext cx="722956" cy="722540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 rot="-5400000">
              <a:off x="7866436" y="647060"/>
              <a:ext cx="361504" cy="722540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 rot="-5400000">
              <a:off x="7904318" y="654548"/>
              <a:ext cx="341510" cy="341926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 rot="-5400000">
              <a:off x="7685918" y="1189056"/>
              <a:ext cx="723372" cy="723372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 rot="-5400000">
              <a:off x="8041676" y="1555318"/>
              <a:ext cx="361920" cy="361504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 rot="-5400000">
              <a:off x="7686113" y="1188861"/>
              <a:ext cx="361504" cy="361894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 rot="-5400000">
              <a:off x="7719640" y="1222778"/>
              <a:ext cx="655928" cy="655928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 rot="-5400000">
              <a:off x="7918618" y="1448510"/>
              <a:ext cx="246558" cy="213226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 rot="-5400000">
              <a:off x="7984839" y="1505553"/>
              <a:ext cx="114114" cy="99138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 rot="-5400000">
              <a:off x="7685905" y="1189069"/>
              <a:ext cx="167024" cy="166998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 rot="-5400000">
              <a:off x="8238938" y="1193631"/>
              <a:ext cx="166608" cy="166608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6"/>
          <p:cNvSpPr txBox="1"/>
          <p:nvPr>
            <p:ph idx="1" type="subTitle"/>
          </p:nvPr>
        </p:nvSpPr>
        <p:spPr>
          <a:xfrm>
            <a:off x="802125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94" name="Google Shape;1194;p16"/>
          <p:cNvSpPr txBox="1"/>
          <p:nvPr>
            <p:ph idx="2" type="subTitle"/>
          </p:nvPr>
        </p:nvSpPr>
        <p:spPr>
          <a:xfrm>
            <a:off x="972225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5" name="Google Shape;1195;p16"/>
          <p:cNvSpPr txBox="1"/>
          <p:nvPr>
            <p:ph idx="3" type="subTitle"/>
          </p:nvPr>
        </p:nvSpPr>
        <p:spPr>
          <a:xfrm>
            <a:off x="3567300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6" name="Google Shape;1196;p16"/>
          <p:cNvSpPr txBox="1"/>
          <p:nvPr>
            <p:ph idx="4" type="subTitle"/>
          </p:nvPr>
        </p:nvSpPr>
        <p:spPr>
          <a:xfrm>
            <a:off x="6162375" y="2802176"/>
            <a:ext cx="20094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197" name="Google Shape;1197;p1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8" name="Google Shape;1198;p16"/>
          <p:cNvSpPr/>
          <p:nvPr/>
        </p:nvSpPr>
        <p:spPr>
          <a:xfrm>
            <a:off x="7848792" y="393374"/>
            <a:ext cx="21" cy="21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6"/>
          <p:cNvSpPr/>
          <p:nvPr/>
        </p:nvSpPr>
        <p:spPr>
          <a:xfrm>
            <a:off x="7757757" y="303106"/>
            <a:ext cx="91057" cy="91036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6"/>
          <p:cNvSpPr/>
          <p:nvPr/>
        </p:nvSpPr>
        <p:spPr>
          <a:xfrm>
            <a:off x="7757565" y="394142"/>
            <a:ext cx="91249" cy="91227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6"/>
          <p:cNvSpPr/>
          <p:nvPr/>
        </p:nvSpPr>
        <p:spPr>
          <a:xfrm>
            <a:off x="7848792" y="394142"/>
            <a:ext cx="21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6"/>
          <p:cNvSpPr/>
          <p:nvPr/>
        </p:nvSpPr>
        <p:spPr>
          <a:xfrm>
            <a:off x="0" y="625"/>
            <a:ext cx="734417" cy="734582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3" name="Google Shape;1203;p16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204" name="Google Shape;1204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6"/>
          <p:cNvGrpSpPr/>
          <p:nvPr/>
        </p:nvGrpSpPr>
        <p:grpSpPr>
          <a:xfrm>
            <a:off x="8419314" y="2202942"/>
            <a:ext cx="724696" cy="734540"/>
            <a:chOff x="4595925" y="3627700"/>
            <a:chExt cx="1358125" cy="1358750"/>
          </a:xfrm>
        </p:grpSpPr>
        <p:sp>
          <p:nvSpPr>
            <p:cNvPr id="1215" name="Google Shape;1215;p16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6" name="Google Shape;1226;p16"/>
          <p:cNvGrpSpPr/>
          <p:nvPr/>
        </p:nvGrpSpPr>
        <p:grpSpPr>
          <a:xfrm>
            <a:off x="8419393" y="2938409"/>
            <a:ext cx="724362" cy="733865"/>
            <a:chOff x="3131575" y="2179075"/>
            <a:chExt cx="1357500" cy="1357500"/>
          </a:xfrm>
        </p:grpSpPr>
        <p:sp>
          <p:nvSpPr>
            <p:cNvPr id="1227" name="Google Shape;1227;p16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2" name="Google Shape;1242;p16"/>
          <p:cNvGrpSpPr/>
          <p:nvPr/>
        </p:nvGrpSpPr>
        <p:grpSpPr>
          <a:xfrm>
            <a:off x="8419291" y="1469000"/>
            <a:ext cx="724362" cy="733864"/>
            <a:chOff x="1666575" y="729800"/>
            <a:chExt cx="1357500" cy="1357500"/>
          </a:xfrm>
        </p:grpSpPr>
        <p:sp>
          <p:nvSpPr>
            <p:cNvPr id="1243" name="Google Shape;1243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16"/>
          <p:cNvGrpSpPr/>
          <p:nvPr/>
        </p:nvGrpSpPr>
        <p:grpSpPr>
          <a:xfrm>
            <a:off x="8419291" y="3673192"/>
            <a:ext cx="724362" cy="733865"/>
            <a:chOff x="1666575" y="729800"/>
            <a:chExt cx="1357500" cy="1357500"/>
          </a:xfrm>
        </p:grpSpPr>
        <p:sp>
          <p:nvSpPr>
            <p:cNvPr id="1254" name="Google Shape;1254;p1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4" name="Google Shape;1264;p16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265" name="Google Shape;1265;p16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266" name="Google Shape;1266;p16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16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16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16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16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16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16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16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16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16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16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16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16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16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16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16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16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16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16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16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16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16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3" name="Google Shape;1293;p16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 rot="10800000">
            <a:off x="7694856" y="4407981"/>
            <a:ext cx="724565" cy="733980"/>
            <a:chOff x="7083054" y="4447889"/>
            <a:chExt cx="856966" cy="856753"/>
          </a:xfrm>
        </p:grpSpPr>
        <p:sp>
          <p:nvSpPr>
            <p:cNvPr id="1298" name="Google Shape;1298;p16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1" name="Google Shape;1301;p16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6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6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6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7" name="Google Shape;1307;p16"/>
          <p:cNvGrpSpPr/>
          <p:nvPr/>
        </p:nvGrpSpPr>
        <p:grpSpPr>
          <a:xfrm>
            <a:off x="8419314" y="4407803"/>
            <a:ext cx="724696" cy="734540"/>
            <a:chOff x="4595925" y="3627700"/>
            <a:chExt cx="1358125" cy="1358750"/>
          </a:xfrm>
        </p:grpSpPr>
        <p:sp>
          <p:nvSpPr>
            <p:cNvPr id="1308" name="Google Shape;1308;p16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9" name="Google Shape;1319;p16"/>
          <p:cNvSpPr txBox="1"/>
          <p:nvPr>
            <p:ph idx="5" type="subTitle"/>
          </p:nvPr>
        </p:nvSpPr>
        <p:spPr>
          <a:xfrm>
            <a:off x="3397200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20" name="Google Shape;1320;p16"/>
          <p:cNvSpPr txBox="1"/>
          <p:nvPr>
            <p:ph idx="6" type="subTitle"/>
          </p:nvPr>
        </p:nvSpPr>
        <p:spPr>
          <a:xfrm>
            <a:off x="5992275" y="3275525"/>
            <a:ext cx="234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9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7"/>
          <p:cNvSpPr txBox="1"/>
          <p:nvPr>
            <p:ph type="title"/>
          </p:nvPr>
        </p:nvSpPr>
        <p:spPr>
          <a:xfrm>
            <a:off x="1388100" y="1434600"/>
            <a:ext cx="6367800" cy="19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323" name="Google Shape;1323;p17"/>
          <p:cNvSpPr txBox="1"/>
          <p:nvPr>
            <p:ph idx="1" type="subTitle"/>
          </p:nvPr>
        </p:nvSpPr>
        <p:spPr>
          <a:xfrm>
            <a:off x="2206650" y="2997750"/>
            <a:ext cx="4730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324" name="Google Shape;1324;p17"/>
          <p:cNvGrpSpPr/>
          <p:nvPr/>
        </p:nvGrpSpPr>
        <p:grpSpPr>
          <a:xfrm>
            <a:off x="3097799" y="4409169"/>
            <a:ext cx="2948401" cy="744252"/>
            <a:chOff x="5465724" y="732657"/>
            <a:chExt cx="2948401" cy="744252"/>
          </a:xfrm>
        </p:grpSpPr>
        <p:sp>
          <p:nvSpPr>
            <p:cNvPr id="1325" name="Google Shape;1325;p17"/>
            <p:cNvSpPr/>
            <p:nvPr/>
          </p:nvSpPr>
          <p:spPr>
            <a:xfrm>
              <a:off x="7677031" y="736312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7677031" y="736312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7993680" y="1155669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7916357" y="1078347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7916192" y="1155669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7993680" y="1078347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7838391" y="1000382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7993680" y="1155669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7838391" y="1155669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7993680" y="1000382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5" name="Google Shape;1335;p17"/>
            <p:cNvGrpSpPr/>
            <p:nvPr/>
          </p:nvGrpSpPr>
          <p:grpSpPr>
            <a:xfrm>
              <a:off x="5465724" y="732657"/>
              <a:ext cx="737236" cy="744252"/>
              <a:chOff x="2715274" y="3858064"/>
              <a:chExt cx="1285952" cy="1285632"/>
            </a:xfrm>
          </p:grpSpPr>
          <p:sp>
            <p:nvSpPr>
              <p:cNvPr id="1336" name="Google Shape;1336;p17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17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17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9" name="Google Shape;1339;p17"/>
            <p:cNvGrpSpPr/>
            <p:nvPr/>
          </p:nvGrpSpPr>
          <p:grpSpPr>
            <a:xfrm rot="-5400000">
              <a:off x="6196960" y="735015"/>
              <a:ext cx="740858" cy="737603"/>
              <a:chOff x="8287205" y="3428644"/>
              <a:chExt cx="856582" cy="856582"/>
            </a:xfrm>
          </p:grpSpPr>
          <p:grpSp>
            <p:nvGrpSpPr>
              <p:cNvPr id="1340" name="Google Shape;1340;p17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1341" name="Google Shape;1341;p17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p17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17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17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17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p17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p17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17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17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50" name="Google Shape;1350;p17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1" name="Google Shape;1351;p17"/>
            <p:cNvGrpSpPr/>
            <p:nvPr/>
          </p:nvGrpSpPr>
          <p:grpSpPr>
            <a:xfrm rot="-5400000">
              <a:off x="6937427" y="736007"/>
              <a:ext cx="737869" cy="738209"/>
              <a:chOff x="4595925" y="3627700"/>
              <a:chExt cx="1358125" cy="1358750"/>
            </a:xfrm>
          </p:grpSpPr>
          <p:sp>
            <p:nvSpPr>
              <p:cNvPr id="1352" name="Google Shape;1352;p17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17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17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17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17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17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17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17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7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17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3" name="Google Shape;1363;p17"/>
          <p:cNvGrpSpPr/>
          <p:nvPr/>
        </p:nvGrpSpPr>
        <p:grpSpPr>
          <a:xfrm rot="10800000">
            <a:off x="3097799" y="7"/>
            <a:ext cx="2948401" cy="744252"/>
            <a:chOff x="5465724" y="732657"/>
            <a:chExt cx="2948401" cy="744252"/>
          </a:xfrm>
        </p:grpSpPr>
        <p:sp>
          <p:nvSpPr>
            <p:cNvPr id="1364" name="Google Shape;1364;p17"/>
            <p:cNvSpPr/>
            <p:nvPr/>
          </p:nvSpPr>
          <p:spPr>
            <a:xfrm>
              <a:off x="7677031" y="736312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7677031" y="736312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7993680" y="1155669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7916357" y="1078347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7916192" y="1155669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7993680" y="1078347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7838391" y="1000382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7993680" y="1155669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7838391" y="1155669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7993680" y="1000382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4" name="Google Shape;1374;p17"/>
            <p:cNvGrpSpPr/>
            <p:nvPr/>
          </p:nvGrpSpPr>
          <p:grpSpPr>
            <a:xfrm>
              <a:off x="5465724" y="732657"/>
              <a:ext cx="737236" cy="744252"/>
              <a:chOff x="2715274" y="3858064"/>
              <a:chExt cx="1285952" cy="1285632"/>
            </a:xfrm>
          </p:grpSpPr>
          <p:sp>
            <p:nvSpPr>
              <p:cNvPr id="1375" name="Google Shape;1375;p17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17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17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17"/>
            <p:cNvGrpSpPr/>
            <p:nvPr/>
          </p:nvGrpSpPr>
          <p:grpSpPr>
            <a:xfrm rot="-5400000">
              <a:off x="6196960" y="735015"/>
              <a:ext cx="740858" cy="737603"/>
              <a:chOff x="8287205" y="3428644"/>
              <a:chExt cx="856582" cy="856582"/>
            </a:xfrm>
          </p:grpSpPr>
          <p:grpSp>
            <p:nvGrpSpPr>
              <p:cNvPr id="1379" name="Google Shape;1379;p17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1380" name="Google Shape;1380;p17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17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2" name="Google Shape;1382;p17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3" name="Google Shape;1383;p17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17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17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6" name="Google Shape;1386;p17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7" name="Google Shape;1387;p17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8" name="Google Shape;1388;p17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89" name="Google Shape;1389;p17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17"/>
            <p:cNvGrpSpPr/>
            <p:nvPr/>
          </p:nvGrpSpPr>
          <p:grpSpPr>
            <a:xfrm rot="-5400000">
              <a:off x="6937427" y="736007"/>
              <a:ext cx="737869" cy="738209"/>
              <a:chOff x="4595925" y="3627700"/>
              <a:chExt cx="1358125" cy="1358750"/>
            </a:xfrm>
          </p:grpSpPr>
          <p:sp>
            <p:nvSpPr>
              <p:cNvPr id="1391" name="Google Shape;1391;p17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17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17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17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17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17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17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17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17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17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17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02" name="Google Shape;1402;p17"/>
          <p:cNvSpPr/>
          <p:nvPr/>
        </p:nvSpPr>
        <p:spPr>
          <a:xfrm>
            <a:off x="0" y="625"/>
            <a:ext cx="724273" cy="724435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7"/>
          <p:cNvSpPr/>
          <p:nvPr/>
        </p:nvSpPr>
        <p:spPr>
          <a:xfrm rot="10800000">
            <a:off x="8419737" y="4419063"/>
            <a:ext cx="724273" cy="724435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8"/>
          <p:cNvSpPr txBox="1"/>
          <p:nvPr>
            <p:ph idx="1" type="subTitle"/>
          </p:nvPr>
        </p:nvSpPr>
        <p:spPr>
          <a:xfrm>
            <a:off x="1526250" y="3497600"/>
            <a:ext cx="24273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06" name="Google Shape;1406;p18"/>
          <p:cNvSpPr txBox="1"/>
          <p:nvPr>
            <p:ph idx="2" type="subTitle"/>
          </p:nvPr>
        </p:nvSpPr>
        <p:spPr>
          <a:xfrm>
            <a:off x="1735188" y="324659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407" name="Google Shape;1407;p18"/>
          <p:cNvSpPr txBox="1"/>
          <p:nvPr>
            <p:ph idx="3" type="subTitle"/>
          </p:nvPr>
        </p:nvSpPr>
        <p:spPr>
          <a:xfrm>
            <a:off x="5399563" y="324659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1408" name="Google Shape;1408;p18"/>
          <p:cNvSpPr/>
          <p:nvPr/>
        </p:nvSpPr>
        <p:spPr>
          <a:xfrm flipH="1">
            <a:off x="8409382" y="-25"/>
            <a:ext cx="734618" cy="734783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8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10" name="Google Shape;1410;p18"/>
          <p:cNvGrpSpPr/>
          <p:nvPr/>
        </p:nvGrpSpPr>
        <p:grpSpPr>
          <a:xfrm rot="10800000">
            <a:off x="0" y="-25"/>
            <a:ext cx="1449434" cy="5143543"/>
            <a:chOff x="1012850" y="-1200"/>
            <a:chExt cx="1449434" cy="5143543"/>
          </a:xfrm>
        </p:grpSpPr>
        <p:grpSp>
          <p:nvGrpSpPr>
            <p:cNvPr id="1411" name="Google Shape;1411;p18"/>
            <p:cNvGrpSpPr/>
            <p:nvPr/>
          </p:nvGrpSpPr>
          <p:grpSpPr>
            <a:xfrm>
              <a:off x="1737566" y="-333"/>
              <a:ext cx="724362" cy="733865"/>
              <a:chOff x="1666575" y="729800"/>
              <a:chExt cx="1357500" cy="1357500"/>
            </a:xfrm>
          </p:grpSpPr>
          <p:sp>
            <p:nvSpPr>
              <p:cNvPr id="1412" name="Google Shape;1412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2" name="Google Shape;1422;p18"/>
            <p:cNvGrpSpPr/>
            <p:nvPr/>
          </p:nvGrpSpPr>
          <p:grpSpPr>
            <a:xfrm>
              <a:off x="1737589" y="2202942"/>
              <a:ext cx="724696" cy="734540"/>
              <a:chOff x="4595925" y="3627700"/>
              <a:chExt cx="1358125" cy="1358750"/>
            </a:xfrm>
          </p:grpSpPr>
          <p:sp>
            <p:nvSpPr>
              <p:cNvPr id="1423" name="Google Shape;1423;p1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1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1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1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1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1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1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1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1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1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1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4" name="Google Shape;1434;p18"/>
            <p:cNvGrpSpPr/>
            <p:nvPr/>
          </p:nvGrpSpPr>
          <p:grpSpPr>
            <a:xfrm>
              <a:off x="1737668" y="2938409"/>
              <a:ext cx="724362" cy="733865"/>
              <a:chOff x="3131575" y="2179075"/>
              <a:chExt cx="1357500" cy="1357500"/>
            </a:xfrm>
          </p:grpSpPr>
          <p:sp>
            <p:nvSpPr>
              <p:cNvPr id="1435" name="Google Shape;1435;p1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1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1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1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1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1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1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1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1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1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1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1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1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1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1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0" name="Google Shape;1450;p18"/>
            <p:cNvGrpSpPr/>
            <p:nvPr/>
          </p:nvGrpSpPr>
          <p:grpSpPr>
            <a:xfrm>
              <a:off x="1737566" y="1469000"/>
              <a:ext cx="724362" cy="733864"/>
              <a:chOff x="1666575" y="729800"/>
              <a:chExt cx="1357500" cy="1357500"/>
            </a:xfrm>
          </p:grpSpPr>
          <p:sp>
            <p:nvSpPr>
              <p:cNvPr id="1451" name="Google Shape;1451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1" name="Google Shape;1461;p18"/>
            <p:cNvGrpSpPr/>
            <p:nvPr/>
          </p:nvGrpSpPr>
          <p:grpSpPr>
            <a:xfrm>
              <a:off x="1737566" y="3673192"/>
              <a:ext cx="724362" cy="733865"/>
              <a:chOff x="1666575" y="729800"/>
              <a:chExt cx="1357500" cy="1357500"/>
            </a:xfrm>
          </p:grpSpPr>
          <p:sp>
            <p:nvSpPr>
              <p:cNvPr id="1462" name="Google Shape;1462;p1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1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1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1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1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1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1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1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1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1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2" name="Google Shape;1472;p18"/>
            <p:cNvGrpSpPr/>
            <p:nvPr/>
          </p:nvGrpSpPr>
          <p:grpSpPr>
            <a:xfrm>
              <a:off x="1737220" y="732393"/>
              <a:ext cx="724587" cy="734510"/>
              <a:chOff x="1713450" y="856352"/>
              <a:chExt cx="856993" cy="857371"/>
            </a:xfrm>
          </p:grpSpPr>
          <p:grpSp>
            <p:nvGrpSpPr>
              <p:cNvPr id="1473" name="Google Shape;1473;p18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1474" name="Google Shape;1474;p18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5" name="Google Shape;1475;p18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18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18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18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18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9" name="Google Shape;1489;p18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0" name="Google Shape;1490;p18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18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18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3" name="Google Shape;1493;p18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18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95" name="Google Shape;1495;p18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18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18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18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18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18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1" name="Google Shape;1501;p18"/>
            <p:cNvSpPr/>
            <p:nvPr/>
          </p:nvSpPr>
          <p:spPr>
            <a:xfrm>
              <a:off x="1012850" y="-1200"/>
              <a:ext cx="724554" cy="7340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1012850" y="-1200"/>
              <a:ext cx="724554" cy="7339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1375126" y="-1200"/>
              <a:ext cx="362295" cy="7339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1201724" y="164052"/>
              <a:ext cx="342480" cy="346991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5" name="Google Shape;1505;p18"/>
            <p:cNvGrpSpPr/>
            <p:nvPr/>
          </p:nvGrpSpPr>
          <p:grpSpPr>
            <a:xfrm rot="10800000">
              <a:off x="1013131" y="4407981"/>
              <a:ext cx="724565" cy="733980"/>
              <a:chOff x="7083054" y="4447889"/>
              <a:chExt cx="856966" cy="856753"/>
            </a:xfrm>
          </p:grpSpPr>
          <p:sp>
            <p:nvSpPr>
              <p:cNvPr id="1506" name="Google Shape;1506;p1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1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1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9" name="Google Shape;1509;p18"/>
            <p:cNvSpPr/>
            <p:nvPr/>
          </p:nvSpPr>
          <p:spPr>
            <a:xfrm>
              <a:off x="1366760" y="336812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1366760" y="337470"/>
              <a:ext cx="77132" cy="78148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1289786" y="259484"/>
              <a:ext cx="76988" cy="77984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1289624" y="337470"/>
              <a:ext cx="77150" cy="78148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1366760" y="259484"/>
              <a:ext cx="76808" cy="77984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1366760" y="337470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5" name="Google Shape;1515;p18"/>
            <p:cNvGrpSpPr/>
            <p:nvPr/>
          </p:nvGrpSpPr>
          <p:grpSpPr>
            <a:xfrm>
              <a:off x="1737589" y="4407803"/>
              <a:ext cx="724696" cy="734540"/>
              <a:chOff x="4595925" y="3627700"/>
              <a:chExt cx="1358125" cy="1358750"/>
            </a:xfrm>
          </p:grpSpPr>
          <p:sp>
            <p:nvSpPr>
              <p:cNvPr id="1516" name="Google Shape;1516;p1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1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1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1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1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1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1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1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1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1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1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7" name="Google Shape;1527;p18"/>
          <p:cNvSpPr txBox="1"/>
          <p:nvPr>
            <p:ph idx="4" type="subTitle"/>
          </p:nvPr>
        </p:nvSpPr>
        <p:spPr>
          <a:xfrm>
            <a:off x="5190625" y="3497600"/>
            <a:ext cx="24273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2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9"/>
          <p:cNvSpPr txBox="1"/>
          <p:nvPr>
            <p:ph idx="1" type="body"/>
          </p:nvPr>
        </p:nvSpPr>
        <p:spPr>
          <a:xfrm>
            <a:off x="8109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1pPr>
            <a:lvl2pPr indent="-3048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2pPr>
            <a:lvl3pPr indent="-3048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■"/>
              <a:defRPr sz="1200"/>
            </a:lvl3pPr>
            <a:lvl4pPr indent="-3048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4pPr>
            <a:lvl5pPr indent="-3048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5pPr>
            <a:lvl6pPr indent="-3048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■"/>
              <a:defRPr sz="1200"/>
            </a:lvl6pPr>
            <a:lvl7pPr indent="-3048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  <a:defRPr sz="1200"/>
            </a:lvl7pPr>
            <a:lvl8pPr indent="-3048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  <a:defRPr sz="1200"/>
            </a:lvl8pPr>
            <a:lvl9pPr indent="-3048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530" name="Google Shape;1530;p19"/>
          <p:cNvSpPr txBox="1"/>
          <p:nvPr>
            <p:ph idx="2" type="body"/>
          </p:nvPr>
        </p:nvSpPr>
        <p:spPr>
          <a:xfrm>
            <a:off x="44958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1pPr>
            <a:lvl2pPr indent="-3175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2pPr>
            <a:lvl3pPr indent="-3175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  <a:defRPr sz="1200"/>
            </a:lvl3pPr>
            <a:lvl4pPr indent="-3175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4pPr>
            <a:lvl5pPr indent="-3175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5pPr>
            <a:lvl6pPr indent="-3175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  <a:defRPr sz="1200"/>
            </a:lvl6pPr>
            <a:lvl7pPr indent="-3175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7pPr>
            <a:lvl8pPr indent="-3175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○"/>
              <a:defRPr sz="1200"/>
            </a:lvl8pPr>
            <a:lvl9pPr indent="-3175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400"/>
              <a:buChar char="■"/>
              <a:defRPr sz="1200"/>
            </a:lvl9pPr>
          </a:lstStyle>
          <a:p/>
        </p:txBody>
      </p:sp>
      <p:sp>
        <p:nvSpPr>
          <p:cNvPr id="1531" name="Google Shape;1531;p19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532" name="Google Shape;1532;p19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533" name="Google Shape;153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3" name="Google Shape;1543;p19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544" name="Google Shape;154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545" name="Google Shape;154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6" name="Google Shape;156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2" name="Google Shape;1572;p19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9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9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9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9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9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9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9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9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9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2" name="Google Shape;1582;p19"/>
          <p:cNvGrpSpPr/>
          <p:nvPr/>
        </p:nvGrpSpPr>
        <p:grpSpPr>
          <a:xfrm rot="-5400000">
            <a:off x="6330" y="-5964"/>
            <a:ext cx="724362" cy="733864"/>
            <a:chOff x="1666575" y="729800"/>
            <a:chExt cx="1357500" cy="1357500"/>
          </a:xfrm>
        </p:grpSpPr>
        <p:sp>
          <p:nvSpPr>
            <p:cNvPr id="1583" name="Google Shape;158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3" name="Google Shape;1593;p19"/>
          <p:cNvGrpSpPr/>
          <p:nvPr/>
        </p:nvGrpSpPr>
        <p:grpSpPr>
          <a:xfrm rot="-5400000">
            <a:off x="739266" y="-6053"/>
            <a:ext cx="724587" cy="734510"/>
            <a:chOff x="1713450" y="856352"/>
            <a:chExt cx="856993" cy="857371"/>
          </a:xfrm>
        </p:grpSpPr>
        <p:grpSp>
          <p:nvGrpSpPr>
            <p:cNvPr id="1594" name="Google Shape;159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595" name="Google Shape;159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6" name="Google Shape;161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2" name="Google Shape;1622;p19"/>
          <p:cNvSpPr/>
          <p:nvPr/>
        </p:nvSpPr>
        <p:spPr>
          <a:xfrm rot="-5400000">
            <a:off x="5485" y="718539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 rot="-5400000">
            <a:off x="5402" y="718622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"/>
          <p:cNvSpPr/>
          <p:nvPr/>
        </p:nvSpPr>
        <p:spPr>
          <a:xfrm rot="-5400000">
            <a:off x="186532" y="537475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9"/>
          <p:cNvSpPr/>
          <p:nvPr/>
        </p:nvSpPr>
        <p:spPr>
          <a:xfrm rot="-5400000">
            <a:off x="168220" y="914256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9"/>
          <p:cNvSpPr/>
          <p:nvPr/>
        </p:nvSpPr>
        <p:spPr>
          <a:xfrm rot="-5400000">
            <a:off x="338725" y="1093937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"/>
          <p:cNvSpPr/>
          <p:nvPr/>
        </p:nvSpPr>
        <p:spPr>
          <a:xfrm rot="-5400000">
            <a:off x="339891" y="1016315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9"/>
          <p:cNvSpPr/>
          <p:nvPr/>
        </p:nvSpPr>
        <p:spPr>
          <a:xfrm rot="-5400000">
            <a:off x="261895" y="1093443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9"/>
          <p:cNvSpPr/>
          <p:nvPr/>
        </p:nvSpPr>
        <p:spPr>
          <a:xfrm rot="-5400000">
            <a:off x="339882" y="1093442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9"/>
          <p:cNvSpPr/>
          <p:nvPr/>
        </p:nvSpPr>
        <p:spPr>
          <a:xfrm rot="-5400000">
            <a:off x="261985" y="1016559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9"/>
          <p:cNvSpPr/>
          <p:nvPr/>
        </p:nvSpPr>
        <p:spPr>
          <a:xfrm rot="-5400000">
            <a:off x="339374" y="1093946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2" name="Google Shape;1632;p19"/>
          <p:cNvGrpSpPr/>
          <p:nvPr/>
        </p:nvGrpSpPr>
        <p:grpSpPr>
          <a:xfrm rot="10800000">
            <a:off x="0" y="4408771"/>
            <a:ext cx="724362" cy="733865"/>
            <a:chOff x="1666575" y="729800"/>
            <a:chExt cx="1357500" cy="1357500"/>
          </a:xfrm>
        </p:grpSpPr>
        <p:sp>
          <p:nvSpPr>
            <p:cNvPr id="1633" name="Google Shape;163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3" name="Google Shape;1643;p19"/>
          <p:cNvGrpSpPr/>
          <p:nvPr/>
        </p:nvGrpSpPr>
        <p:grpSpPr>
          <a:xfrm rot="10800000">
            <a:off x="121" y="3675400"/>
            <a:ext cx="724587" cy="734510"/>
            <a:chOff x="1713450" y="856352"/>
            <a:chExt cx="856993" cy="857371"/>
          </a:xfrm>
        </p:grpSpPr>
        <p:grpSp>
          <p:nvGrpSpPr>
            <p:cNvPr id="1644" name="Google Shape;164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645" name="Google Shape;164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6" name="Google Shape;166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p19"/>
          <p:cNvSpPr/>
          <p:nvPr/>
        </p:nvSpPr>
        <p:spPr>
          <a:xfrm rot="10800000">
            <a:off x="724524" y="4409405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9"/>
          <p:cNvSpPr/>
          <p:nvPr/>
        </p:nvSpPr>
        <p:spPr>
          <a:xfrm rot="10800000">
            <a:off x="724524" y="4409569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9"/>
          <p:cNvSpPr/>
          <p:nvPr/>
        </p:nvSpPr>
        <p:spPr>
          <a:xfrm rot="10800000">
            <a:off x="724506" y="4409569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9"/>
          <p:cNvSpPr/>
          <p:nvPr/>
        </p:nvSpPr>
        <p:spPr>
          <a:xfrm rot="10800000">
            <a:off x="917724" y="4631259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9"/>
          <p:cNvSpPr/>
          <p:nvPr/>
        </p:nvSpPr>
        <p:spPr>
          <a:xfrm rot="10800000">
            <a:off x="1095150" y="480547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9"/>
          <p:cNvSpPr/>
          <p:nvPr/>
        </p:nvSpPr>
        <p:spPr>
          <a:xfrm rot="10800000">
            <a:off x="1018035" y="4726684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9"/>
          <p:cNvSpPr/>
          <p:nvPr/>
        </p:nvSpPr>
        <p:spPr>
          <a:xfrm rot="10800000">
            <a:off x="1095153" y="4804835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9"/>
          <p:cNvSpPr/>
          <p:nvPr/>
        </p:nvSpPr>
        <p:spPr>
          <a:xfrm rot="10800000">
            <a:off x="1095153" y="4726684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9"/>
          <p:cNvSpPr/>
          <p:nvPr/>
        </p:nvSpPr>
        <p:spPr>
          <a:xfrm rot="10800000">
            <a:off x="1018360" y="4804835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9"/>
          <p:cNvSpPr/>
          <p:nvPr/>
        </p:nvSpPr>
        <p:spPr>
          <a:xfrm rot="10800000">
            <a:off x="1095150" y="4804833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2" name="Google Shape;1682;p19"/>
          <p:cNvGrpSpPr/>
          <p:nvPr/>
        </p:nvGrpSpPr>
        <p:grpSpPr>
          <a:xfrm rot="5400000">
            <a:off x="8413360" y="4410217"/>
            <a:ext cx="724362" cy="733864"/>
            <a:chOff x="1666575" y="729800"/>
            <a:chExt cx="1357500" cy="1357500"/>
          </a:xfrm>
        </p:grpSpPr>
        <p:sp>
          <p:nvSpPr>
            <p:cNvPr id="1683" name="Google Shape;1683;p19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9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3" name="Google Shape;1693;p19"/>
          <p:cNvGrpSpPr/>
          <p:nvPr/>
        </p:nvGrpSpPr>
        <p:grpSpPr>
          <a:xfrm rot="5400000">
            <a:off x="7680199" y="4409661"/>
            <a:ext cx="724587" cy="734510"/>
            <a:chOff x="1713450" y="856352"/>
            <a:chExt cx="856993" cy="857371"/>
          </a:xfrm>
        </p:grpSpPr>
        <p:grpSp>
          <p:nvGrpSpPr>
            <p:cNvPr id="1694" name="Google Shape;1694;p1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695" name="Google Shape;1695;p1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1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1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1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1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1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1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1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1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1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1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1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1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1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1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1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1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1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6" name="Google Shape;1716;p1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2" name="Google Shape;1722;p19"/>
          <p:cNvSpPr/>
          <p:nvPr/>
        </p:nvSpPr>
        <p:spPr>
          <a:xfrm rot="5400000">
            <a:off x="8414014" y="3685481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9"/>
          <p:cNvSpPr/>
          <p:nvPr/>
        </p:nvSpPr>
        <p:spPr>
          <a:xfrm rot="5400000">
            <a:off x="8414097" y="3685563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9"/>
          <p:cNvSpPr/>
          <p:nvPr/>
        </p:nvSpPr>
        <p:spPr>
          <a:xfrm rot="5400000">
            <a:off x="8595226" y="386671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9"/>
          <p:cNvSpPr/>
          <p:nvPr/>
        </p:nvSpPr>
        <p:spPr>
          <a:xfrm rot="5400000">
            <a:off x="8633352" y="3876871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9"/>
          <p:cNvSpPr/>
          <p:nvPr/>
        </p:nvSpPr>
        <p:spPr>
          <a:xfrm rot="5400000">
            <a:off x="8805310" y="4044163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9"/>
          <p:cNvSpPr/>
          <p:nvPr/>
        </p:nvSpPr>
        <p:spPr>
          <a:xfrm rot="5400000">
            <a:off x="8727030" y="4043655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9"/>
          <p:cNvSpPr/>
          <p:nvPr/>
        </p:nvSpPr>
        <p:spPr>
          <a:xfrm rot="5400000">
            <a:off x="8805170" y="3966691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9"/>
          <p:cNvSpPr/>
          <p:nvPr/>
        </p:nvSpPr>
        <p:spPr>
          <a:xfrm rot="5400000">
            <a:off x="8727021" y="3966528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9"/>
          <p:cNvSpPr/>
          <p:nvPr/>
        </p:nvSpPr>
        <p:spPr>
          <a:xfrm rot="5400000">
            <a:off x="8805260" y="4043575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9"/>
          <p:cNvSpPr/>
          <p:nvPr/>
        </p:nvSpPr>
        <p:spPr>
          <a:xfrm rot="5400000">
            <a:off x="8804661" y="4044172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and text">
  <p:cSld name="CUSTOM_3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20"/>
          <p:cNvSpPr txBox="1"/>
          <p:nvPr>
            <p:ph hasCustomPrompt="1" type="title"/>
          </p:nvPr>
        </p:nvSpPr>
        <p:spPr>
          <a:xfrm>
            <a:off x="2533050" y="630913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4" name="Google Shape;1734;p20"/>
          <p:cNvSpPr txBox="1"/>
          <p:nvPr>
            <p:ph idx="1" type="subTitle"/>
          </p:nvPr>
        </p:nvSpPr>
        <p:spPr>
          <a:xfrm>
            <a:off x="2533050" y="1297983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5" name="Google Shape;1735;p20"/>
          <p:cNvSpPr txBox="1"/>
          <p:nvPr>
            <p:ph hasCustomPrompt="1" idx="2" type="title"/>
          </p:nvPr>
        </p:nvSpPr>
        <p:spPr>
          <a:xfrm>
            <a:off x="2533050" y="2045138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6" name="Google Shape;1736;p20"/>
          <p:cNvSpPr txBox="1"/>
          <p:nvPr>
            <p:ph idx="3" type="subTitle"/>
          </p:nvPr>
        </p:nvSpPr>
        <p:spPr>
          <a:xfrm>
            <a:off x="2533050" y="2704508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7" name="Google Shape;1737;p20"/>
          <p:cNvSpPr txBox="1"/>
          <p:nvPr>
            <p:ph hasCustomPrompt="1" idx="4" type="title"/>
          </p:nvPr>
        </p:nvSpPr>
        <p:spPr>
          <a:xfrm>
            <a:off x="2533050" y="3437130"/>
            <a:ext cx="40779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38" name="Google Shape;1738;p20"/>
          <p:cNvSpPr txBox="1"/>
          <p:nvPr>
            <p:ph idx="5" type="subTitle"/>
          </p:nvPr>
        </p:nvSpPr>
        <p:spPr>
          <a:xfrm>
            <a:off x="2533050" y="4100086"/>
            <a:ext cx="40779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39" name="Google Shape;1739;p20"/>
          <p:cNvGrpSpPr/>
          <p:nvPr/>
        </p:nvGrpSpPr>
        <p:grpSpPr>
          <a:xfrm>
            <a:off x="8419291" y="-333"/>
            <a:ext cx="724362" cy="733865"/>
            <a:chOff x="1666575" y="729800"/>
            <a:chExt cx="1357500" cy="1357500"/>
          </a:xfrm>
        </p:grpSpPr>
        <p:sp>
          <p:nvSpPr>
            <p:cNvPr id="1740" name="Google Shape;1740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0" name="Google Shape;1750;p20"/>
          <p:cNvGrpSpPr/>
          <p:nvPr/>
        </p:nvGrpSpPr>
        <p:grpSpPr>
          <a:xfrm>
            <a:off x="8419314" y="2202942"/>
            <a:ext cx="724696" cy="734540"/>
            <a:chOff x="4595925" y="3627700"/>
            <a:chExt cx="1358125" cy="1358750"/>
          </a:xfrm>
        </p:grpSpPr>
        <p:sp>
          <p:nvSpPr>
            <p:cNvPr id="1751" name="Google Shape;1751;p2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2" name="Google Shape;1762;p20"/>
          <p:cNvGrpSpPr/>
          <p:nvPr/>
        </p:nvGrpSpPr>
        <p:grpSpPr>
          <a:xfrm>
            <a:off x="8419393" y="2938409"/>
            <a:ext cx="724362" cy="733865"/>
            <a:chOff x="3131575" y="2179075"/>
            <a:chExt cx="1357500" cy="1357500"/>
          </a:xfrm>
        </p:grpSpPr>
        <p:sp>
          <p:nvSpPr>
            <p:cNvPr id="1763" name="Google Shape;1763;p20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0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0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0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0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0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0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0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0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0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0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0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0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0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0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8" name="Google Shape;1778;p20"/>
          <p:cNvGrpSpPr/>
          <p:nvPr/>
        </p:nvGrpSpPr>
        <p:grpSpPr>
          <a:xfrm>
            <a:off x="8419291" y="1469000"/>
            <a:ext cx="724362" cy="733864"/>
            <a:chOff x="1666575" y="729800"/>
            <a:chExt cx="1357500" cy="1357500"/>
          </a:xfrm>
        </p:grpSpPr>
        <p:sp>
          <p:nvSpPr>
            <p:cNvPr id="1779" name="Google Shape;1779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20"/>
          <p:cNvGrpSpPr/>
          <p:nvPr/>
        </p:nvGrpSpPr>
        <p:grpSpPr>
          <a:xfrm>
            <a:off x="8419291" y="3673192"/>
            <a:ext cx="724362" cy="733865"/>
            <a:chOff x="1666575" y="729800"/>
            <a:chExt cx="1357500" cy="1357500"/>
          </a:xfrm>
        </p:grpSpPr>
        <p:sp>
          <p:nvSpPr>
            <p:cNvPr id="1790" name="Google Shape;1790;p2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20"/>
          <p:cNvGrpSpPr/>
          <p:nvPr/>
        </p:nvGrpSpPr>
        <p:grpSpPr>
          <a:xfrm>
            <a:off x="8418945" y="732393"/>
            <a:ext cx="724587" cy="734510"/>
            <a:chOff x="1713450" y="856352"/>
            <a:chExt cx="856993" cy="857371"/>
          </a:xfrm>
        </p:grpSpPr>
        <p:grpSp>
          <p:nvGrpSpPr>
            <p:cNvPr id="1801" name="Google Shape;1801;p2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1802" name="Google Shape;1802;p2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2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2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2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2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2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2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2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2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2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2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2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2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2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2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2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2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2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2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2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2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3" name="Google Shape;1823;p2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20"/>
          <p:cNvSpPr/>
          <p:nvPr/>
        </p:nvSpPr>
        <p:spPr>
          <a:xfrm>
            <a:off x="7694575" y="-1200"/>
            <a:ext cx="724554" cy="734098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20"/>
          <p:cNvSpPr/>
          <p:nvPr/>
        </p:nvSpPr>
        <p:spPr>
          <a:xfrm>
            <a:off x="7694575" y="-1200"/>
            <a:ext cx="724554" cy="733933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20"/>
          <p:cNvSpPr/>
          <p:nvPr/>
        </p:nvSpPr>
        <p:spPr>
          <a:xfrm>
            <a:off x="8056851" y="-1200"/>
            <a:ext cx="362295" cy="733933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0"/>
          <p:cNvSpPr/>
          <p:nvPr/>
        </p:nvSpPr>
        <p:spPr>
          <a:xfrm>
            <a:off x="7883449" y="164052"/>
            <a:ext cx="342480" cy="34699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3" name="Google Shape;1833;p20"/>
          <p:cNvGrpSpPr/>
          <p:nvPr/>
        </p:nvGrpSpPr>
        <p:grpSpPr>
          <a:xfrm rot="10800000">
            <a:off x="7694856" y="4407981"/>
            <a:ext cx="724565" cy="733980"/>
            <a:chOff x="7083054" y="4447889"/>
            <a:chExt cx="856966" cy="856753"/>
          </a:xfrm>
        </p:grpSpPr>
        <p:sp>
          <p:nvSpPr>
            <p:cNvPr id="1834" name="Google Shape;1834;p20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7" name="Google Shape;1837;p20"/>
          <p:cNvSpPr/>
          <p:nvPr/>
        </p:nvSpPr>
        <p:spPr>
          <a:xfrm>
            <a:off x="8048485" y="336812"/>
            <a:ext cx="18" cy="18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0"/>
          <p:cNvSpPr/>
          <p:nvPr/>
        </p:nvSpPr>
        <p:spPr>
          <a:xfrm>
            <a:off x="8048485" y="337470"/>
            <a:ext cx="77132" cy="78148"/>
          </a:xfrm>
          <a:custGeom>
            <a:rect b="b" l="l" r="r" t="t"/>
            <a:pathLst>
              <a:path extrusionOk="0" h="4278" w="4278">
                <a:moveTo>
                  <a:pt x="0" y="0"/>
                </a:moveTo>
                <a:lnTo>
                  <a:pt x="0" y="4277"/>
                </a:lnTo>
                <a:lnTo>
                  <a:pt x="215" y="4054"/>
                </a:lnTo>
                <a:lnTo>
                  <a:pt x="545" y="3554"/>
                </a:lnTo>
                <a:lnTo>
                  <a:pt x="768" y="3009"/>
                </a:lnTo>
                <a:lnTo>
                  <a:pt x="876" y="2438"/>
                </a:lnTo>
                <a:lnTo>
                  <a:pt x="884" y="2143"/>
                </a:lnTo>
                <a:lnTo>
                  <a:pt x="1099" y="2340"/>
                </a:lnTo>
                <a:lnTo>
                  <a:pt x="1581" y="2670"/>
                </a:lnTo>
                <a:lnTo>
                  <a:pt x="2126" y="2902"/>
                </a:lnTo>
                <a:lnTo>
                  <a:pt x="2715" y="3018"/>
                </a:lnTo>
                <a:lnTo>
                  <a:pt x="3019" y="3027"/>
                </a:lnTo>
                <a:lnTo>
                  <a:pt x="3010" y="2715"/>
                </a:lnTo>
                <a:lnTo>
                  <a:pt x="2894" y="2125"/>
                </a:lnTo>
                <a:lnTo>
                  <a:pt x="2662" y="1590"/>
                </a:lnTo>
                <a:lnTo>
                  <a:pt x="2340" y="1107"/>
                </a:lnTo>
                <a:lnTo>
                  <a:pt x="2135" y="893"/>
                </a:lnTo>
                <a:lnTo>
                  <a:pt x="2429" y="884"/>
                </a:lnTo>
                <a:lnTo>
                  <a:pt x="3001" y="777"/>
                </a:lnTo>
                <a:lnTo>
                  <a:pt x="3546" y="554"/>
                </a:lnTo>
                <a:lnTo>
                  <a:pt x="4046" y="223"/>
                </a:lnTo>
                <a:lnTo>
                  <a:pt x="4278" y="9"/>
                </a:lnTo>
                <a:lnTo>
                  <a:pt x="426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0"/>
          <p:cNvSpPr/>
          <p:nvPr/>
        </p:nvSpPr>
        <p:spPr>
          <a:xfrm>
            <a:off x="7971511" y="259484"/>
            <a:ext cx="76988" cy="77984"/>
          </a:xfrm>
          <a:custGeom>
            <a:rect b="b" l="l" r="r" t="t"/>
            <a:pathLst>
              <a:path extrusionOk="0" h="4269" w="4270">
                <a:moveTo>
                  <a:pt x="4269" y="1"/>
                </a:moveTo>
                <a:lnTo>
                  <a:pt x="4055" y="233"/>
                </a:lnTo>
                <a:lnTo>
                  <a:pt x="3725" y="733"/>
                </a:lnTo>
                <a:lnTo>
                  <a:pt x="3501" y="1277"/>
                </a:lnTo>
                <a:lnTo>
                  <a:pt x="3394" y="1849"/>
                </a:lnTo>
                <a:lnTo>
                  <a:pt x="3385" y="2135"/>
                </a:lnTo>
                <a:lnTo>
                  <a:pt x="3171" y="1938"/>
                </a:lnTo>
                <a:lnTo>
                  <a:pt x="2689" y="1617"/>
                </a:lnTo>
                <a:lnTo>
                  <a:pt x="2144" y="1385"/>
                </a:lnTo>
                <a:lnTo>
                  <a:pt x="1555" y="1269"/>
                </a:lnTo>
                <a:lnTo>
                  <a:pt x="1242" y="1251"/>
                </a:lnTo>
                <a:lnTo>
                  <a:pt x="1260" y="1563"/>
                </a:lnTo>
                <a:lnTo>
                  <a:pt x="1376" y="2153"/>
                </a:lnTo>
                <a:lnTo>
                  <a:pt x="1608" y="2697"/>
                </a:lnTo>
                <a:lnTo>
                  <a:pt x="1930" y="3180"/>
                </a:lnTo>
                <a:lnTo>
                  <a:pt x="2135" y="3394"/>
                </a:lnTo>
                <a:lnTo>
                  <a:pt x="1840" y="3403"/>
                </a:lnTo>
                <a:lnTo>
                  <a:pt x="1278" y="3510"/>
                </a:lnTo>
                <a:lnTo>
                  <a:pt x="733" y="3724"/>
                </a:lnTo>
                <a:lnTo>
                  <a:pt x="233" y="4055"/>
                </a:lnTo>
                <a:lnTo>
                  <a:pt x="1" y="4269"/>
                </a:lnTo>
                <a:lnTo>
                  <a:pt x="4269" y="4269"/>
                </a:lnTo>
                <a:lnTo>
                  <a:pt x="426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0"/>
          <p:cNvSpPr/>
          <p:nvPr/>
        </p:nvSpPr>
        <p:spPr>
          <a:xfrm>
            <a:off x="7971349" y="337470"/>
            <a:ext cx="77150" cy="78148"/>
          </a:xfrm>
          <a:custGeom>
            <a:rect b="b" l="l" r="r" t="t"/>
            <a:pathLst>
              <a:path extrusionOk="0" h="4278" w="4279">
                <a:moveTo>
                  <a:pt x="10" y="0"/>
                </a:moveTo>
                <a:lnTo>
                  <a:pt x="1" y="9"/>
                </a:lnTo>
                <a:lnTo>
                  <a:pt x="233" y="223"/>
                </a:lnTo>
                <a:lnTo>
                  <a:pt x="733" y="554"/>
                </a:lnTo>
                <a:lnTo>
                  <a:pt x="1278" y="777"/>
                </a:lnTo>
                <a:lnTo>
                  <a:pt x="1849" y="884"/>
                </a:lnTo>
                <a:lnTo>
                  <a:pt x="2144" y="893"/>
                </a:lnTo>
                <a:lnTo>
                  <a:pt x="1939" y="1107"/>
                </a:lnTo>
                <a:lnTo>
                  <a:pt x="1617" y="1590"/>
                </a:lnTo>
                <a:lnTo>
                  <a:pt x="1385" y="2125"/>
                </a:lnTo>
                <a:lnTo>
                  <a:pt x="1269" y="2715"/>
                </a:lnTo>
                <a:lnTo>
                  <a:pt x="1251" y="3027"/>
                </a:lnTo>
                <a:lnTo>
                  <a:pt x="1564" y="3018"/>
                </a:lnTo>
                <a:lnTo>
                  <a:pt x="2153" y="2902"/>
                </a:lnTo>
                <a:lnTo>
                  <a:pt x="2698" y="2670"/>
                </a:lnTo>
                <a:lnTo>
                  <a:pt x="3180" y="2340"/>
                </a:lnTo>
                <a:lnTo>
                  <a:pt x="3394" y="2143"/>
                </a:lnTo>
                <a:lnTo>
                  <a:pt x="3403" y="2438"/>
                </a:lnTo>
                <a:lnTo>
                  <a:pt x="3510" y="3009"/>
                </a:lnTo>
                <a:lnTo>
                  <a:pt x="3734" y="3554"/>
                </a:lnTo>
                <a:lnTo>
                  <a:pt x="4064" y="4054"/>
                </a:lnTo>
                <a:lnTo>
                  <a:pt x="4278" y="4277"/>
                </a:lnTo>
                <a:lnTo>
                  <a:pt x="427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20"/>
          <p:cNvSpPr/>
          <p:nvPr/>
        </p:nvSpPr>
        <p:spPr>
          <a:xfrm>
            <a:off x="8048485" y="259484"/>
            <a:ext cx="76808" cy="77984"/>
          </a:xfrm>
          <a:custGeom>
            <a:rect b="b" l="l" r="r" t="t"/>
            <a:pathLst>
              <a:path extrusionOk="0" h="4269" w="4260">
                <a:moveTo>
                  <a:pt x="0" y="1"/>
                </a:moveTo>
                <a:lnTo>
                  <a:pt x="0" y="4269"/>
                </a:lnTo>
                <a:lnTo>
                  <a:pt x="4260" y="4269"/>
                </a:lnTo>
                <a:lnTo>
                  <a:pt x="4037" y="4055"/>
                </a:lnTo>
                <a:lnTo>
                  <a:pt x="3537" y="3724"/>
                </a:lnTo>
                <a:lnTo>
                  <a:pt x="2992" y="3510"/>
                </a:lnTo>
                <a:lnTo>
                  <a:pt x="2429" y="3403"/>
                </a:lnTo>
                <a:lnTo>
                  <a:pt x="2135" y="3394"/>
                </a:lnTo>
                <a:lnTo>
                  <a:pt x="2340" y="3180"/>
                </a:lnTo>
                <a:lnTo>
                  <a:pt x="2662" y="2697"/>
                </a:lnTo>
                <a:lnTo>
                  <a:pt x="2894" y="2153"/>
                </a:lnTo>
                <a:lnTo>
                  <a:pt x="3010" y="1563"/>
                </a:lnTo>
                <a:lnTo>
                  <a:pt x="3019" y="1251"/>
                </a:lnTo>
                <a:lnTo>
                  <a:pt x="3019" y="1251"/>
                </a:lnTo>
                <a:lnTo>
                  <a:pt x="2715" y="1269"/>
                </a:lnTo>
                <a:lnTo>
                  <a:pt x="2126" y="1385"/>
                </a:lnTo>
                <a:lnTo>
                  <a:pt x="1581" y="1617"/>
                </a:lnTo>
                <a:lnTo>
                  <a:pt x="1099" y="1938"/>
                </a:lnTo>
                <a:lnTo>
                  <a:pt x="884" y="2135"/>
                </a:lnTo>
                <a:lnTo>
                  <a:pt x="876" y="1849"/>
                </a:lnTo>
                <a:lnTo>
                  <a:pt x="768" y="1277"/>
                </a:lnTo>
                <a:lnTo>
                  <a:pt x="545" y="733"/>
                </a:lnTo>
                <a:lnTo>
                  <a:pt x="215" y="233"/>
                </a:lnTo>
                <a:lnTo>
                  <a:pt x="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0"/>
          <p:cNvSpPr/>
          <p:nvPr/>
        </p:nvSpPr>
        <p:spPr>
          <a:xfrm>
            <a:off x="8048485" y="337470"/>
            <a:ext cx="18" cy="0"/>
          </a:xfrm>
          <a:custGeom>
            <a:rect b="b" l="l" r="r" t="t"/>
            <a:pathLst>
              <a:path extrusionOk="0" h="0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3" name="Google Shape;1843;p20"/>
          <p:cNvGrpSpPr/>
          <p:nvPr/>
        </p:nvGrpSpPr>
        <p:grpSpPr>
          <a:xfrm>
            <a:off x="8419314" y="4407803"/>
            <a:ext cx="724696" cy="734540"/>
            <a:chOff x="4595925" y="3627700"/>
            <a:chExt cx="1358125" cy="1358750"/>
          </a:xfrm>
        </p:grpSpPr>
        <p:sp>
          <p:nvSpPr>
            <p:cNvPr id="1844" name="Google Shape;1844;p2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5" name="Google Shape;1855;p20"/>
          <p:cNvGrpSpPr/>
          <p:nvPr/>
        </p:nvGrpSpPr>
        <p:grpSpPr>
          <a:xfrm rot="10800000">
            <a:off x="0" y="-25"/>
            <a:ext cx="1449434" cy="5143543"/>
            <a:chOff x="1012850" y="-1200"/>
            <a:chExt cx="1449434" cy="5143543"/>
          </a:xfrm>
        </p:grpSpPr>
        <p:grpSp>
          <p:nvGrpSpPr>
            <p:cNvPr id="1856" name="Google Shape;1856;p20"/>
            <p:cNvGrpSpPr/>
            <p:nvPr/>
          </p:nvGrpSpPr>
          <p:grpSpPr>
            <a:xfrm>
              <a:off x="1737566" y="-333"/>
              <a:ext cx="724362" cy="733865"/>
              <a:chOff x="1666575" y="729800"/>
              <a:chExt cx="1357500" cy="1357500"/>
            </a:xfrm>
          </p:grpSpPr>
          <p:sp>
            <p:nvSpPr>
              <p:cNvPr id="1857" name="Google Shape;1857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7" name="Google Shape;1867;p20"/>
            <p:cNvGrpSpPr/>
            <p:nvPr/>
          </p:nvGrpSpPr>
          <p:grpSpPr>
            <a:xfrm>
              <a:off x="1737589" y="2202942"/>
              <a:ext cx="724696" cy="734540"/>
              <a:chOff x="4595925" y="3627700"/>
              <a:chExt cx="1358125" cy="1358750"/>
            </a:xfrm>
          </p:grpSpPr>
          <p:sp>
            <p:nvSpPr>
              <p:cNvPr id="1868" name="Google Shape;1868;p20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20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20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20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20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20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20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20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20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20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20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9" name="Google Shape;1879;p20"/>
            <p:cNvGrpSpPr/>
            <p:nvPr/>
          </p:nvGrpSpPr>
          <p:grpSpPr>
            <a:xfrm>
              <a:off x="1737668" y="2938409"/>
              <a:ext cx="724362" cy="733865"/>
              <a:chOff x="3131575" y="2179075"/>
              <a:chExt cx="1357500" cy="1357500"/>
            </a:xfrm>
          </p:grpSpPr>
          <p:sp>
            <p:nvSpPr>
              <p:cNvPr id="1880" name="Google Shape;1880;p20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20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20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20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20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20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20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20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20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20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20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20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20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20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20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20"/>
            <p:cNvGrpSpPr/>
            <p:nvPr/>
          </p:nvGrpSpPr>
          <p:grpSpPr>
            <a:xfrm>
              <a:off x="1737566" y="1469000"/>
              <a:ext cx="724362" cy="733864"/>
              <a:chOff x="1666575" y="729800"/>
              <a:chExt cx="1357500" cy="1357500"/>
            </a:xfrm>
          </p:grpSpPr>
          <p:sp>
            <p:nvSpPr>
              <p:cNvPr id="1896" name="Google Shape;1896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6" name="Google Shape;1906;p20"/>
            <p:cNvGrpSpPr/>
            <p:nvPr/>
          </p:nvGrpSpPr>
          <p:grpSpPr>
            <a:xfrm>
              <a:off x="1737566" y="3673192"/>
              <a:ext cx="724362" cy="733865"/>
              <a:chOff x="1666575" y="729800"/>
              <a:chExt cx="1357500" cy="1357500"/>
            </a:xfrm>
          </p:grpSpPr>
          <p:sp>
            <p:nvSpPr>
              <p:cNvPr id="1907" name="Google Shape;1907;p2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2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2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2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2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2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2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2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2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2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7" name="Google Shape;1917;p20"/>
            <p:cNvGrpSpPr/>
            <p:nvPr/>
          </p:nvGrpSpPr>
          <p:grpSpPr>
            <a:xfrm>
              <a:off x="1737220" y="732393"/>
              <a:ext cx="724587" cy="734510"/>
              <a:chOff x="1713450" y="856352"/>
              <a:chExt cx="856993" cy="857371"/>
            </a:xfrm>
          </p:grpSpPr>
          <p:grpSp>
            <p:nvGrpSpPr>
              <p:cNvPr id="1918" name="Google Shape;1918;p20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1919" name="Google Shape;1919;p20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20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20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20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20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20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20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20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20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20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20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20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20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20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20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20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20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20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20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20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20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0" name="Google Shape;1940;p20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20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20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20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20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20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6" name="Google Shape;1946;p20"/>
            <p:cNvSpPr/>
            <p:nvPr/>
          </p:nvSpPr>
          <p:spPr>
            <a:xfrm>
              <a:off x="1012850" y="-1200"/>
              <a:ext cx="724554" cy="734098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1012850" y="-1200"/>
              <a:ext cx="724554" cy="7339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1375126" y="-1200"/>
              <a:ext cx="362295" cy="7339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1201724" y="164052"/>
              <a:ext cx="342480" cy="346991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0" name="Google Shape;1950;p20"/>
            <p:cNvGrpSpPr/>
            <p:nvPr/>
          </p:nvGrpSpPr>
          <p:grpSpPr>
            <a:xfrm rot="10800000">
              <a:off x="1013131" y="4407981"/>
              <a:ext cx="724565" cy="733980"/>
              <a:chOff x="7083054" y="4447889"/>
              <a:chExt cx="856966" cy="856753"/>
            </a:xfrm>
          </p:grpSpPr>
          <p:sp>
            <p:nvSpPr>
              <p:cNvPr id="1951" name="Google Shape;1951;p20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20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20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54" name="Google Shape;1954;p20"/>
            <p:cNvSpPr/>
            <p:nvPr/>
          </p:nvSpPr>
          <p:spPr>
            <a:xfrm>
              <a:off x="1366760" y="336812"/>
              <a:ext cx="18" cy="1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1366760" y="337470"/>
              <a:ext cx="77132" cy="78148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1289786" y="259484"/>
              <a:ext cx="76988" cy="77984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1289624" y="337470"/>
              <a:ext cx="77150" cy="78148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1366760" y="259484"/>
              <a:ext cx="76808" cy="77984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1366760" y="337470"/>
              <a:ext cx="18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0" name="Google Shape;1960;p20"/>
            <p:cNvGrpSpPr/>
            <p:nvPr/>
          </p:nvGrpSpPr>
          <p:grpSpPr>
            <a:xfrm>
              <a:off x="1737589" y="4407803"/>
              <a:ext cx="724696" cy="734540"/>
              <a:chOff x="4595925" y="3627700"/>
              <a:chExt cx="1358125" cy="1358750"/>
            </a:xfrm>
          </p:grpSpPr>
          <p:sp>
            <p:nvSpPr>
              <p:cNvPr id="1961" name="Google Shape;1961;p20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20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20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20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20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20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20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20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20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20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20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21"/>
          <p:cNvSpPr txBox="1"/>
          <p:nvPr>
            <p:ph type="title"/>
          </p:nvPr>
        </p:nvSpPr>
        <p:spPr>
          <a:xfrm flipH="1">
            <a:off x="4986288" y="17296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4" name="Google Shape;1974;p21"/>
          <p:cNvSpPr txBox="1"/>
          <p:nvPr>
            <p:ph idx="1" type="body"/>
          </p:nvPr>
        </p:nvSpPr>
        <p:spPr>
          <a:xfrm flipH="1">
            <a:off x="4986288" y="24164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975" name="Google Shape;1975;p21"/>
          <p:cNvGrpSpPr/>
          <p:nvPr/>
        </p:nvGrpSpPr>
        <p:grpSpPr>
          <a:xfrm flipH="1">
            <a:off x="110" y="3670736"/>
            <a:ext cx="736444" cy="736444"/>
            <a:chOff x="3131575" y="2179075"/>
            <a:chExt cx="1357500" cy="1357500"/>
          </a:xfrm>
        </p:grpSpPr>
        <p:sp>
          <p:nvSpPr>
            <p:cNvPr id="1976" name="Google Shape;1976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1" name="Google Shape;1991;p21"/>
          <p:cNvGrpSpPr/>
          <p:nvPr/>
        </p:nvGrpSpPr>
        <p:grpSpPr>
          <a:xfrm flipH="1">
            <a:off x="144" y="4408199"/>
            <a:ext cx="736444" cy="736444"/>
            <a:chOff x="1666575" y="729800"/>
            <a:chExt cx="1357500" cy="1357500"/>
          </a:xfrm>
        </p:grpSpPr>
        <p:sp>
          <p:nvSpPr>
            <p:cNvPr id="1992" name="Google Shape;1992;p2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2" name="Google Shape;2002;p21"/>
          <p:cNvGrpSpPr/>
          <p:nvPr/>
        </p:nvGrpSpPr>
        <p:grpSpPr>
          <a:xfrm flipH="1" rot="10800000">
            <a:off x="736527" y="4408286"/>
            <a:ext cx="736734" cy="736551"/>
            <a:chOff x="7083054" y="4447889"/>
            <a:chExt cx="856966" cy="856753"/>
          </a:xfrm>
        </p:grpSpPr>
        <p:sp>
          <p:nvSpPr>
            <p:cNvPr id="2003" name="Google Shape;2003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21"/>
          <p:cNvGrpSpPr/>
          <p:nvPr/>
        </p:nvGrpSpPr>
        <p:grpSpPr>
          <a:xfrm flipH="1">
            <a:off x="736673" y="-114"/>
            <a:ext cx="736444" cy="736444"/>
            <a:chOff x="3131575" y="2179075"/>
            <a:chExt cx="1357500" cy="1357500"/>
          </a:xfrm>
        </p:grpSpPr>
        <p:sp>
          <p:nvSpPr>
            <p:cNvPr id="2007" name="Google Shape;2007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2" name="Google Shape;2022;p21"/>
          <p:cNvGrpSpPr/>
          <p:nvPr/>
        </p:nvGrpSpPr>
        <p:grpSpPr>
          <a:xfrm flipH="1" rot="5400000">
            <a:off x="-98" y="-177"/>
            <a:ext cx="736734" cy="736551"/>
            <a:chOff x="7083054" y="4447889"/>
            <a:chExt cx="856966" cy="856753"/>
          </a:xfrm>
        </p:grpSpPr>
        <p:sp>
          <p:nvSpPr>
            <p:cNvPr id="2023" name="Google Shape;2023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6" name="Google Shape;2026;p21"/>
          <p:cNvGrpSpPr/>
          <p:nvPr/>
        </p:nvGrpSpPr>
        <p:grpSpPr>
          <a:xfrm flipH="1">
            <a:off x="9419" y="729861"/>
            <a:ext cx="736444" cy="736444"/>
            <a:chOff x="1666575" y="729800"/>
            <a:chExt cx="1357500" cy="1357500"/>
          </a:xfrm>
        </p:grpSpPr>
        <p:sp>
          <p:nvSpPr>
            <p:cNvPr id="2027" name="Google Shape;2027;p2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7" name="Google Shape;2037;p21"/>
          <p:cNvGrpSpPr/>
          <p:nvPr/>
        </p:nvGrpSpPr>
        <p:grpSpPr>
          <a:xfrm flipH="1">
            <a:off x="8409298" y="-114"/>
            <a:ext cx="736444" cy="736444"/>
            <a:chOff x="3131575" y="2179075"/>
            <a:chExt cx="1357500" cy="1357500"/>
          </a:xfrm>
        </p:grpSpPr>
        <p:sp>
          <p:nvSpPr>
            <p:cNvPr id="2038" name="Google Shape;2038;p21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1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1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1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1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1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1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1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1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1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1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1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1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1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1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3" name="Google Shape;2053;p21"/>
          <p:cNvGrpSpPr/>
          <p:nvPr/>
        </p:nvGrpSpPr>
        <p:grpSpPr>
          <a:xfrm flipH="1" rot="10800000">
            <a:off x="7672577" y="-177"/>
            <a:ext cx="736734" cy="736551"/>
            <a:chOff x="7083054" y="4447889"/>
            <a:chExt cx="856966" cy="856753"/>
          </a:xfrm>
        </p:grpSpPr>
        <p:sp>
          <p:nvSpPr>
            <p:cNvPr id="2054" name="Google Shape;2054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7" name="Google Shape;2057;p21"/>
          <p:cNvGrpSpPr/>
          <p:nvPr/>
        </p:nvGrpSpPr>
        <p:grpSpPr>
          <a:xfrm flipH="1" rot="5400000">
            <a:off x="8409152" y="4408273"/>
            <a:ext cx="736734" cy="736551"/>
            <a:chOff x="7083054" y="4447889"/>
            <a:chExt cx="856966" cy="856753"/>
          </a:xfrm>
        </p:grpSpPr>
        <p:sp>
          <p:nvSpPr>
            <p:cNvPr id="2058" name="Google Shape;2058;p21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1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1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22"/>
          <p:cNvSpPr txBox="1"/>
          <p:nvPr>
            <p:ph idx="1" type="subTitle"/>
          </p:nvPr>
        </p:nvSpPr>
        <p:spPr>
          <a:xfrm>
            <a:off x="5532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3" name="Google Shape;2063;p22"/>
          <p:cNvSpPr txBox="1"/>
          <p:nvPr>
            <p:ph idx="2" type="subTitle"/>
          </p:nvPr>
        </p:nvSpPr>
        <p:spPr>
          <a:xfrm>
            <a:off x="25626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4" name="Google Shape;2064;p22"/>
          <p:cNvSpPr txBox="1"/>
          <p:nvPr>
            <p:ph idx="3" type="subTitle"/>
          </p:nvPr>
        </p:nvSpPr>
        <p:spPr>
          <a:xfrm>
            <a:off x="5532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5" name="Google Shape;2065;p22"/>
          <p:cNvSpPr txBox="1"/>
          <p:nvPr>
            <p:ph idx="4" type="subTitle"/>
          </p:nvPr>
        </p:nvSpPr>
        <p:spPr>
          <a:xfrm>
            <a:off x="25626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6" name="Google Shape;2066;p22"/>
          <p:cNvSpPr txBox="1"/>
          <p:nvPr>
            <p:ph idx="5" type="subTitle"/>
          </p:nvPr>
        </p:nvSpPr>
        <p:spPr>
          <a:xfrm>
            <a:off x="45720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7" name="Google Shape;2067;p22"/>
          <p:cNvSpPr txBox="1"/>
          <p:nvPr>
            <p:ph idx="6" type="subTitle"/>
          </p:nvPr>
        </p:nvSpPr>
        <p:spPr>
          <a:xfrm>
            <a:off x="6581400" y="33482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8" name="Google Shape;2068;p22"/>
          <p:cNvSpPr txBox="1"/>
          <p:nvPr>
            <p:ph idx="7" type="subTitle"/>
          </p:nvPr>
        </p:nvSpPr>
        <p:spPr>
          <a:xfrm>
            <a:off x="45720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69" name="Google Shape;2069;p22"/>
          <p:cNvSpPr txBox="1"/>
          <p:nvPr>
            <p:ph idx="8" type="subTitle"/>
          </p:nvPr>
        </p:nvSpPr>
        <p:spPr>
          <a:xfrm>
            <a:off x="6581400" y="2974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070" name="Google Shape;2070;p22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71" name="Google Shape;2071;p22"/>
          <p:cNvGrpSpPr/>
          <p:nvPr/>
        </p:nvGrpSpPr>
        <p:grpSpPr>
          <a:xfrm flipH="1">
            <a:off x="53" y="-343"/>
            <a:ext cx="731149" cy="731150"/>
            <a:chOff x="1666575" y="729800"/>
            <a:chExt cx="1357500" cy="1357500"/>
          </a:xfrm>
        </p:grpSpPr>
        <p:sp>
          <p:nvSpPr>
            <p:cNvPr id="2072" name="Google Shape;2072;p2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2" name="Google Shape;2082;p22"/>
          <p:cNvGrpSpPr/>
          <p:nvPr/>
        </p:nvGrpSpPr>
        <p:grpSpPr>
          <a:xfrm flipH="1">
            <a:off x="5" y="729652"/>
            <a:ext cx="731443" cy="731766"/>
            <a:chOff x="1713450" y="856352"/>
            <a:chExt cx="856993" cy="857371"/>
          </a:xfrm>
        </p:grpSpPr>
        <p:grpSp>
          <p:nvGrpSpPr>
            <p:cNvPr id="2083" name="Google Shape;2083;p22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084" name="Google Shape;2084;p22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22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22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2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2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2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2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2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2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2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2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2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22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22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22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22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22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22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22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22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22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5" name="Google Shape;2105;p22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2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2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2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2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2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2"/>
          <p:cNvSpPr/>
          <p:nvPr/>
        </p:nvSpPr>
        <p:spPr>
          <a:xfrm flipH="1">
            <a:off x="731214" y="-1200"/>
            <a:ext cx="731486" cy="731486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2"/>
          <p:cNvSpPr/>
          <p:nvPr/>
        </p:nvSpPr>
        <p:spPr>
          <a:xfrm flipH="1">
            <a:off x="731214" y="-1200"/>
            <a:ext cx="731486" cy="731322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2"/>
          <p:cNvSpPr/>
          <p:nvPr/>
        </p:nvSpPr>
        <p:spPr>
          <a:xfrm flipH="1">
            <a:off x="731249" y="-1200"/>
            <a:ext cx="365761" cy="731322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2"/>
          <p:cNvSpPr/>
          <p:nvPr/>
        </p:nvSpPr>
        <p:spPr>
          <a:xfrm flipH="1">
            <a:off x="883693" y="151909"/>
            <a:ext cx="426580" cy="426628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5" name="Google Shape;2115;p22"/>
          <p:cNvGrpSpPr/>
          <p:nvPr/>
        </p:nvGrpSpPr>
        <p:grpSpPr>
          <a:xfrm flipH="1">
            <a:off x="1462773" y="-358"/>
            <a:ext cx="731149" cy="731150"/>
            <a:chOff x="1666575" y="729800"/>
            <a:chExt cx="1357500" cy="1357500"/>
          </a:xfrm>
        </p:grpSpPr>
        <p:sp>
          <p:nvSpPr>
            <p:cNvPr id="2116" name="Google Shape;2116;p2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6"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23"/>
          <p:cNvSpPr txBox="1"/>
          <p:nvPr>
            <p:ph type="title"/>
          </p:nvPr>
        </p:nvSpPr>
        <p:spPr>
          <a:xfrm>
            <a:off x="2025975" y="1758275"/>
            <a:ext cx="5092200" cy="14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8" name="Google Shape;2128;p23"/>
          <p:cNvSpPr txBox="1"/>
          <p:nvPr>
            <p:ph hasCustomPrompt="1" idx="2" type="title"/>
          </p:nvPr>
        </p:nvSpPr>
        <p:spPr>
          <a:xfrm>
            <a:off x="3307725" y="7413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9" name="Google Shape;2129;p23"/>
          <p:cNvSpPr txBox="1"/>
          <p:nvPr>
            <p:ph idx="1" type="subTitle"/>
          </p:nvPr>
        </p:nvSpPr>
        <p:spPr>
          <a:xfrm>
            <a:off x="2808525" y="3222900"/>
            <a:ext cx="3527100" cy="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130" name="Google Shape;2130;p23"/>
          <p:cNvGrpSpPr/>
          <p:nvPr/>
        </p:nvGrpSpPr>
        <p:grpSpPr>
          <a:xfrm>
            <a:off x="41" y="-1200"/>
            <a:ext cx="1472463" cy="5145894"/>
            <a:chOff x="41" y="-1200"/>
            <a:chExt cx="1472463" cy="5145894"/>
          </a:xfrm>
        </p:grpSpPr>
        <p:grpSp>
          <p:nvGrpSpPr>
            <p:cNvPr id="2131" name="Google Shape;2131;p23"/>
            <p:cNvGrpSpPr/>
            <p:nvPr/>
          </p:nvGrpSpPr>
          <p:grpSpPr>
            <a:xfrm flipH="1">
              <a:off x="2115" y="1468173"/>
              <a:ext cx="734067" cy="734404"/>
              <a:chOff x="4595925" y="3627700"/>
              <a:chExt cx="1358125" cy="1358750"/>
            </a:xfrm>
          </p:grpSpPr>
          <p:sp>
            <p:nvSpPr>
              <p:cNvPr id="2132" name="Google Shape;2132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3" name="Google Shape;2143;p23"/>
            <p:cNvGrpSpPr/>
            <p:nvPr/>
          </p:nvGrpSpPr>
          <p:grpSpPr>
            <a:xfrm flipH="1">
              <a:off x="110" y="2937986"/>
              <a:ext cx="733729" cy="733729"/>
              <a:chOff x="3131575" y="2179075"/>
              <a:chExt cx="1357500" cy="1357500"/>
            </a:xfrm>
          </p:grpSpPr>
          <p:sp>
            <p:nvSpPr>
              <p:cNvPr id="2144" name="Google Shape;2144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9" name="Google Shape;2159;p23"/>
            <p:cNvGrpSpPr/>
            <p:nvPr/>
          </p:nvGrpSpPr>
          <p:grpSpPr>
            <a:xfrm flipH="1">
              <a:off x="124" y="2202848"/>
              <a:ext cx="733729" cy="733729"/>
              <a:chOff x="1666575" y="729800"/>
              <a:chExt cx="1357500" cy="1357500"/>
            </a:xfrm>
          </p:grpSpPr>
          <p:sp>
            <p:nvSpPr>
              <p:cNvPr id="2160" name="Google Shape;2160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23"/>
            <p:cNvGrpSpPr/>
            <p:nvPr/>
          </p:nvGrpSpPr>
          <p:grpSpPr>
            <a:xfrm flipH="1">
              <a:off x="2080" y="732307"/>
              <a:ext cx="734100" cy="734424"/>
              <a:chOff x="1713450" y="856352"/>
              <a:chExt cx="856993" cy="857371"/>
            </a:xfrm>
          </p:grpSpPr>
          <p:grpSp>
            <p:nvGrpSpPr>
              <p:cNvPr id="2171" name="Google Shape;2171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172" name="Google Shape;2172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6" name="Google Shape;2176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7" name="Google Shape;2177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8" name="Google Shape;2178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9" name="Google Shape;2179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2" name="Google Shape;2182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3" name="Google Shape;2183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4" name="Google Shape;2184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5" name="Google Shape;2185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6" name="Google Shape;2186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7" name="Google Shape;2187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8" name="Google Shape;2188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9" name="Google Shape;2189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0" name="Google Shape;2190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1" name="Google Shape;2191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2" name="Google Shape;2192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93" name="Google Shape;2193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9" name="Google Shape;2199;p23"/>
            <p:cNvSpPr/>
            <p:nvPr/>
          </p:nvSpPr>
          <p:spPr>
            <a:xfrm flipH="1">
              <a:off x="41" y="-1200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3"/>
            <p:cNvSpPr/>
            <p:nvPr/>
          </p:nvSpPr>
          <p:spPr>
            <a:xfrm flipH="1">
              <a:off x="41" y="-1200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3"/>
            <p:cNvSpPr/>
            <p:nvPr/>
          </p:nvSpPr>
          <p:spPr>
            <a:xfrm flipH="1">
              <a:off x="2229" y="-1200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3"/>
            <p:cNvSpPr/>
            <p:nvPr/>
          </p:nvSpPr>
          <p:spPr>
            <a:xfrm flipH="1">
              <a:off x="195760" y="164033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3" name="Google Shape;2203;p23"/>
            <p:cNvGrpSpPr/>
            <p:nvPr/>
          </p:nvGrpSpPr>
          <p:grpSpPr>
            <a:xfrm flipH="1" rot="10800000">
              <a:off x="325" y="3672483"/>
              <a:ext cx="734077" cy="733895"/>
              <a:chOff x="7083054" y="4447889"/>
              <a:chExt cx="856966" cy="856753"/>
            </a:xfrm>
          </p:grpSpPr>
          <p:sp>
            <p:nvSpPr>
              <p:cNvPr id="2204" name="Google Shape;2204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7" name="Google Shape;2207;p23"/>
            <p:cNvGrpSpPr/>
            <p:nvPr/>
          </p:nvGrpSpPr>
          <p:grpSpPr>
            <a:xfrm flipH="1" rot="10800000">
              <a:off x="736364" y="2202939"/>
              <a:ext cx="734067" cy="734404"/>
              <a:chOff x="4595925" y="3627700"/>
              <a:chExt cx="1358125" cy="1358750"/>
            </a:xfrm>
          </p:grpSpPr>
          <p:sp>
            <p:nvSpPr>
              <p:cNvPr id="2208" name="Google Shape;2208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9" name="Google Shape;2219;p23"/>
            <p:cNvGrpSpPr/>
            <p:nvPr/>
          </p:nvGrpSpPr>
          <p:grpSpPr>
            <a:xfrm flipH="1" rot="10800000">
              <a:off x="738707" y="733801"/>
              <a:ext cx="733729" cy="733729"/>
              <a:chOff x="3131575" y="2179075"/>
              <a:chExt cx="1357500" cy="1357500"/>
            </a:xfrm>
          </p:grpSpPr>
          <p:sp>
            <p:nvSpPr>
              <p:cNvPr id="2220" name="Google Shape;2220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5" name="Google Shape;2235;p23"/>
            <p:cNvGrpSpPr/>
            <p:nvPr/>
          </p:nvGrpSpPr>
          <p:grpSpPr>
            <a:xfrm flipH="1" rot="10800000">
              <a:off x="738692" y="1468939"/>
              <a:ext cx="733729" cy="733729"/>
              <a:chOff x="1666575" y="729800"/>
              <a:chExt cx="1357500" cy="1357500"/>
            </a:xfrm>
          </p:grpSpPr>
          <p:sp>
            <p:nvSpPr>
              <p:cNvPr id="2236" name="Google Shape;2236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6" name="Google Shape;2246;p23"/>
            <p:cNvGrpSpPr/>
            <p:nvPr/>
          </p:nvGrpSpPr>
          <p:grpSpPr>
            <a:xfrm flipH="1" rot="10800000">
              <a:off x="736366" y="2938785"/>
              <a:ext cx="734100" cy="734424"/>
              <a:chOff x="1713450" y="856352"/>
              <a:chExt cx="856993" cy="857371"/>
            </a:xfrm>
          </p:grpSpPr>
          <p:grpSp>
            <p:nvGrpSpPr>
              <p:cNvPr id="2247" name="Google Shape;2247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248" name="Google Shape;2248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9" name="Google Shape;2249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0" name="Google Shape;2250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1" name="Google Shape;2251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2" name="Google Shape;2252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3" name="Google Shape;2253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4" name="Google Shape;2254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5" name="Google Shape;2255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6" name="Google Shape;2256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7" name="Google Shape;2257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8" name="Google Shape;2258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9" name="Google Shape;2259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0" name="Google Shape;2260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1" name="Google Shape;2261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2" name="Google Shape;2262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3" name="Google Shape;2263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4" name="Google Shape;2264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5" name="Google Shape;2265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6" name="Google Shape;2266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7" name="Google Shape;2267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8" name="Google Shape;2268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69" name="Google Shape;2269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5" name="Google Shape;2275;p23"/>
            <p:cNvSpPr/>
            <p:nvPr/>
          </p:nvSpPr>
          <p:spPr>
            <a:xfrm flipH="1" rot="10800000">
              <a:off x="738507" y="3672719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3"/>
            <p:cNvSpPr/>
            <p:nvPr/>
          </p:nvSpPr>
          <p:spPr>
            <a:xfrm flipH="1" rot="10800000">
              <a:off x="738507" y="3672883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3"/>
            <p:cNvSpPr/>
            <p:nvPr/>
          </p:nvSpPr>
          <p:spPr>
            <a:xfrm flipH="1" rot="10800000">
              <a:off x="1103299" y="3672883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3"/>
            <p:cNvSpPr/>
            <p:nvPr/>
          </p:nvSpPr>
          <p:spPr>
            <a:xfrm flipH="1" rot="10800000">
              <a:off x="929842" y="3894540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9" name="Google Shape;2279;p23"/>
            <p:cNvGrpSpPr/>
            <p:nvPr/>
          </p:nvGrpSpPr>
          <p:grpSpPr>
            <a:xfrm flipH="1">
              <a:off x="738143" y="-862"/>
              <a:ext cx="734077" cy="733895"/>
              <a:chOff x="7083054" y="4447889"/>
              <a:chExt cx="856966" cy="856753"/>
            </a:xfrm>
          </p:grpSpPr>
          <p:sp>
            <p:nvSpPr>
              <p:cNvPr id="2280" name="Google Shape;2280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3" name="Google Shape;2283;p23"/>
            <p:cNvGrpSpPr/>
            <p:nvPr/>
          </p:nvGrpSpPr>
          <p:grpSpPr>
            <a:xfrm flipH="1">
              <a:off x="2080" y="4409471"/>
              <a:ext cx="734100" cy="734424"/>
              <a:chOff x="1713450" y="856352"/>
              <a:chExt cx="856993" cy="857371"/>
            </a:xfrm>
          </p:grpSpPr>
          <p:grpSp>
            <p:nvGrpSpPr>
              <p:cNvPr id="2284" name="Google Shape;2284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285" name="Google Shape;2285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6" name="Google Shape;2286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7" name="Google Shape;2287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2" name="Google Shape;2292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3" name="Google Shape;2293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8" name="Google Shape;2298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0" name="Google Shape;2300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1" name="Google Shape;2301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2" name="Google Shape;2302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3" name="Google Shape;2303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4" name="Google Shape;2304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06" name="Google Shape;2306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2" name="Google Shape;2312;p23"/>
            <p:cNvGrpSpPr/>
            <p:nvPr/>
          </p:nvGrpSpPr>
          <p:grpSpPr>
            <a:xfrm flipH="1" rot="10800000">
              <a:off x="738707" y="4410965"/>
              <a:ext cx="733729" cy="733729"/>
              <a:chOff x="3131575" y="2179075"/>
              <a:chExt cx="1357500" cy="1357500"/>
            </a:xfrm>
          </p:grpSpPr>
          <p:sp>
            <p:nvSpPr>
              <p:cNvPr id="2313" name="Google Shape;2313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8" name="Google Shape;2328;p23"/>
          <p:cNvGrpSpPr/>
          <p:nvPr/>
        </p:nvGrpSpPr>
        <p:grpSpPr>
          <a:xfrm>
            <a:off x="7671641" y="-1200"/>
            <a:ext cx="1472463" cy="5145894"/>
            <a:chOff x="41" y="-1200"/>
            <a:chExt cx="1472463" cy="5145894"/>
          </a:xfrm>
        </p:grpSpPr>
        <p:grpSp>
          <p:nvGrpSpPr>
            <p:cNvPr id="2329" name="Google Shape;2329;p23"/>
            <p:cNvGrpSpPr/>
            <p:nvPr/>
          </p:nvGrpSpPr>
          <p:grpSpPr>
            <a:xfrm flipH="1">
              <a:off x="2115" y="1468173"/>
              <a:ext cx="734067" cy="734404"/>
              <a:chOff x="4595925" y="3627700"/>
              <a:chExt cx="1358125" cy="1358750"/>
            </a:xfrm>
          </p:grpSpPr>
          <p:sp>
            <p:nvSpPr>
              <p:cNvPr id="2330" name="Google Shape;2330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1" name="Google Shape;2341;p23"/>
            <p:cNvGrpSpPr/>
            <p:nvPr/>
          </p:nvGrpSpPr>
          <p:grpSpPr>
            <a:xfrm flipH="1">
              <a:off x="110" y="2937986"/>
              <a:ext cx="733729" cy="733729"/>
              <a:chOff x="3131575" y="2179075"/>
              <a:chExt cx="1357500" cy="1357500"/>
            </a:xfrm>
          </p:grpSpPr>
          <p:sp>
            <p:nvSpPr>
              <p:cNvPr id="2342" name="Google Shape;2342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7" name="Google Shape;2357;p23"/>
            <p:cNvGrpSpPr/>
            <p:nvPr/>
          </p:nvGrpSpPr>
          <p:grpSpPr>
            <a:xfrm flipH="1">
              <a:off x="124" y="2202848"/>
              <a:ext cx="733729" cy="733729"/>
              <a:chOff x="1666575" y="729800"/>
              <a:chExt cx="1357500" cy="1357500"/>
            </a:xfrm>
          </p:grpSpPr>
          <p:sp>
            <p:nvSpPr>
              <p:cNvPr id="2358" name="Google Shape;2358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8" name="Google Shape;2368;p23"/>
            <p:cNvGrpSpPr/>
            <p:nvPr/>
          </p:nvGrpSpPr>
          <p:grpSpPr>
            <a:xfrm flipH="1">
              <a:off x="2080" y="732307"/>
              <a:ext cx="734100" cy="734424"/>
              <a:chOff x="1713450" y="856352"/>
              <a:chExt cx="856993" cy="857371"/>
            </a:xfrm>
          </p:grpSpPr>
          <p:grpSp>
            <p:nvGrpSpPr>
              <p:cNvPr id="2369" name="Google Shape;2369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370" name="Google Shape;2370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1" name="Google Shape;2371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2" name="Google Shape;2372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3" name="Google Shape;2373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4" name="Google Shape;2374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5" name="Google Shape;2375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6" name="Google Shape;2376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7" name="Google Shape;2377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8" name="Google Shape;2378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9" name="Google Shape;2379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0" name="Google Shape;2380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1" name="Google Shape;2381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2" name="Google Shape;2382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3" name="Google Shape;2383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4" name="Google Shape;2384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5" name="Google Shape;2385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6" name="Google Shape;2386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7" name="Google Shape;2387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8" name="Google Shape;2388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9" name="Google Shape;2389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0" name="Google Shape;2390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91" name="Google Shape;2391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7" name="Google Shape;2397;p23"/>
            <p:cNvSpPr/>
            <p:nvPr/>
          </p:nvSpPr>
          <p:spPr>
            <a:xfrm flipH="1">
              <a:off x="41" y="-1200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3"/>
            <p:cNvSpPr/>
            <p:nvPr/>
          </p:nvSpPr>
          <p:spPr>
            <a:xfrm flipH="1">
              <a:off x="41" y="-1200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3"/>
            <p:cNvSpPr/>
            <p:nvPr/>
          </p:nvSpPr>
          <p:spPr>
            <a:xfrm flipH="1">
              <a:off x="2229" y="-1200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3"/>
            <p:cNvSpPr/>
            <p:nvPr/>
          </p:nvSpPr>
          <p:spPr>
            <a:xfrm flipH="1">
              <a:off x="195760" y="164033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1" name="Google Shape;2401;p23"/>
            <p:cNvGrpSpPr/>
            <p:nvPr/>
          </p:nvGrpSpPr>
          <p:grpSpPr>
            <a:xfrm flipH="1" rot="10800000">
              <a:off x="325" y="3672483"/>
              <a:ext cx="734077" cy="733895"/>
              <a:chOff x="7083054" y="4447889"/>
              <a:chExt cx="856966" cy="856753"/>
            </a:xfrm>
          </p:grpSpPr>
          <p:sp>
            <p:nvSpPr>
              <p:cNvPr id="2402" name="Google Shape;2402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5" name="Google Shape;2405;p23"/>
            <p:cNvGrpSpPr/>
            <p:nvPr/>
          </p:nvGrpSpPr>
          <p:grpSpPr>
            <a:xfrm flipH="1" rot="10800000">
              <a:off x="736364" y="2202939"/>
              <a:ext cx="734067" cy="734404"/>
              <a:chOff x="4595925" y="3627700"/>
              <a:chExt cx="1358125" cy="1358750"/>
            </a:xfrm>
          </p:grpSpPr>
          <p:sp>
            <p:nvSpPr>
              <p:cNvPr id="2406" name="Google Shape;2406;p23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23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23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23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23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23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23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23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3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3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3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7" name="Google Shape;2417;p23"/>
            <p:cNvGrpSpPr/>
            <p:nvPr/>
          </p:nvGrpSpPr>
          <p:grpSpPr>
            <a:xfrm flipH="1" rot="10800000">
              <a:off x="738707" y="733801"/>
              <a:ext cx="733729" cy="733729"/>
              <a:chOff x="3131575" y="2179075"/>
              <a:chExt cx="1357500" cy="1357500"/>
            </a:xfrm>
          </p:grpSpPr>
          <p:sp>
            <p:nvSpPr>
              <p:cNvPr id="2418" name="Google Shape;2418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3" name="Google Shape;2433;p23"/>
            <p:cNvGrpSpPr/>
            <p:nvPr/>
          </p:nvGrpSpPr>
          <p:grpSpPr>
            <a:xfrm flipH="1" rot="10800000">
              <a:off x="738692" y="1468939"/>
              <a:ext cx="733729" cy="733729"/>
              <a:chOff x="1666575" y="729800"/>
              <a:chExt cx="1357500" cy="1357500"/>
            </a:xfrm>
          </p:grpSpPr>
          <p:sp>
            <p:nvSpPr>
              <p:cNvPr id="2434" name="Google Shape;2434;p23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23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23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23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23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23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23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23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23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23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4" name="Google Shape;2444;p23"/>
            <p:cNvGrpSpPr/>
            <p:nvPr/>
          </p:nvGrpSpPr>
          <p:grpSpPr>
            <a:xfrm flipH="1" rot="10800000">
              <a:off x="736366" y="2938785"/>
              <a:ext cx="734100" cy="734424"/>
              <a:chOff x="1713450" y="856352"/>
              <a:chExt cx="856993" cy="857371"/>
            </a:xfrm>
          </p:grpSpPr>
          <p:grpSp>
            <p:nvGrpSpPr>
              <p:cNvPr id="2445" name="Google Shape;2445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446" name="Google Shape;2446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1" name="Google Shape;2451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2" name="Google Shape;2452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3" name="Google Shape;2453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8" name="Google Shape;2458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9" name="Google Shape;2459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0" name="Google Shape;2460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1" name="Google Shape;2461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2" name="Google Shape;2462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3" name="Google Shape;2463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4" name="Google Shape;2464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5" name="Google Shape;2465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6" name="Google Shape;2466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67" name="Google Shape;2467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73" name="Google Shape;2473;p23"/>
            <p:cNvSpPr/>
            <p:nvPr/>
          </p:nvSpPr>
          <p:spPr>
            <a:xfrm flipH="1" rot="10800000">
              <a:off x="738507" y="3672719"/>
              <a:ext cx="733997" cy="733997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3"/>
            <p:cNvSpPr/>
            <p:nvPr/>
          </p:nvSpPr>
          <p:spPr>
            <a:xfrm flipH="1" rot="10800000">
              <a:off x="738507" y="3672883"/>
              <a:ext cx="733997" cy="733833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3"/>
            <p:cNvSpPr/>
            <p:nvPr/>
          </p:nvSpPr>
          <p:spPr>
            <a:xfrm flipH="1" rot="10800000">
              <a:off x="1103299" y="3672883"/>
              <a:ext cx="367017" cy="733833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3"/>
            <p:cNvSpPr/>
            <p:nvPr/>
          </p:nvSpPr>
          <p:spPr>
            <a:xfrm flipH="1" rot="10800000">
              <a:off x="929842" y="3894540"/>
              <a:ext cx="346944" cy="346944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7" name="Google Shape;2477;p23"/>
            <p:cNvGrpSpPr/>
            <p:nvPr/>
          </p:nvGrpSpPr>
          <p:grpSpPr>
            <a:xfrm flipH="1">
              <a:off x="738143" y="-862"/>
              <a:ext cx="734077" cy="733895"/>
              <a:chOff x="7083054" y="4447889"/>
              <a:chExt cx="856966" cy="856753"/>
            </a:xfrm>
          </p:grpSpPr>
          <p:sp>
            <p:nvSpPr>
              <p:cNvPr id="2478" name="Google Shape;2478;p23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23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23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1" name="Google Shape;2481;p23"/>
            <p:cNvGrpSpPr/>
            <p:nvPr/>
          </p:nvGrpSpPr>
          <p:grpSpPr>
            <a:xfrm flipH="1">
              <a:off x="2080" y="4409471"/>
              <a:ext cx="734100" cy="734424"/>
              <a:chOff x="1713450" y="856352"/>
              <a:chExt cx="856993" cy="857371"/>
            </a:xfrm>
          </p:grpSpPr>
          <p:grpSp>
            <p:nvGrpSpPr>
              <p:cNvPr id="2482" name="Google Shape;2482;p23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483" name="Google Shape;2483;p23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4" name="Google Shape;2484;p23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5" name="Google Shape;2485;p23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6" name="Google Shape;2486;p23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7" name="Google Shape;2487;p23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8" name="Google Shape;2488;p23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9" name="Google Shape;2489;p23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0" name="Google Shape;2490;p23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1" name="Google Shape;2491;p23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2" name="Google Shape;2492;p23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3" name="Google Shape;2493;p23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4" name="Google Shape;2494;p23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5" name="Google Shape;2495;p23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6" name="Google Shape;2496;p23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7" name="Google Shape;2497;p23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8" name="Google Shape;2498;p23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9" name="Google Shape;2499;p23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0" name="Google Shape;2500;p23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1" name="Google Shape;2501;p23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2" name="Google Shape;2502;p23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3" name="Google Shape;2503;p23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04" name="Google Shape;2504;p23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3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3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3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3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3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0" name="Google Shape;2510;p23"/>
            <p:cNvGrpSpPr/>
            <p:nvPr/>
          </p:nvGrpSpPr>
          <p:grpSpPr>
            <a:xfrm flipH="1" rot="10800000">
              <a:off x="738707" y="4410965"/>
              <a:ext cx="733729" cy="733729"/>
              <a:chOff x="3131575" y="2179075"/>
              <a:chExt cx="1357500" cy="1357500"/>
            </a:xfrm>
          </p:grpSpPr>
          <p:sp>
            <p:nvSpPr>
              <p:cNvPr id="2511" name="Google Shape;2511;p23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3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23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23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3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3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3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3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3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3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3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3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3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23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23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7"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24"/>
          <p:cNvSpPr txBox="1"/>
          <p:nvPr>
            <p:ph type="title"/>
          </p:nvPr>
        </p:nvSpPr>
        <p:spPr>
          <a:xfrm>
            <a:off x="959175" y="1688878"/>
            <a:ext cx="383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28" name="Google Shape;2528;p24"/>
          <p:cNvSpPr txBox="1"/>
          <p:nvPr>
            <p:ph idx="1" type="body"/>
          </p:nvPr>
        </p:nvSpPr>
        <p:spPr>
          <a:xfrm>
            <a:off x="959175" y="2411625"/>
            <a:ext cx="3122100" cy="15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529" name="Google Shape;2529;p24"/>
          <p:cNvGrpSpPr/>
          <p:nvPr/>
        </p:nvGrpSpPr>
        <p:grpSpPr>
          <a:xfrm flipH="1">
            <a:off x="7690312" y="890"/>
            <a:ext cx="726670" cy="726670"/>
            <a:chOff x="1666575" y="729800"/>
            <a:chExt cx="1357500" cy="1357500"/>
          </a:xfrm>
        </p:grpSpPr>
        <p:sp>
          <p:nvSpPr>
            <p:cNvPr id="2530" name="Google Shape;2530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4"/>
          <p:cNvGrpSpPr/>
          <p:nvPr/>
        </p:nvGrpSpPr>
        <p:grpSpPr>
          <a:xfrm flipH="1">
            <a:off x="7689949" y="726479"/>
            <a:ext cx="727073" cy="727394"/>
            <a:chOff x="1713450" y="856352"/>
            <a:chExt cx="856993" cy="857371"/>
          </a:xfrm>
        </p:grpSpPr>
        <p:grpSp>
          <p:nvGrpSpPr>
            <p:cNvPr id="2541" name="Google Shape;2541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542" name="Google Shape;2542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9" name="Google Shape;2559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3" name="Google Shape;2563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9" name="Google Shape;2569;p24"/>
          <p:cNvSpPr/>
          <p:nvPr/>
        </p:nvSpPr>
        <p:spPr>
          <a:xfrm flipH="1">
            <a:off x="8417035" y="19"/>
            <a:ext cx="726965" cy="726965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4"/>
          <p:cNvSpPr/>
          <p:nvPr/>
        </p:nvSpPr>
        <p:spPr>
          <a:xfrm flipH="1">
            <a:off x="8417035" y="19"/>
            <a:ext cx="726965" cy="726802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4"/>
          <p:cNvSpPr/>
          <p:nvPr/>
        </p:nvSpPr>
        <p:spPr>
          <a:xfrm flipH="1">
            <a:off x="8417056" y="19"/>
            <a:ext cx="363500" cy="726802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2" name="Google Shape;2572;p24"/>
          <p:cNvGrpSpPr/>
          <p:nvPr/>
        </p:nvGrpSpPr>
        <p:grpSpPr>
          <a:xfrm flipH="1">
            <a:off x="8417091" y="726740"/>
            <a:ext cx="726670" cy="726670"/>
            <a:chOff x="1666575" y="729800"/>
            <a:chExt cx="1357500" cy="1357500"/>
          </a:xfrm>
        </p:grpSpPr>
        <p:sp>
          <p:nvSpPr>
            <p:cNvPr id="2573" name="Google Shape;2573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3" name="Google Shape;2583;p24"/>
          <p:cNvGrpSpPr/>
          <p:nvPr/>
        </p:nvGrpSpPr>
        <p:grpSpPr>
          <a:xfrm flipH="1">
            <a:off x="6963191" y="-190"/>
            <a:ext cx="727073" cy="727394"/>
            <a:chOff x="1713450" y="856352"/>
            <a:chExt cx="856993" cy="857371"/>
          </a:xfrm>
        </p:grpSpPr>
        <p:grpSp>
          <p:nvGrpSpPr>
            <p:cNvPr id="2584" name="Google Shape;2584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585" name="Google Shape;2585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06" name="Google Shape;2606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2" name="Google Shape;2612;p24"/>
          <p:cNvGrpSpPr/>
          <p:nvPr/>
        </p:nvGrpSpPr>
        <p:grpSpPr>
          <a:xfrm flipH="1">
            <a:off x="8416814" y="1453827"/>
            <a:ext cx="727073" cy="727394"/>
            <a:chOff x="1713450" y="856352"/>
            <a:chExt cx="856993" cy="857371"/>
          </a:xfrm>
        </p:grpSpPr>
        <p:grpSp>
          <p:nvGrpSpPr>
            <p:cNvPr id="2613" name="Google Shape;2613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14" name="Google Shape;2614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35" name="Google Shape;2635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1" name="Google Shape;2641;p24"/>
          <p:cNvGrpSpPr/>
          <p:nvPr/>
        </p:nvGrpSpPr>
        <p:grpSpPr>
          <a:xfrm flipH="1" rot="10800000">
            <a:off x="730866" y="4412172"/>
            <a:ext cx="731015" cy="731338"/>
            <a:chOff x="1713450" y="856352"/>
            <a:chExt cx="856993" cy="857371"/>
          </a:xfrm>
        </p:grpSpPr>
        <p:grpSp>
          <p:nvGrpSpPr>
            <p:cNvPr id="2642" name="Google Shape;2642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43" name="Google Shape;2643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64" name="Google Shape;2664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0" name="Google Shape;2670;p24"/>
          <p:cNvGrpSpPr/>
          <p:nvPr/>
        </p:nvGrpSpPr>
        <p:grpSpPr>
          <a:xfrm flipH="1" rot="10800000">
            <a:off x="141" y="4412628"/>
            <a:ext cx="730607" cy="730606"/>
            <a:chOff x="1666575" y="729800"/>
            <a:chExt cx="1357500" cy="1357500"/>
          </a:xfrm>
        </p:grpSpPr>
        <p:sp>
          <p:nvSpPr>
            <p:cNvPr id="2671" name="Google Shape;2671;p2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1" name="Google Shape;2681;p24"/>
          <p:cNvGrpSpPr/>
          <p:nvPr/>
        </p:nvGrpSpPr>
        <p:grpSpPr>
          <a:xfrm flipH="1" rot="10800000">
            <a:off x="-38" y="3680819"/>
            <a:ext cx="731015" cy="731338"/>
            <a:chOff x="1713450" y="856352"/>
            <a:chExt cx="856993" cy="857371"/>
          </a:xfrm>
        </p:grpSpPr>
        <p:grpSp>
          <p:nvGrpSpPr>
            <p:cNvPr id="2682" name="Google Shape;2682;p24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683" name="Google Shape;2683;p24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24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24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24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24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24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24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24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24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24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24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24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24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24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24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24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24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24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24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24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24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04" name="Google Shape;2704;p24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4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4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4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4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4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"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1" name="Google Shape;2711;p25"/>
          <p:cNvGrpSpPr/>
          <p:nvPr/>
        </p:nvGrpSpPr>
        <p:grpSpPr>
          <a:xfrm flipH="1" rot="10800000">
            <a:off x="-67" y="-61"/>
            <a:ext cx="724234" cy="724234"/>
            <a:chOff x="-42300" y="0"/>
            <a:chExt cx="1004625" cy="1004625"/>
          </a:xfrm>
        </p:grpSpPr>
        <p:sp>
          <p:nvSpPr>
            <p:cNvPr id="2712" name="Google Shape;2712;p25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5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5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5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5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5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5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5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5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5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2" name="Google Shape;2722;p25"/>
          <p:cNvGrpSpPr/>
          <p:nvPr/>
        </p:nvGrpSpPr>
        <p:grpSpPr>
          <a:xfrm>
            <a:off x="-401" y="724269"/>
            <a:ext cx="724883" cy="724739"/>
            <a:chOff x="-43200" y="1004600"/>
            <a:chExt cx="1005525" cy="1005325"/>
          </a:xfrm>
        </p:grpSpPr>
        <p:sp>
          <p:nvSpPr>
            <p:cNvPr id="2723" name="Google Shape;2723;p25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5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5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5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5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5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5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5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5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5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5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4" name="Google Shape;2734;p25"/>
          <p:cNvGrpSpPr/>
          <p:nvPr/>
        </p:nvGrpSpPr>
        <p:grpSpPr>
          <a:xfrm rot="5400000">
            <a:off x="723818" y="-114"/>
            <a:ext cx="724905" cy="724905"/>
            <a:chOff x="3131575" y="2179075"/>
            <a:chExt cx="1357500" cy="1357500"/>
          </a:xfrm>
        </p:grpSpPr>
        <p:sp>
          <p:nvSpPr>
            <p:cNvPr id="2735" name="Google Shape;2735;p2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0" name="Google Shape;2750;p25"/>
          <p:cNvGrpSpPr/>
          <p:nvPr/>
        </p:nvGrpSpPr>
        <p:grpSpPr>
          <a:xfrm flipH="1">
            <a:off x="8412872" y="4412279"/>
            <a:ext cx="730865" cy="730865"/>
            <a:chOff x="-42300" y="0"/>
            <a:chExt cx="1004625" cy="1004625"/>
          </a:xfrm>
        </p:grpSpPr>
        <p:sp>
          <p:nvSpPr>
            <p:cNvPr id="2751" name="Google Shape;2751;p25"/>
            <p:cNvSpPr/>
            <p:nvPr/>
          </p:nvSpPr>
          <p:spPr>
            <a:xfrm flipH="1" rot="5400000">
              <a:off x="-42300" y="0"/>
              <a:ext cx="1004625" cy="1004625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5"/>
            <p:cNvSpPr/>
            <p:nvPr/>
          </p:nvSpPr>
          <p:spPr>
            <a:xfrm flipH="1" rot="5400000">
              <a:off x="104813" y="147113"/>
              <a:ext cx="710400" cy="1004625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5"/>
            <p:cNvSpPr/>
            <p:nvPr/>
          </p:nvSpPr>
          <p:spPr>
            <a:xfrm flipH="1" rot="5400000">
              <a:off x="285313" y="467588"/>
              <a:ext cx="105400" cy="105625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5"/>
            <p:cNvSpPr/>
            <p:nvPr/>
          </p:nvSpPr>
          <p:spPr>
            <a:xfrm flipH="1" rot="5400000">
              <a:off x="390800" y="573075"/>
              <a:ext cx="105400" cy="105400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5"/>
            <p:cNvSpPr/>
            <p:nvPr/>
          </p:nvSpPr>
          <p:spPr>
            <a:xfrm flipH="1" rot="5400000">
              <a:off x="285200" y="573075"/>
              <a:ext cx="105625" cy="105625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5"/>
            <p:cNvSpPr/>
            <p:nvPr/>
          </p:nvSpPr>
          <p:spPr>
            <a:xfrm flipH="1" rot="5400000">
              <a:off x="390913" y="467813"/>
              <a:ext cx="105175" cy="105400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5"/>
            <p:cNvSpPr/>
            <p:nvPr/>
          </p:nvSpPr>
          <p:spPr>
            <a:xfrm flipH="1" rot="5400000">
              <a:off x="390800" y="573075"/>
              <a:ext cx="211650" cy="211650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5"/>
            <p:cNvSpPr/>
            <p:nvPr/>
          </p:nvSpPr>
          <p:spPr>
            <a:xfrm flipH="1" rot="5400000">
              <a:off x="179375" y="361650"/>
              <a:ext cx="211450" cy="211450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5"/>
            <p:cNvSpPr/>
            <p:nvPr/>
          </p:nvSpPr>
          <p:spPr>
            <a:xfrm flipH="1" rot="5400000">
              <a:off x="179275" y="573175"/>
              <a:ext cx="211650" cy="211450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5"/>
            <p:cNvSpPr/>
            <p:nvPr/>
          </p:nvSpPr>
          <p:spPr>
            <a:xfrm flipH="1" rot="5400000">
              <a:off x="390900" y="361550"/>
              <a:ext cx="211450" cy="211650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1" name="Google Shape;2761;p25"/>
          <p:cNvGrpSpPr/>
          <p:nvPr/>
        </p:nvGrpSpPr>
        <p:grpSpPr>
          <a:xfrm rot="5400000">
            <a:off x="8412574" y="3680872"/>
            <a:ext cx="731519" cy="731374"/>
            <a:chOff x="-43200" y="1004600"/>
            <a:chExt cx="1005525" cy="1005325"/>
          </a:xfrm>
        </p:grpSpPr>
        <p:sp>
          <p:nvSpPr>
            <p:cNvPr id="2762" name="Google Shape;2762;p25"/>
            <p:cNvSpPr/>
            <p:nvPr/>
          </p:nvSpPr>
          <p:spPr>
            <a:xfrm flipH="1" rot="5400000">
              <a:off x="-43100" y="1004500"/>
              <a:ext cx="1005325" cy="1005525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5"/>
            <p:cNvSpPr/>
            <p:nvPr/>
          </p:nvSpPr>
          <p:spPr>
            <a:xfrm flipH="1" rot="5400000">
              <a:off x="-43200" y="1507150"/>
              <a:ext cx="502775" cy="502775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5"/>
            <p:cNvSpPr/>
            <p:nvPr/>
          </p:nvSpPr>
          <p:spPr>
            <a:xfrm flipH="1" rot="5400000">
              <a:off x="459650" y="1004500"/>
              <a:ext cx="502575" cy="502775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5"/>
            <p:cNvSpPr/>
            <p:nvPr/>
          </p:nvSpPr>
          <p:spPr>
            <a:xfrm flipH="1" rot="5400000">
              <a:off x="261200" y="1309025"/>
              <a:ext cx="396750" cy="396500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5"/>
            <p:cNvSpPr/>
            <p:nvPr/>
          </p:nvSpPr>
          <p:spPr>
            <a:xfrm flipH="1" rot="5400000">
              <a:off x="3675" y="1051275"/>
              <a:ext cx="911775" cy="911775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5"/>
            <p:cNvSpPr/>
            <p:nvPr/>
          </p:nvSpPr>
          <p:spPr>
            <a:xfrm flipH="1" rot="5400000">
              <a:off x="288550" y="1359125"/>
              <a:ext cx="342275" cy="296275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5"/>
            <p:cNvSpPr/>
            <p:nvPr/>
          </p:nvSpPr>
          <p:spPr>
            <a:xfrm flipH="1" rot="5400000">
              <a:off x="380200" y="1438500"/>
              <a:ext cx="158750" cy="13755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5"/>
            <p:cNvSpPr/>
            <p:nvPr/>
          </p:nvSpPr>
          <p:spPr>
            <a:xfrm flipH="1" rot="5400000">
              <a:off x="730350" y="1777950"/>
              <a:ext cx="231975" cy="231975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5"/>
            <p:cNvSpPr/>
            <p:nvPr/>
          </p:nvSpPr>
          <p:spPr>
            <a:xfrm flipH="1" rot="5400000">
              <a:off x="730338" y="1004613"/>
              <a:ext cx="232000" cy="231975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5"/>
            <p:cNvSpPr/>
            <p:nvPr/>
          </p:nvSpPr>
          <p:spPr>
            <a:xfrm flipH="1" rot="5400000">
              <a:off x="-43100" y="1004500"/>
              <a:ext cx="232000" cy="232200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5"/>
            <p:cNvSpPr/>
            <p:nvPr/>
          </p:nvSpPr>
          <p:spPr>
            <a:xfrm flipH="1" rot="5400000">
              <a:off x="-43087" y="1777838"/>
              <a:ext cx="231975" cy="232200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3" name="Google Shape;2773;p25"/>
          <p:cNvGrpSpPr/>
          <p:nvPr/>
        </p:nvGrpSpPr>
        <p:grpSpPr>
          <a:xfrm rot="-5400000">
            <a:off x="7681363" y="4411936"/>
            <a:ext cx="731557" cy="731557"/>
            <a:chOff x="3131575" y="2179075"/>
            <a:chExt cx="1357500" cy="1357500"/>
          </a:xfrm>
        </p:grpSpPr>
        <p:sp>
          <p:nvSpPr>
            <p:cNvPr id="2774" name="Google Shape;2774;p2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9" name="Google Shape;2789;p2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9"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p26"/>
          <p:cNvSpPr txBox="1"/>
          <p:nvPr>
            <p:ph type="title"/>
          </p:nvPr>
        </p:nvSpPr>
        <p:spPr>
          <a:xfrm>
            <a:off x="5378900" y="2266800"/>
            <a:ext cx="3030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92" name="Google Shape;2792;p26"/>
          <p:cNvSpPr txBox="1"/>
          <p:nvPr>
            <p:ph hasCustomPrompt="1" idx="2" type="title"/>
          </p:nvPr>
        </p:nvSpPr>
        <p:spPr>
          <a:xfrm>
            <a:off x="5880600" y="931800"/>
            <a:ext cx="25287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93" name="Google Shape;2793;p26"/>
          <p:cNvSpPr txBox="1"/>
          <p:nvPr>
            <p:ph idx="1" type="subTitle"/>
          </p:nvPr>
        </p:nvSpPr>
        <p:spPr>
          <a:xfrm>
            <a:off x="4931650" y="3413400"/>
            <a:ext cx="3477600" cy="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94" name="Google Shape;2794;p26"/>
          <p:cNvSpPr/>
          <p:nvPr/>
        </p:nvSpPr>
        <p:spPr>
          <a:xfrm>
            <a:off x="0" y="0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5" name="Google Shape;2795;p26"/>
          <p:cNvGrpSpPr/>
          <p:nvPr/>
        </p:nvGrpSpPr>
        <p:grpSpPr>
          <a:xfrm flipH="1" rot="10800000">
            <a:off x="728104" y="4414602"/>
            <a:ext cx="727756" cy="727756"/>
            <a:chOff x="1666575" y="729800"/>
            <a:chExt cx="1357500" cy="1357500"/>
          </a:xfrm>
        </p:grpSpPr>
        <p:sp>
          <p:nvSpPr>
            <p:cNvPr id="2796" name="Google Shape;2796;p2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6" name="Google Shape;2806;p26"/>
          <p:cNvSpPr/>
          <p:nvPr/>
        </p:nvSpPr>
        <p:spPr>
          <a:xfrm flipH="1" rot="10800000">
            <a:off x="0" y="4415256"/>
            <a:ext cx="727969" cy="727969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26"/>
          <p:cNvSpPr/>
          <p:nvPr/>
        </p:nvSpPr>
        <p:spPr>
          <a:xfrm flipH="1" rot="10800000">
            <a:off x="0" y="4415419"/>
            <a:ext cx="727969" cy="72780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26"/>
          <p:cNvSpPr/>
          <p:nvPr/>
        </p:nvSpPr>
        <p:spPr>
          <a:xfrm flipH="1" rot="10800000">
            <a:off x="363987" y="4415419"/>
            <a:ext cx="364003" cy="72780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9" name="Google Shape;2809;p26"/>
          <p:cNvGrpSpPr/>
          <p:nvPr/>
        </p:nvGrpSpPr>
        <p:grpSpPr>
          <a:xfrm flipH="1" rot="10800000">
            <a:off x="239" y="3687658"/>
            <a:ext cx="727756" cy="727756"/>
            <a:chOff x="1666575" y="729800"/>
            <a:chExt cx="1357500" cy="1357500"/>
          </a:xfrm>
        </p:grpSpPr>
        <p:sp>
          <p:nvSpPr>
            <p:cNvPr id="2810" name="Google Shape;2810;p26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6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6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6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6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6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6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6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6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6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0"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27"/>
          <p:cNvSpPr txBox="1"/>
          <p:nvPr>
            <p:ph hasCustomPrompt="1" type="title"/>
          </p:nvPr>
        </p:nvSpPr>
        <p:spPr>
          <a:xfrm>
            <a:off x="1588450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2" name="Google Shape;2822;p27"/>
          <p:cNvSpPr txBox="1"/>
          <p:nvPr>
            <p:ph hasCustomPrompt="1" idx="2" type="title"/>
          </p:nvPr>
        </p:nvSpPr>
        <p:spPr>
          <a:xfrm>
            <a:off x="3949575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3" name="Google Shape;2823;p27"/>
          <p:cNvSpPr txBox="1"/>
          <p:nvPr>
            <p:ph hasCustomPrompt="1" idx="3" type="title"/>
          </p:nvPr>
        </p:nvSpPr>
        <p:spPr>
          <a:xfrm>
            <a:off x="6320150" y="1802944"/>
            <a:ext cx="1235400" cy="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824" name="Google Shape;2824;p27"/>
          <p:cNvSpPr txBox="1"/>
          <p:nvPr>
            <p:ph idx="1" type="body"/>
          </p:nvPr>
        </p:nvSpPr>
        <p:spPr>
          <a:xfrm>
            <a:off x="3544425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5" name="Google Shape;2825;p27"/>
          <p:cNvSpPr txBox="1"/>
          <p:nvPr>
            <p:ph idx="4" type="body"/>
          </p:nvPr>
        </p:nvSpPr>
        <p:spPr>
          <a:xfrm>
            <a:off x="5915000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6" name="Google Shape;2826;p27"/>
          <p:cNvSpPr txBox="1"/>
          <p:nvPr>
            <p:ph idx="5" type="subTitle"/>
          </p:nvPr>
        </p:nvSpPr>
        <p:spPr>
          <a:xfrm>
            <a:off x="3532275" y="3036925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27" name="Google Shape;2827;p27"/>
          <p:cNvSpPr txBox="1"/>
          <p:nvPr>
            <p:ph idx="6" type="subTitle"/>
          </p:nvPr>
        </p:nvSpPr>
        <p:spPr>
          <a:xfrm>
            <a:off x="5902850" y="3036950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28" name="Google Shape;2828;p27"/>
          <p:cNvSpPr txBox="1"/>
          <p:nvPr>
            <p:ph idx="7" type="body"/>
          </p:nvPr>
        </p:nvSpPr>
        <p:spPr>
          <a:xfrm>
            <a:off x="1183300" y="3550938"/>
            <a:ext cx="20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9" name="Google Shape;2829;p27"/>
          <p:cNvSpPr txBox="1"/>
          <p:nvPr>
            <p:ph idx="8" type="subTitle"/>
          </p:nvPr>
        </p:nvSpPr>
        <p:spPr>
          <a:xfrm>
            <a:off x="1171150" y="3036925"/>
            <a:ext cx="20700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400"/>
              <a:buFont typeface="Oswald Medium"/>
              <a:buNone/>
              <a:defRPr sz="2400">
                <a:solidFill>
                  <a:schemeClr val="accent3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830" name="Google Shape;2830;p27"/>
          <p:cNvSpPr txBox="1"/>
          <p:nvPr>
            <p:ph idx="9"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31" name="Google Shape;2831;p27"/>
          <p:cNvGrpSpPr/>
          <p:nvPr/>
        </p:nvGrpSpPr>
        <p:grpSpPr>
          <a:xfrm flipH="1" rot="-5400000">
            <a:off x="1110" y="730267"/>
            <a:ext cx="729928" cy="729928"/>
            <a:chOff x="1666575" y="729800"/>
            <a:chExt cx="1357500" cy="1357500"/>
          </a:xfrm>
        </p:grpSpPr>
        <p:sp>
          <p:nvSpPr>
            <p:cNvPr id="2832" name="Google Shape;2832;p2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2" name="Google Shape;2842;p27"/>
          <p:cNvGrpSpPr/>
          <p:nvPr/>
        </p:nvGrpSpPr>
        <p:grpSpPr>
          <a:xfrm flipH="1" rot="-5400000">
            <a:off x="730182" y="730030"/>
            <a:ext cx="730329" cy="730652"/>
            <a:chOff x="1713450" y="856352"/>
            <a:chExt cx="856993" cy="857371"/>
          </a:xfrm>
        </p:grpSpPr>
        <p:grpSp>
          <p:nvGrpSpPr>
            <p:cNvPr id="2843" name="Google Shape;2843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844" name="Google Shape;2844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0" name="Google Shape;2850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1" name="Google Shape;2851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5" name="Google Shape;2865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1" name="Google Shape;2871;p27"/>
          <p:cNvSpPr/>
          <p:nvPr/>
        </p:nvSpPr>
        <p:spPr>
          <a:xfrm flipH="1" rot="-5400000">
            <a:off x="282" y="5"/>
            <a:ext cx="730280" cy="73028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27"/>
          <p:cNvSpPr/>
          <p:nvPr/>
        </p:nvSpPr>
        <p:spPr>
          <a:xfrm flipH="1" rot="-5400000">
            <a:off x="200" y="87"/>
            <a:ext cx="730280" cy="730117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27"/>
          <p:cNvSpPr/>
          <p:nvPr/>
        </p:nvSpPr>
        <p:spPr>
          <a:xfrm flipH="1" rot="-5400000">
            <a:off x="182761" y="182635"/>
            <a:ext cx="365158" cy="730117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4" name="Google Shape;2874;p27"/>
          <p:cNvGrpSpPr/>
          <p:nvPr/>
        </p:nvGrpSpPr>
        <p:grpSpPr>
          <a:xfrm flipH="1" rot="-5400000">
            <a:off x="730300" y="158"/>
            <a:ext cx="729928" cy="729928"/>
            <a:chOff x="1666575" y="729800"/>
            <a:chExt cx="1357500" cy="1357500"/>
          </a:xfrm>
        </p:grpSpPr>
        <p:sp>
          <p:nvSpPr>
            <p:cNvPr id="2875" name="Google Shape;2875;p2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2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2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2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2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2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2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2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2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2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5" name="Google Shape;2885;p27"/>
          <p:cNvGrpSpPr/>
          <p:nvPr/>
        </p:nvGrpSpPr>
        <p:grpSpPr>
          <a:xfrm flipH="1" rot="-5400000">
            <a:off x="144" y="1460092"/>
            <a:ext cx="730329" cy="730652"/>
            <a:chOff x="1713450" y="856352"/>
            <a:chExt cx="856993" cy="857371"/>
          </a:xfrm>
        </p:grpSpPr>
        <p:grpSp>
          <p:nvGrpSpPr>
            <p:cNvPr id="2886" name="Google Shape;2886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887" name="Google Shape;2887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5" name="Google Shape;2895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6" name="Google Shape;2896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8" name="Google Shape;2898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9" name="Google Shape;2899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1" name="Google Shape;2901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3" name="Google Shape;2903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08" name="Google Shape;2908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4" name="Google Shape;2914;p27"/>
          <p:cNvGrpSpPr/>
          <p:nvPr/>
        </p:nvGrpSpPr>
        <p:grpSpPr>
          <a:xfrm flipH="1" rot="-5400000">
            <a:off x="1460851" y="-190"/>
            <a:ext cx="730329" cy="730652"/>
            <a:chOff x="1713450" y="856352"/>
            <a:chExt cx="856993" cy="857371"/>
          </a:xfrm>
        </p:grpSpPr>
        <p:grpSp>
          <p:nvGrpSpPr>
            <p:cNvPr id="2915" name="Google Shape;2915;p27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2916" name="Google Shape;2916;p27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27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27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27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27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27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27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27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27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27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27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27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27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27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27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27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27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27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27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27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27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37" name="Google Shape;2937;p27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27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27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27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27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27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3" name="Google Shape;2943;p27"/>
          <p:cNvSpPr/>
          <p:nvPr/>
        </p:nvSpPr>
        <p:spPr>
          <a:xfrm rot="10800000">
            <a:off x="8412296" y="4411631"/>
            <a:ext cx="731705" cy="731869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2"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28"/>
          <p:cNvSpPr txBox="1"/>
          <p:nvPr>
            <p:ph idx="1" type="subTitle"/>
          </p:nvPr>
        </p:nvSpPr>
        <p:spPr>
          <a:xfrm>
            <a:off x="7525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46" name="Google Shape;2946;p28"/>
          <p:cNvSpPr txBox="1"/>
          <p:nvPr>
            <p:ph idx="2" type="subTitle"/>
          </p:nvPr>
        </p:nvSpPr>
        <p:spPr>
          <a:xfrm>
            <a:off x="7525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47" name="Google Shape;2947;p28"/>
          <p:cNvSpPr txBox="1"/>
          <p:nvPr>
            <p:ph idx="3" type="subTitle"/>
          </p:nvPr>
        </p:nvSpPr>
        <p:spPr>
          <a:xfrm>
            <a:off x="35673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48" name="Google Shape;2948;p28"/>
          <p:cNvSpPr txBox="1"/>
          <p:nvPr>
            <p:ph idx="4" type="subTitle"/>
          </p:nvPr>
        </p:nvSpPr>
        <p:spPr>
          <a:xfrm>
            <a:off x="35673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49" name="Google Shape;2949;p28"/>
          <p:cNvSpPr txBox="1"/>
          <p:nvPr>
            <p:ph idx="5" type="subTitle"/>
          </p:nvPr>
        </p:nvSpPr>
        <p:spPr>
          <a:xfrm>
            <a:off x="6382100" y="3976825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0" name="Google Shape;2950;p28"/>
          <p:cNvSpPr txBox="1"/>
          <p:nvPr>
            <p:ph idx="6" type="subTitle"/>
          </p:nvPr>
        </p:nvSpPr>
        <p:spPr>
          <a:xfrm>
            <a:off x="6382100" y="3755548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1" name="Google Shape;2951;p28"/>
          <p:cNvSpPr txBox="1"/>
          <p:nvPr>
            <p:ph idx="7" type="subTitle"/>
          </p:nvPr>
        </p:nvSpPr>
        <p:spPr>
          <a:xfrm>
            <a:off x="7525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2" name="Google Shape;2952;p28"/>
          <p:cNvSpPr txBox="1"/>
          <p:nvPr>
            <p:ph idx="8" type="subTitle"/>
          </p:nvPr>
        </p:nvSpPr>
        <p:spPr>
          <a:xfrm>
            <a:off x="7525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3" name="Google Shape;2953;p28"/>
          <p:cNvSpPr txBox="1"/>
          <p:nvPr>
            <p:ph idx="9" type="subTitle"/>
          </p:nvPr>
        </p:nvSpPr>
        <p:spPr>
          <a:xfrm>
            <a:off x="35673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4" name="Google Shape;2954;p28"/>
          <p:cNvSpPr txBox="1"/>
          <p:nvPr>
            <p:ph idx="13" type="subTitle"/>
          </p:nvPr>
        </p:nvSpPr>
        <p:spPr>
          <a:xfrm>
            <a:off x="35673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5" name="Google Shape;2955;p28"/>
          <p:cNvSpPr txBox="1"/>
          <p:nvPr>
            <p:ph idx="14" type="subTitle"/>
          </p:nvPr>
        </p:nvSpPr>
        <p:spPr>
          <a:xfrm>
            <a:off x="6382100" y="2091900"/>
            <a:ext cx="20094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56" name="Google Shape;2956;p28"/>
          <p:cNvSpPr txBox="1"/>
          <p:nvPr>
            <p:ph idx="15" type="subTitle"/>
          </p:nvPr>
        </p:nvSpPr>
        <p:spPr>
          <a:xfrm>
            <a:off x="6382100" y="1870623"/>
            <a:ext cx="20094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 Medium"/>
              <a:buNone/>
              <a:defRPr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/>
        </p:txBody>
      </p:sp>
      <p:sp>
        <p:nvSpPr>
          <p:cNvPr id="2957" name="Google Shape;2957;p28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58" name="Google Shape;2958;p28"/>
          <p:cNvGrpSpPr/>
          <p:nvPr/>
        </p:nvGrpSpPr>
        <p:grpSpPr>
          <a:xfrm>
            <a:off x="32" y="5"/>
            <a:ext cx="734750" cy="2199193"/>
            <a:chOff x="-1109899" y="-136549"/>
            <a:chExt cx="859558" cy="2572757"/>
          </a:xfrm>
        </p:grpSpPr>
        <p:grpSp>
          <p:nvGrpSpPr>
            <p:cNvPr id="2959" name="Google Shape;2959;p28"/>
            <p:cNvGrpSpPr/>
            <p:nvPr/>
          </p:nvGrpSpPr>
          <p:grpSpPr>
            <a:xfrm flipH="1">
              <a:off x="-1107330" y="1578838"/>
              <a:ext cx="856977" cy="857371"/>
              <a:chOff x="4595925" y="3627700"/>
              <a:chExt cx="1358125" cy="1358750"/>
            </a:xfrm>
          </p:grpSpPr>
          <p:sp>
            <p:nvSpPr>
              <p:cNvPr id="2960" name="Google Shape;2960;p28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28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28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28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28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28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28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28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28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28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28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1" name="Google Shape;2971;p28"/>
            <p:cNvGrpSpPr/>
            <p:nvPr/>
          </p:nvGrpSpPr>
          <p:grpSpPr>
            <a:xfrm flipH="1">
              <a:off x="-1107333" y="719752"/>
              <a:ext cx="856993" cy="857371"/>
              <a:chOff x="1713450" y="856352"/>
              <a:chExt cx="856993" cy="857371"/>
            </a:xfrm>
          </p:grpSpPr>
          <p:grpSp>
            <p:nvGrpSpPr>
              <p:cNvPr id="2972" name="Google Shape;2972;p28"/>
              <p:cNvGrpSpPr/>
              <p:nvPr/>
            </p:nvGrpSpPr>
            <p:grpSpPr>
              <a:xfrm>
                <a:off x="1713450" y="856352"/>
                <a:ext cx="856993" cy="857371"/>
                <a:chOff x="1713450" y="856352"/>
                <a:chExt cx="856993" cy="857371"/>
              </a:xfrm>
            </p:grpSpPr>
            <p:sp>
              <p:nvSpPr>
                <p:cNvPr id="2973" name="Google Shape;2973;p28"/>
                <p:cNvSpPr/>
                <p:nvPr/>
              </p:nvSpPr>
              <p:spPr>
                <a:xfrm>
                  <a:off x="1713860" y="856352"/>
                  <a:ext cx="856583" cy="856977"/>
                </a:xfrm>
                <a:custGeom>
                  <a:rect b="b" l="l" r="r" t="t"/>
                  <a:pathLst>
                    <a:path extrusionOk="0" h="54325" w="54300">
                      <a:moveTo>
                        <a:pt x="0" y="1"/>
                      </a:moveTo>
                      <a:lnTo>
                        <a:pt x="0" y="54325"/>
                      </a:lnTo>
                      <a:lnTo>
                        <a:pt x="54299" y="54325"/>
                      </a:lnTo>
                      <a:lnTo>
                        <a:pt x="5429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4" name="Google Shape;2974;p28"/>
                <p:cNvSpPr/>
                <p:nvPr/>
              </p:nvSpPr>
              <p:spPr>
                <a:xfrm>
                  <a:off x="2141946" y="85635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0" y="1"/>
                      </a:moveTo>
                      <a:lnTo>
                        <a:pt x="0" y="27163"/>
                      </a:lnTo>
                      <a:lnTo>
                        <a:pt x="27162" y="27163"/>
                      </a:lnTo>
                      <a:lnTo>
                        <a:pt x="271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5" name="Google Shape;2975;p28"/>
                <p:cNvSpPr/>
                <p:nvPr/>
              </p:nvSpPr>
              <p:spPr>
                <a:xfrm>
                  <a:off x="1713450" y="1284832"/>
                  <a:ext cx="428496" cy="428496"/>
                </a:xfrm>
                <a:custGeom>
                  <a:rect b="b" l="l" r="r" t="t"/>
                  <a:pathLst>
                    <a:path extrusionOk="0" h="27163" w="27163">
                      <a:moveTo>
                        <a:pt x="1" y="1"/>
                      </a:moveTo>
                      <a:lnTo>
                        <a:pt x="1" y="27163"/>
                      </a:lnTo>
                      <a:lnTo>
                        <a:pt x="27163" y="27163"/>
                      </a:lnTo>
                      <a:lnTo>
                        <a:pt x="271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6" name="Google Shape;2976;p28"/>
                <p:cNvSpPr/>
                <p:nvPr/>
              </p:nvSpPr>
              <p:spPr>
                <a:xfrm>
                  <a:off x="1951100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7" name="Google Shape;2977;p28"/>
                <p:cNvSpPr/>
                <p:nvPr/>
              </p:nvSpPr>
              <p:spPr>
                <a:xfrm>
                  <a:off x="1951100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8" name="Google Shape;2978;p28"/>
                <p:cNvSpPr/>
                <p:nvPr/>
              </p:nvSpPr>
              <p:spPr>
                <a:xfrm>
                  <a:off x="1736860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9" name="Google Shape;2979;p28"/>
                <p:cNvSpPr/>
                <p:nvPr/>
              </p:nvSpPr>
              <p:spPr>
                <a:xfrm>
                  <a:off x="2141946" y="109400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0" name="Google Shape;2980;p28"/>
                <p:cNvSpPr/>
                <p:nvPr/>
              </p:nvSpPr>
              <p:spPr>
                <a:xfrm>
                  <a:off x="2379581" y="109400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1" name="Google Shape;2981;p28"/>
                <p:cNvSpPr/>
                <p:nvPr/>
              </p:nvSpPr>
              <p:spPr>
                <a:xfrm>
                  <a:off x="2379581" y="856352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2" name="Google Shape;2982;p28"/>
                <p:cNvSpPr/>
                <p:nvPr/>
              </p:nvSpPr>
              <p:spPr>
                <a:xfrm>
                  <a:off x="2165341" y="879762"/>
                  <a:ext cx="381692" cy="381676"/>
                </a:xfrm>
                <a:custGeom>
                  <a:rect b="b" l="l" r="r" t="t"/>
                  <a:pathLst>
                    <a:path extrusionOk="0" h="24195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3" name="Google Shape;2983;p28"/>
                <p:cNvSpPr/>
                <p:nvPr/>
              </p:nvSpPr>
              <p:spPr>
                <a:xfrm>
                  <a:off x="2293497" y="99482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04" y="0"/>
                      </a:moveTo>
                      <a:lnTo>
                        <a:pt x="0" y="4804"/>
                      </a:lnTo>
                      <a:lnTo>
                        <a:pt x="4804" y="9633"/>
                      </a:lnTo>
                      <a:lnTo>
                        <a:pt x="9633" y="4804"/>
                      </a:lnTo>
                      <a:lnTo>
                        <a:pt x="48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4" name="Google Shape;2984;p28"/>
                <p:cNvSpPr/>
                <p:nvPr/>
              </p:nvSpPr>
              <p:spPr>
                <a:xfrm>
                  <a:off x="2141946" y="856352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5" name="Google Shape;2985;p28"/>
                <p:cNvSpPr/>
                <p:nvPr/>
              </p:nvSpPr>
              <p:spPr>
                <a:xfrm>
                  <a:off x="1951100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6" name="Google Shape;2986;p28"/>
                <p:cNvSpPr/>
                <p:nvPr/>
              </p:nvSpPr>
              <p:spPr>
                <a:xfrm>
                  <a:off x="1951100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7" name="Google Shape;2987;p28"/>
                <p:cNvSpPr/>
                <p:nvPr/>
              </p:nvSpPr>
              <p:spPr>
                <a:xfrm>
                  <a:off x="1736860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1356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8" name="Google Shape;2988;p28"/>
                <p:cNvSpPr/>
                <p:nvPr/>
              </p:nvSpPr>
              <p:spPr>
                <a:xfrm>
                  <a:off x="2141946" y="1522877"/>
                  <a:ext cx="190846" cy="190846"/>
                </a:xfrm>
                <a:custGeom>
                  <a:rect b="b" l="l" r="r" t="t"/>
                  <a:pathLst>
                    <a:path extrusionOk="0" h="12098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209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9" name="Google Shape;2989;p28"/>
                <p:cNvSpPr/>
                <p:nvPr/>
              </p:nvSpPr>
              <p:spPr>
                <a:xfrm>
                  <a:off x="2379581" y="1522877"/>
                  <a:ext cx="190862" cy="190846"/>
                </a:xfrm>
                <a:custGeom>
                  <a:rect b="b" l="l" r="r" t="t"/>
                  <a:pathLst>
                    <a:path extrusionOk="0" h="12098" w="12099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0" name="Google Shape;2990;p28"/>
                <p:cNvSpPr/>
                <p:nvPr/>
              </p:nvSpPr>
              <p:spPr>
                <a:xfrm>
                  <a:off x="2379581" y="1285227"/>
                  <a:ext cx="190862" cy="190862"/>
                </a:xfrm>
                <a:custGeom>
                  <a:rect b="b" l="l" r="r" t="t"/>
                  <a:pathLst>
                    <a:path extrusionOk="0" h="12099" w="12099">
                      <a:moveTo>
                        <a:pt x="1" y="1"/>
                      </a:moveTo>
                      <a:lnTo>
                        <a:pt x="12098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1" name="Google Shape;2991;p28"/>
                <p:cNvSpPr/>
                <p:nvPr/>
              </p:nvSpPr>
              <p:spPr>
                <a:xfrm>
                  <a:off x="2165341" y="1308637"/>
                  <a:ext cx="381692" cy="381692"/>
                </a:xfrm>
                <a:custGeom>
                  <a:rect b="b" l="l" r="r" t="t"/>
                  <a:pathLst>
                    <a:path extrusionOk="0" h="24196" w="24196">
                      <a:moveTo>
                        <a:pt x="12098" y="1"/>
                      </a:moveTo>
                      <a:lnTo>
                        <a:pt x="1" y="12098"/>
                      </a:lnTo>
                      <a:lnTo>
                        <a:pt x="12098" y="24195"/>
                      </a:lnTo>
                      <a:lnTo>
                        <a:pt x="24195" y="12098"/>
                      </a:lnTo>
                      <a:lnTo>
                        <a:pt x="12098" y="1"/>
                      </a:lnTo>
                      <a:close/>
                    </a:path>
                  </a:pathLst>
                </a:custGeom>
                <a:solidFill>
                  <a:srgbClr val="FE9A2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2" name="Google Shape;2992;p28"/>
                <p:cNvSpPr/>
                <p:nvPr/>
              </p:nvSpPr>
              <p:spPr>
                <a:xfrm>
                  <a:off x="2280009" y="1423305"/>
                  <a:ext cx="151961" cy="151961"/>
                </a:xfrm>
                <a:custGeom>
                  <a:rect b="b" l="l" r="r" t="t"/>
                  <a:pathLst>
                    <a:path extrusionOk="0" h="9633" w="9633">
                      <a:moveTo>
                        <a:pt x="4829" y="0"/>
                      </a:moveTo>
                      <a:lnTo>
                        <a:pt x="0" y="4829"/>
                      </a:lnTo>
                      <a:lnTo>
                        <a:pt x="4829" y="9633"/>
                      </a:lnTo>
                      <a:lnTo>
                        <a:pt x="9633" y="4829"/>
                      </a:lnTo>
                      <a:lnTo>
                        <a:pt x="4829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3" name="Google Shape;2993;p28"/>
                <p:cNvSpPr/>
                <p:nvPr/>
              </p:nvSpPr>
              <p:spPr>
                <a:xfrm>
                  <a:off x="2141946" y="1285227"/>
                  <a:ext cx="190846" cy="190862"/>
                </a:xfrm>
                <a:custGeom>
                  <a:rect b="b" l="l" r="r" t="t"/>
                  <a:pathLst>
                    <a:path extrusionOk="0" h="12099" w="12098">
                      <a:moveTo>
                        <a:pt x="0" y="1"/>
                      </a:moveTo>
                      <a:lnTo>
                        <a:pt x="0" y="12098"/>
                      </a:lnTo>
                      <a:lnTo>
                        <a:pt x="12097" y="1"/>
                      </a:lnTo>
                      <a:close/>
                    </a:path>
                  </a:pathLst>
                </a:custGeom>
                <a:solidFill>
                  <a:srgbClr val="00337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94" name="Google Shape;2994;p28"/>
              <p:cNvSpPr/>
              <p:nvPr/>
            </p:nvSpPr>
            <p:spPr>
              <a:xfrm>
                <a:off x="1713860" y="109400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28"/>
              <p:cNvSpPr/>
              <p:nvPr/>
            </p:nvSpPr>
            <p:spPr>
              <a:xfrm>
                <a:off x="1851923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28"/>
              <p:cNvSpPr/>
              <p:nvPr/>
            </p:nvSpPr>
            <p:spPr>
              <a:xfrm>
                <a:off x="1713860" y="856352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28"/>
              <p:cNvSpPr/>
              <p:nvPr/>
            </p:nvSpPr>
            <p:spPr>
              <a:xfrm>
                <a:off x="1713860" y="1522877"/>
                <a:ext cx="190452" cy="190846"/>
              </a:xfrm>
              <a:custGeom>
                <a:rect b="b" l="l" r="r" t="t"/>
                <a:pathLst>
                  <a:path extrusionOk="0" h="12098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28"/>
              <p:cNvSpPr/>
              <p:nvPr/>
            </p:nvSpPr>
            <p:spPr>
              <a:xfrm>
                <a:off x="1865016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28"/>
              <p:cNvSpPr/>
              <p:nvPr/>
            </p:nvSpPr>
            <p:spPr>
              <a:xfrm>
                <a:off x="1713860" y="1285227"/>
                <a:ext cx="190452" cy="190862"/>
              </a:xfrm>
              <a:custGeom>
                <a:rect b="b" l="l" r="r" t="t"/>
                <a:pathLst>
                  <a:path extrusionOk="0" h="12099" w="12073">
                    <a:moveTo>
                      <a:pt x="0" y="1"/>
                    </a:moveTo>
                    <a:lnTo>
                      <a:pt x="0" y="12098"/>
                    </a:lnTo>
                    <a:lnTo>
                      <a:pt x="12072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0" name="Google Shape;3000;p28"/>
            <p:cNvSpPr/>
            <p:nvPr/>
          </p:nvSpPr>
          <p:spPr>
            <a:xfrm flipH="1">
              <a:off x="-1109899" y="-136549"/>
              <a:ext cx="856966" cy="856966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28"/>
            <p:cNvSpPr/>
            <p:nvPr/>
          </p:nvSpPr>
          <p:spPr>
            <a:xfrm flipH="1">
              <a:off x="-1109899" y="-136549"/>
              <a:ext cx="856966" cy="856775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28"/>
            <p:cNvSpPr/>
            <p:nvPr/>
          </p:nvSpPr>
          <p:spPr>
            <a:xfrm flipH="1">
              <a:off x="-1107320" y="-136549"/>
              <a:ext cx="428505" cy="856775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28"/>
            <p:cNvSpPr/>
            <p:nvPr/>
          </p:nvSpPr>
          <p:spPr>
            <a:xfrm flipH="1">
              <a:off x="-881378" y="56356"/>
              <a:ext cx="405068" cy="405068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4" name="Google Shape;3004;p28"/>
          <p:cNvGrpSpPr/>
          <p:nvPr/>
        </p:nvGrpSpPr>
        <p:grpSpPr>
          <a:xfrm>
            <a:off x="8409233" y="2937669"/>
            <a:ext cx="734763" cy="2205916"/>
            <a:chOff x="-1109899" y="2436594"/>
            <a:chExt cx="856966" cy="2572797"/>
          </a:xfrm>
        </p:grpSpPr>
        <p:grpSp>
          <p:nvGrpSpPr>
            <p:cNvPr id="3005" name="Google Shape;3005;p28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006" name="Google Shape;3006;p2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2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2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2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2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2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2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2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2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2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2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2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2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2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2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1" name="Google Shape;3021;p28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022" name="Google Shape;3022;p28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28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28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28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28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28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28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28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28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28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2" name="Google Shape;3032;p28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033" name="Google Shape;3033;p2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2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2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"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7" name="Google Shape;3037;p29"/>
          <p:cNvGrpSpPr/>
          <p:nvPr/>
        </p:nvGrpSpPr>
        <p:grpSpPr>
          <a:xfrm flipH="1">
            <a:off x="7661328" y="-19132"/>
            <a:ext cx="750126" cy="750543"/>
            <a:chOff x="1713450" y="856352"/>
            <a:chExt cx="856993" cy="857371"/>
          </a:xfrm>
        </p:grpSpPr>
        <p:grpSp>
          <p:nvGrpSpPr>
            <p:cNvPr id="3038" name="Google Shape;3038;p2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039" name="Google Shape;3039;p2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2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2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2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2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2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2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2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2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2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2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2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2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2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2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2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2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2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2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2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2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60" name="Google Shape;3060;p2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2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2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2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2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2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6" name="Google Shape;3066;p29"/>
          <p:cNvGrpSpPr/>
          <p:nvPr/>
        </p:nvGrpSpPr>
        <p:grpSpPr>
          <a:xfrm flipH="1">
            <a:off x="8411451" y="-18919"/>
            <a:ext cx="732573" cy="732910"/>
            <a:chOff x="4595925" y="3627700"/>
            <a:chExt cx="1358125" cy="1358750"/>
          </a:xfrm>
        </p:grpSpPr>
        <p:sp>
          <p:nvSpPr>
            <p:cNvPr id="3067" name="Google Shape;3067;p29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29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29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29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29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29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29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29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29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29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29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8" name="Google Shape;3078;p29"/>
          <p:cNvSpPr/>
          <p:nvPr/>
        </p:nvSpPr>
        <p:spPr>
          <a:xfrm flipH="1">
            <a:off x="8411489" y="713805"/>
            <a:ext cx="732490" cy="73249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29"/>
          <p:cNvSpPr/>
          <p:nvPr/>
        </p:nvSpPr>
        <p:spPr>
          <a:xfrm flipH="1">
            <a:off x="8411489" y="713805"/>
            <a:ext cx="732490" cy="73232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29"/>
          <p:cNvSpPr/>
          <p:nvPr/>
        </p:nvSpPr>
        <p:spPr>
          <a:xfrm flipH="1">
            <a:off x="8413671" y="713805"/>
            <a:ext cx="366263" cy="73232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29"/>
          <p:cNvSpPr/>
          <p:nvPr/>
        </p:nvSpPr>
        <p:spPr>
          <a:xfrm flipH="1">
            <a:off x="8606805" y="878699"/>
            <a:ext cx="346231" cy="34623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29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83" name="Google Shape;3083;p29"/>
          <p:cNvGrpSpPr/>
          <p:nvPr/>
        </p:nvGrpSpPr>
        <p:grpSpPr>
          <a:xfrm flipH="1">
            <a:off x="3" y="3678042"/>
            <a:ext cx="732557" cy="732967"/>
            <a:chOff x="1713450" y="856352"/>
            <a:chExt cx="856993" cy="857371"/>
          </a:xfrm>
        </p:grpSpPr>
        <p:grpSp>
          <p:nvGrpSpPr>
            <p:cNvPr id="3084" name="Google Shape;3084;p29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085" name="Google Shape;3085;p29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29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29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29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29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29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29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29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29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29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29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29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29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29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29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29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29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29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29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29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29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6" name="Google Shape;3106;p29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9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29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29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9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29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2" name="Google Shape;3112;p29"/>
          <p:cNvSpPr/>
          <p:nvPr/>
        </p:nvSpPr>
        <p:spPr>
          <a:xfrm flipH="1">
            <a:off x="732614" y="4411005"/>
            <a:ext cx="732490" cy="732490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29"/>
          <p:cNvSpPr/>
          <p:nvPr/>
        </p:nvSpPr>
        <p:spPr>
          <a:xfrm flipH="1">
            <a:off x="732614" y="4411005"/>
            <a:ext cx="732490" cy="73232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29"/>
          <p:cNvSpPr/>
          <p:nvPr/>
        </p:nvSpPr>
        <p:spPr>
          <a:xfrm flipH="1">
            <a:off x="734796" y="4411005"/>
            <a:ext cx="366263" cy="73232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29"/>
          <p:cNvSpPr/>
          <p:nvPr/>
        </p:nvSpPr>
        <p:spPr>
          <a:xfrm flipH="1">
            <a:off x="193168" y="4642799"/>
            <a:ext cx="346231" cy="346231"/>
          </a:xfrm>
          <a:custGeom>
            <a:rect b="b" l="l" r="r" t="t"/>
            <a:pathLst>
              <a:path extrusionOk="0" h="18995" w="18995">
                <a:moveTo>
                  <a:pt x="9493" y="0"/>
                </a:moveTo>
                <a:lnTo>
                  <a:pt x="9011" y="9"/>
                </a:lnTo>
                <a:lnTo>
                  <a:pt x="8046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38"/>
                </a:lnTo>
                <a:lnTo>
                  <a:pt x="4572" y="1376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34"/>
                </a:lnTo>
                <a:lnTo>
                  <a:pt x="295" y="7127"/>
                </a:lnTo>
                <a:lnTo>
                  <a:pt x="107" y="8055"/>
                </a:lnTo>
                <a:lnTo>
                  <a:pt x="9" y="9011"/>
                </a:lnTo>
                <a:lnTo>
                  <a:pt x="0" y="9502"/>
                </a:lnTo>
                <a:lnTo>
                  <a:pt x="9" y="9993"/>
                </a:lnTo>
                <a:lnTo>
                  <a:pt x="107" y="10949"/>
                </a:lnTo>
                <a:lnTo>
                  <a:pt x="295" y="11877"/>
                </a:lnTo>
                <a:lnTo>
                  <a:pt x="572" y="12770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28"/>
                </a:lnTo>
                <a:lnTo>
                  <a:pt x="5376" y="18066"/>
                </a:lnTo>
                <a:lnTo>
                  <a:pt x="6233" y="18423"/>
                </a:lnTo>
                <a:lnTo>
                  <a:pt x="7126" y="18700"/>
                </a:lnTo>
                <a:lnTo>
                  <a:pt x="8046" y="18887"/>
                </a:lnTo>
                <a:lnTo>
                  <a:pt x="9011" y="18986"/>
                </a:lnTo>
                <a:lnTo>
                  <a:pt x="9493" y="18994"/>
                </a:lnTo>
                <a:lnTo>
                  <a:pt x="9984" y="18986"/>
                </a:lnTo>
                <a:lnTo>
                  <a:pt x="10948" y="18887"/>
                </a:lnTo>
                <a:lnTo>
                  <a:pt x="11868" y="18700"/>
                </a:lnTo>
                <a:lnTo>
                  <a:pt x="12761" y="18423"/>
                </a:lnTo>
                <a:lnTo>
                  <a:pt x="13618" y="18066"/>
                </a:lnTo>
                <a:lnTo>
                  <a:pt x="14422" y="17628"/>
                </a:lnTo>
                <a:lnTo>
                  <a:pt x="15181" y="17110"/>
                </a:lnTo>
                <a:lnTo>
                  <a:pt x="15887" y="16530"/>
                </a:lnTo>
                <a:lnTo>
                  <a:pt x="16530" y="15887"/>
                </a:lnTo>
                <a:lnTo>
                  <a:pt x="17110" y="15181"/>
                </a:lnTo>
                <a:lnTo>
                  <a:pt x="17619" y="14422"/>
                </a:lnTo>
                <a:lnTo>
                  <a:pt x="18057" y="13619"/>
                </a:lnTo>
                <a:lnTo>
                  <a:pt x="18423" y="12770"/>
                </a:lnTo>
                <a:lnTo>
                  <a:pt x="18700" y="11877"/>
                </a:lnTo>
                <a:lnTo>
                  <a:pt x="18887" y="10949"/>
                </a:lnTo>
                <a:lnTo>
                  <a:pt x="18985" y="9993"/>
                </a:lnTo>
                <a:lnTo>
                  <a:pt x="18994" y="9502"/>
                </a:lnTo>
                <a:lnTo>
                  <a:pt x="18985" y="9011"/>
                </a:lnTo>
                <a:lnTo>
                  <a:pt x="18887" y="8055"/>
                </a:lnTo>
                <a:lnTo>
                  <a:pt x="18700" y="7127"/>
                </a:lnTo>
                <a:lnTo>
                  <a:pt x="18423" y="6234"/>
                </a:lnTo>
                <a:lnTo>
                  <a:pt x="18057" y="5376"/>
                </a:lnTo>
                <a:lnTo>
                  <a:pt x="17619" y="4573"/>
                </a:lnTo>
                <a:lnTo>
                  <a:pt x="17110" y="3814"/>
                </a:lnTo>
                <a:lnTo>
                  <a:pt x="16530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22" y="1376"/>
                </a:lnTo>
                <a:lnTo>
                  <a:pt x="13618" y="938"/>
                </a:lnTo>
                <a:lnTo>
                  <a:pt x="12761" y="572"/>
                </a:lnTo>
                <a:lnTo>
                  <a:pt x="11868" y="295"/>
                </a:lnTo>
                <a:lnTo>
                  <a:pt x="10948" y="108"/>
                </a:lnTo>
                <a:lnTo>
                  <a:pt x="9984" y="9"/>
                </a:lnTo>
                <a:lnTo>
                  <a:pt x="949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5"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oogle Shape;3117;p30"/>
          <p:cNvGrpSpPr/>
          <p:nvPr/>
        </p:nvGrpSpPr>
        <p:grpSpPr>
          <a:xfrm flipH="1" rot="-5400000">
            <a:off x="1172" y="741557"/>
            <a:ext cx="741195" cy="741195"/>
            <a:chOff x="1666575" y="729800"/>
            <a:chExt cx="1357500" cy="1357500"/>
          </a:xfrm>
        </p:grpSpPr>
        <p:sp>
          <p:nvSpPr>
            <p:cNvPr id="3118" name="Google Shape;3118;p3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8" name="Google Shape;3128;p30"/>
          <p:cNvGrpSpPr/>
          <p:nvPr/>
        </p:nvGrpSpPr>
        <p:grpSpPr>
          <a:xfrm flipH="1" rot="-5400000">
            <a:off x="741407" y="741284"/>
            <a:ext cx="741556" cy="741883"/>
            <a:chOff x="1713450" y="856352"/>
            <a:chExt cx="856993" cy="857371"/>
          </a:xfrm>
        </p:grpSpPr>
        <p:grpSp>
          <p:nvGrpSpPr>
            <p:cNvPr id="3129" name="Google Shape;3129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130" name="Google Shape;3130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5" name="Google Shape;3145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6" name="Google Shape;3146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51" name="Google Shape;3151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7" name="Google Shape;3157;p30"/>
          <p:cNvSpPr/>
          <p:nvPr/>
        </p:nvSpPr>
        <p:spPr>
          <a:xfrm flipH="1" rot="-5400000">
            <a:off x="286" y="5"/>
            <a:ext cx="741432" cy="741432"/>
          </a:xfrm>
          <a:custGeom>
            <a:rect b="b" l="l" r="r" t="t"/>
            <a:pathLst>
              <a:path extrusionOk="0" h="40186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0"/>
          <p:cNvSpPr/>
          <p:nvPr/>
        </p:nvSpPr>
        <p:spPr>
          <a:xfrm flipH="1" rot="-5400000">
            <a:off x="203" y="88"/>
            <a:ext cx="741432" cy="741266"/>
          </a:xfrm>
          <a:custGeom>
            <a:rect b="b" l="l" r="r" t="t"/>
            <a:pathLst>
              <a:path extrusionOk="0" h="40177" w="40186">
                <a:moveTo>
                  <a:pt x="0" y="0"/>
                </a:moveTo>
                <a:lnTo>
                  <a:pt x="0" y="20093"/>
                </a:lnTo>
                <a:lnTo>
                  <a:pt x="9" y="20611"/>
                </a:lnTo>
                <a:lnTo>
                  <a:pt x="63" y="21638"/>
                </a:lnTo>
                <a:lnTo>
                  <a:pt x="161" y="22647"/>
                </a:lnTo>
                <a:lnTo>
                  <a:pt x="313" y="23647"/>
                </a:lnTo>
                <a:lnTo>
                  <a:pt x="518" y="24629"/>
                </a:lnTo>
                <a:lnTo>
                  <a:pt x="768" y="25594"/>
                </a:lnTo>
                <a:lnTo>
                  <a:pt x="1054" y="26531"/>
                </a:lnTo>
                <a:lnTo>
                  <a:pt x="1393" y="27460"/>
                </a:lnTo>
                <a:lnTo>
                  <a:pt x="1777" y="28362"/>
                </a:lnTo>
                <a:lnTo>
                  <a:pt x="2197" y="29237"/>
                </a:lnTo>
                <a:lnTo>
                  <a:pt x="2661" y="30094"/>
                </a:lnTo>
                <a:lnTo>
                  <a:pt x="3170" y="30916"/>
                </a:lnTo>
                <a:lnTo>
                  <a:pt x="3706" y="31720"/>
                </a:lnTo>
                <a:lnTo>
                  <a:pt x="4287" y="32496"/>
                </a:lnTo>
                <a:lnTo>
                  <a:pt x="4903" y="33238"/>
                </a:lnTo>
                <a:lnTo>
                  <a:pt x="5555" y="33952"/>
                </a:lnTo>
                <a:lnTo>
                  <a:pt x="6233" y="34631"/>
                </a:lnTo>
                <a:lnTo>
                  <a:pt x="6948" y="35283"/>
                </a:lnTo>
                <a:lnTo>
                  <a:pt x="7689" y="35899"/>
                </a:lnTo>
                <a:lnTo>
                  <a:pt x="8466" y="36479"/>
                </a:lnTo>
                <a:lnTo>
                  <a:pt x="9261" y="37015"/>
                </a:lnTo>
                <a:lnTo>
                  <a:pt x="10091" y="37524"/>
                </a:lnTo>
                <a:lnTo>
                  <a:pt x="10948" y="37979"/>
                </a:lnTo>
                <a:lnTo>
                  <a:pt x="11824" y="38408"/>
                </a:lnTo>
                <a:lnTo>
                  <a:pt x="12726" y="38792"/>
                </a:lnTo>
                <a:lnTo>
                  <a:pt x="13654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9" y="39864"/>
                </a:lnTo>
                <a:lnTo>
                  <a:pt x="17539" y="40024"/>
                </a:lnTo>
                <a:lnTo>
                  <a:pt x="18548" y="40123"/>
                </a:lnTo>
                <a:lnTo>
                  <a:pt x="19575" y="40176"/>
                </a:lnTo>
                <a:lnTo>
                  <a:pt x="20611" y="40176"/>
                </a:lnTo>
                <a:lnTo>
                  <a:pt x="21638" y="40123"/>
                </a:lnTo>
                <a:lnTo>
                  <a:pt x="22656" y="40024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4" y="39417"/>
                </a:lnTo>
                <a:lnTo>
                  <a:pt x="26540" y="39123"/>
                </a:lnTo>
                <a:lnTo>
                  <a:pt x="27460" y="38792"/>
                </a:lnTo>
                <a:lnTo>
                  <a:pt x="28362" y="38408"/>
                </a:lnTo>
                <a:lnTo>
                  <a:pt x="29246" y="37979"/>
                </a:lnTo>
                <a:lnTo>
                  <a:pt x="30094" y="37524"/>
                </a:lnTo>
                <a:lnTo>
                  <a:pt x="30925" y="37015"/>
                </a:lnTo>
                <a:lnTo>
                  <a:pt x="31728" y="36479"/>
                </a:lnTo>
                <a:lnTo>
                  <a:pt x="32496" y="35899"/>
                </a:lnTo>
                <a:lnTo>
                  <a:pt x="33247" y="35283"/>
                </a:lnTo>
                <a:lnTo>
                  <a:pt x="33961" y="34631"/>
                </a:lnTo>
                <a:lnTo>
                  <a:pt x="34640" y="33952"/>
                </a:lnTo>
                <a:lnTo>
                  <a:pt x="35292" y="33238"/>
                </a:lnTo>
                <a:lnTo>
                  <a:pt x="35899" y="32496"/>
                </a:lnTo>
                <a:lnTo>
                  <a:pt x="36479" y="31720"/>
                </a:lnTo>
                <a:lnTo>
                  <a:pt x="37024" y="30916"/>
                </a:lnTo>
                <a:lnTo>
                  <a:pt x="37524" y="30094"/>
                </a:lnTo>
                <a:lnTo>
                  <a:pt x="37988" y="29237"/>
                </a:lnTo>
                <a:lnTo>
                  <a:pt x="38417" y="28362"/>
                </a:lnTo>
                <a:lnTo>
                  <a:pt x="38792" y="27460"/>
                </a:lnTo>
                <a:lnTo>
                  <a:pt x="39131" y="26531"/>
                </a:lnTo>
                <a:lnTo>
                  <a:pt x="39426" y="25594"/>
                </a:lnTo>
                <a:lnTo>
                  <a:pt x="39676" y="24629"/>
                </a:lnTo>
                <a:lnTo>
                  <a:pt x="39873" y="23647"/>
                </a:lnTo>
                <a:lnTo>
                  <a:pt x="40024" y="22647"/>
                </a:lnTo>
                <a:lnTo>
                  <a:pt x="40132" y="21638"/>
                </a:lnTo>
                <a:lnTo>
                  <a:pt x="40185" y="20611"/>
                </a:lnTo>
                <a:lnTo>
                  <a:pt x="40185" y="20093"/>
                </a:lnTo>
                <a:lnTo>
                  <a:pt x="40185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0"/>
          <p:cNvSpPr/>
          <p:nvPr/>
        </p:nvSpPr>
        <p:spPr>
          <a:xfrm flipH="1" rot="-5400000">
            <a:off x="185552" y="185444"/>
            <a:ext cx="370734" cy="741266"/>
          </a:xfrm>
          <a:custGeom>
            <a:rect b="b" l="l" r="r" t="t"/>
            <a:pathLst>
              <a:path extrusionOk="0" h="40177" w="20094">
                <a:moveTo>
                  <a:pt x="1" y="0"/>
                </a:moveTo>
                <a:lnTo>
                  <a:pt x="1" y="40176"/>
                </a:lnTo>
                <a:lnTo>
                  <a:pt x="519" y="40176"/>
                </a:lnTo>
                <a:lnTo>
                  <a:pt x="1546" y="40123"/>
                </a:lnTo>
                <a:lnTo>
                  <a:pt x="2564" y="40024"/>
                </a:lnTo>
                <a:lnTo>
                  <a:pt x="3555" y="39864"/>
                </a:lnTo>
                <a:lnTo>
                  <a:pt x="4537" y="39667"/>
                </a:lnTo>
                <a:lnTo>
                  <a:pt x="5502" y="39417"/>
                </a:lnTo>
                <a:lnTo>
                  <a:pt x="6448" y="39123"/>
                </a:lnTo>
                <a:lnTo>
                  <a:pt x="7368" y="38792"/>
                </a:lnTo>
                <a:lnTo>
                  <a:pt x="8270" y="38408"/>
                </a:lnTo>
                <a:lnTo>
                  <a:pt x="9154" y="37979"/>
                </a:lnTo>
                <a:lnTo>
                  <a:pt x="10002" y="37524"/>
                </a:lnTo>
                <a:lnTo>
                  <a:pt x="10833" y="37015"/>
                </a:lnTo>
                <a:lnTo>
                  <a:pt x="11636" y="36479"/>
                </a:lnTo>
                <a:lnTo>
                  <a:pt x="12404" y="35899"/>
                </a:lnTo>
                <a:lnTo>
                  <a:pt x="13155" y="35283"/>
                </a:lnTo>
                <a:lnTo>
                  <a:pt x="13869" y="34631"/>
                </a:lnTo>
                <a:lnTo>
                  <a:pt x="14548" y="33952"/>
                </a:lnTo>
                <a:lnTo>
                  <a:pt x="15200" y="33238"/>
                </a:lnTo>
                <a:lnTo>
                  <a:pt x="15807" y="32496"/>
                </a:lnTo>
                <a:lnTo>
                  <a:pt x="16387" y="31720"/>
                </a:lnTo>
                <a:lnTo>
                  <a:pt x="16932" y="30916"/>
                </a:lnTo>
                <a:lnTo>
                  <a:pt x="17432" y="30094"/>
                </a:lnTo>
                <a:lnTo>
                  <a:pt x="17896" y="29237"/>
                </a:lnTo>
                <a:lnTo>
                  <a:pt x="18325" y="28362"/>
                </a:lnTo>
                <a:lnTo>
                  <a:pt x="18700" y="27460"/>
                </a:lnTo>
                <a:lnTo>
                  <a:pt x="19039" y="26531"/>
                </a:lnTo>
                <a:lnTo>
                  <a:pt x="19334" y="25594"/>
                </a:lnTo>
                <a:lnTo>
                  <a:pt x="19584" y="24629"/>
                </a:lnTo>
                <a:lnTo>
                  <a:pt x="19781" y="23647"/>
                </a:lnTo>
                <a:lnTo>
                  <a:pt x="19932" y="22647"/>
                </a:lnTo>
                <a:lnTo>
                  <a:pt x="20040" y="21638"/>
                </a:lnTo>
                <a:lnTo>
                  <a:pt x="20093" y="20611"/>
                </a:lnTo>
                <a:lnTo>
                  <a:pt x="20093" y="20093"/>
                </a:lnTo>
                <a:lnTo>
                  <a:pt x="20093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0" name="Google Shape;3160;p30"/>
          <p:cNvGrpSpPr/>
          <p:nvPr/>
        </p:nvGrpSpPr>
        <p:grpSpPr>
          <a:xfrm flipH="1" rot="-5400000">
            <a:off x="741534" y="258"/>
            <a:ext cx="741195" cy="741195"/>
            <a:chOff x="1666575" y="729800"/>
            <a:chExt cx="1357500" cy="1357500"/>
          </a:xfrm>
        </p:grpSpPr>
        <p:sp>
          <p:nvSpPr>
            <p:cNvPr id="3161" name="Google Shape;3161;p30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30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30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30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30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30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30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30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0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0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1" name="Google Shape;3171;p30"/>
          <p:cNvGrpSpPr/>
          <p:nvPr/>
        </p:nvGrpSpPr>
        <p:grpSpPr>
          <a:xfrm flipH="1" rot="-5400000">
            <a:off x="183" y="1482536"/>
            <a:ext cx="741556" cy="741883"/>
            <a:chOff x="1713450" y="856352"/>
            <a:chExt cx="856993" cy="857371"/>
          </a:xfrm>
        </p:grpSpPr>
        <p:grpSp>
          <p:nvGrpSpPr>
            <p:cNvPr id="3172" name="Google Shape;3172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173" name="Google Shape;3173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94" name="Google Shape;3194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0" name="Google Shape;3200;p30"/>
          <p:cNvGrpSpPr/>
          <p:nvPr/>
        </p:nvGrpSpPr>
        <p:grpSpPr>
          <a:xfrm flipH="1" rot="-5400000">
            <a:off x="1483270" y="-127"/>
            <a:ext cx="741556" cy="741883"/>
            <a:chOff x="1713450" y="856352"/>
            <a:chExt cx="856993" cy="857371"/>
          </a:xfrm>
        </p:grpSpPr>
        <p:grpSp>
          <p:nvGrpSpPr>
            <p:cNvPr id="3201" name="Google Shape;3201;p30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202" name="Google Shape;3202;p30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30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30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30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30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30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30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30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30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30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30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30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30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30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30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30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30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30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30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30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30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3" name="Google Shape;3223;p30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0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0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0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0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0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9" name="Google Shape;3229;p30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230" name="Google Shape;3230;p30"/>
          <p:cNvGrpSpPr/>
          <p:nvPr/>
        </p:nvGrpSpPr>
        <p:grpSpPr>
          <a:xfrm>
            <a:off x="8402812" y="2918240"/>
            <a:ext cx="741190" cy="2225212"/>
            <a:chOff x="-1109899" y="2436594"/>
            <a:chExt cx="856966" cy="2572797"/>
          </a:xfrm>
        </p:grpSpPr>
        <p:grpSp>
          <p:nvGrpSpPr>
            <p:cNvPr id="3231" name="Google Shape;3231;p30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232" name="Google Shape;3232;p30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30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30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30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30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30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30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30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30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30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30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30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30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30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30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7" name="Google Shape;3247;p30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248" name="Google Shape;3248;p30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30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30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30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30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30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30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30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30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30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8" name="Google Shape;3258;p30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259" name="Google Shape;3259;p30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30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30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6"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p31"/>
          <p:cNvSpPr txBox="1"/>
          <p:nvPr>
            <p:ph type="title"/>
          </p:nvPr>
        </p:nvSpPr>
        <p:spPr>
          <a:xfrm flipH="1">
            <a:off x="734763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64" name="Google Shape;3264;p31"/>
          <p:cNvSpPr txBox="1"/>
          <p:nvPr>
            <p:ph idx="1" type="body"/>
          </p:nvPr>
        </p:nvSpPr>
        <p:spPr>
          <a:xfrm flipH="1">
            <a:off x="734725" y="12418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3265" name="Google Shape;3265;p31"/>
          <p:cNvGrpSpPr/>
          <p:nvPr/>
        </p:nvGrpSpPr>
        <p:grpSpPr>
          <a:xfrm flipH="1" rot="-5400000">
            <a:off x="1110" y="3673930"/>
            <a:ext cx="734543" cy="734543"/>
            <a:chOff x="1666575" y="729800"/>
            <a:chExt cx="1357500" cy="1357500"/>
          </a:xfrm>
        </p:grpSpPr>
        <p:sp>
          <p:nvSpPr>
            <p:cNvPr id="3266" name="Google Shape;3266;p3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6" name="Google Shape;3276;p31"/>
          <p:cNvGrpSpPr/>
          <p:nvPr/>
        </p:nvGrpSpPr>
        <p:grpSpPr>
          <a:xfrm flipH="1" rot="-5400000">
            <a:off x="716522" y="4407300"/>
            <a:ext cx="736037" cy="736036"/>
            <a:chOff x="1666575" y="729800"/>
            <a:chExt cx="1357500" cy="1357500"/>
          </a:xfrm>
        </p:grpSpPr>
        <p:sp>
          <p:nvSpPr>
            <p:cNvPr id="3277" name="Google Shape;3277;p31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1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1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1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1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1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1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1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1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1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7" name="Google Shape;3287;p31"/>
          <p:cNvGrpSpPr/>
          <p:nvPr/>
        </p:nvGrpSpPr>
        <p:grpSpPr>
          <a:xfrm flipH="1" rot="-5400000">
            <a:off x="149" y="4408388"/>
            <a:ext cx="734957" cy="735282"/>
            <a:chOff x="1713450" y="856352"/>
            <a:chExt cx="856993" cy="857371"/>
          </a:xfrm>
        </p:grpSpPr>
        <p:grpSp>
          <p:nvGrpSpPr>
            <p:cNvPr id="3288" name="Google Shape;3288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289" name="Google Shape;3289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5" name="Google Shape;3295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0" name="Google Shape;3300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7" name="Google Shape;3307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8" name="Google Shape;3308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10" name="Google Shape;3310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6" name="Google Shape;3316;p31"/>
          <p:cNvGrpSpPr/>
          <p:nvPr/>
        </p:nvGrpSpPr>
        <p:grpSpPr>
          <a:xfrm flipH="1" rot="-5400000">
            <a:off x="1452581" y="4406958"/>
            <a:ext cx="736414" cy="736653"/>
            <a:chOff x="1713450" y="856352"/>
            <a:chExt cx="856993" cy="857371"/>
          </a:xfrm>
        </p:grpSpPr>
        <p:grpSp>
          <p:nvGrpSpPr>
            <p:cNvPr id="3317" name="Google Shape;3317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318" name="Google Shape;3318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2" name="Google Shape;3332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9" name="Google Shape;3339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5" name="Google Shape;3345;p31"/>
          <p:cNvGrpSpPr/>
          <p:nvPr/>
        </p:nvGrpSpPr>
        <p:grpSpPr>
          <a:xfrm flipH="1" rot="-5400000">
            <a:off x="929" y="2938670"/>
            <a:ext cx="734957" cy="735282"/>
            <a:chOff x="1713450" y="856352"/>
            <a:chExt cx="856993" cy="857371"/>
          </a:xfrm>
        </p:grpSpPr>
        <p:grpSp>
          <p:nvGrpSpPr>
            <p:cNvPr id="3346" name="Google Shape;3346;p31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347" name="Google Shape;3347;p31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31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9" name="Google Shape;3349;p31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0" name="Google Shape;3350;p31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1" name="Google Shape;3351;p31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2" name="Google Shape;3352;p31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31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31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31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6" name="Google Shape;3356;p31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7" name="Google Shape;3357;p31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8" name="Google Shape;3358;p31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31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31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31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31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31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31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31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31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31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68" name="Google Shape;3368;p31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1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1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1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1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1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7"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p32"/>
          <p:cNvSpPr txBox="1"/>
          <p:nvPr>
            <p:ph type="title"/>
          </p:nvPr>
        </p:nvSpPr>
        <p:spPr>
          <a:xfrm>
            <a:off x="2766900" y="5550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6" name="Google Shape;3376;p32"/>
          <p:cNvSpPr txBox="1"/>
          <p:nvPr>
            <p:ph idx="1" type="body"/>
          </p:nvPr>
        </p:nvSpPr>
        <p:spPr>
          <a:xfrm>
            <a:off x="2447100" y="1312800"/>
            <a:ext cx="4249800" cy="1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377" name="Google Shape;3377;p32"/>
          <p:cNvGrpSpPr/>
          <p:nvPr/>
        </p:nvGrpSpPr>
        <p:grpSpPr>
          <a:xfrm>
            <a:off x="15" y="-30"/>
            <a:ext cx="734763" cy="2205916"/>
            <a:chOff x="-1109899" y="2436594"/>
            <a:chExt cx="856966" cy="2572797"/>
          </a:xfrm>
        </p:grpSpPr>
        <p:grpSp>
          <p:nvGrpSpPr>
            <p:cNvPr id="3378" name="Google Shape;3378;p32"/>
            <p:cNvGrpSpPr/>
            <p:nvPr/>
          </p:nvGrpSpPr>
          <p:grpSpPr>
            <a:xfrm flipH="1">
              <a:off x="-1109695" y="3294821"/>
              <a:ext cx="856583" cy="856582"/>
              <a:chOff x="3131575" y="2179075"/>
              <a:chExt cx="1357500" cy="1357500"/>
            </a:xfrm>
          </p:grpSpPr>
          <p:sp>
            <p:nvSpPr>
              <p:cNvPr id="3379" name="Google Shape;3379;p32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32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32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32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32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32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5" name="Google Shape;3385;p32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32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32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32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32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32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1" name="Google Shape;3391;p32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2" name="Google Shape;3392;p32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32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4" name="Google Shape;3394;p32"/>
            <p:cNvGrpSpPr/>
            <p:nvPr/>
          </p:nvGrpSpPr>
          <p:grpSpPr>
            <a:xfrm flipH="1">
              <a:off x="-1109703" y="2436594"/>
              <a:ext cx="856583" cy="856583"/>
              <a:chOff x="1666575" y="729800"/>
              <a:chExt cx="1357500" cy="1357500"/>
            </a:xfrm>
          </p:grpSpPr>
          <p:sp>
            <p:nvSpPr>
              <p:cNvPr id="3395" name="Google Shape;3395;p32"/>
              <p:cNvSpPr/>
              <p:nvPr/>
            </p:nvSpPr>
            <p:spPr>
              <a:xfrm>
                <a:off x="1666575" y="729800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32"/>
              <p:cNvSpPr/>
              <p:nvPr/>
            </p:nvSpPr>
            <p:spPr>
              <a:xfrm>
                <a:off x="2048850" y="947350"/>
                <a:ext cx="592950" cy="922400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32"/>
              <p:cNvSpPr/>
              <p:nvPr/>
            </p:nvSpPr>
            <p:spPr>
              <a:xfrm>
                <a:off x="16665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32"/>
              <p:cNvSpPr/>
              <p:nvPr/>
            </p:nvSpPr>
            <p:spPr>
              <a:xfrm>
                <a:off x="2563175" y="1112075"/>
                <a:ext cx="460900" cy="592300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32"/>
              <p:cNvSpPr/>
              <p:nvPr/>
            </p:nvSpPr>
            <p:spPr>
              <a:xfrm>
                <a:off x="1666575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32"/>
              <p:cNvSpPr/>
              <p:nvPr/>
            </p:nvSpPr>
            <p:spPr>
              <a:xfrm>
                <a:off x="2727900" y="729800"/>
                <a:ext cx="296175" cy="460900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32"/>
              <p:cNvSpPr/>
              <p:nvPr/>
            </p:nvSpPr>
            <p:spPr>
              <a:xfrm>
                <a:off x="1884125" y="729800"/>
                <a:ext cx="922400" cy="296150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32"/>
              <p:cNvSpPr/>
              <p:nvPr/>
            </p:nvSpPr>
            <p:spPr>
              <a:xfrm>
                <a:off x="1666575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32"/>
              <p:cNvSpPr/>
              <p:nvPr/>
            </p:nvSpPr>
            <p:spPr>
              <a:xfrm>
                <a:off x="2727900" y="1625775"/>
                <a:ext cx="296175" cy="461525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4" name="Google Shape;3404;p32"/>
              <p:cNvSpPr/>
              <p:nvPr/>
            </p:nvSpPr>
            <p:spPr>
              <a:xfrm>
                <a:off x="1884125" y="1791125"/>
                <a:ext cx="922400" cy="296175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5" name="Google Shape;3405;p32"/>
            <p:cNvGrpSpPr/>
            <p:nvPr/>
          </p:nvGrpSpPr>
          <p:grpSpPr>
            <a:xfrm flipH="1" rot="10800000">
              <a:off x="-1109899" y="4152639"/>
              <a:ext cx="856966" cy="856753"/>
              <a:chOff x="7083054" y="4447889"/>
              <a:chExt cx="856966" cy="856753"/>
            </a:xfrm>
          </p:grpSpPr>
          <p:sp>
            <p:nvSpPr>
              <p:cNvPr id="3406" name="Google Shape;3406;p32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7" name="Google Shape;3407;p32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8" name="Google Shape;3408;p32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9" name="Google Shape;3409;p32"/>
          <p:cNvGrpSpPr/>
          <p:nvPr/>
        </p:nvGrpSpPr>
        <p:grpSpPr>
          <a:xfrm flipH="1">
            <a:off x="8420316" y="724945"/>
            <a:ext cx="723548" cy="723548"/>
            <a:chOff x="3131575" y="2179075"/>
            <a:chExt cx="1357500" cy="1357500"/>
          </a:xfrm>
        </p:grpSpPr>
        <p:sp>
          <p:nvSpPr>
            <p:cNvPr id="3410" name="Google Shape;3410;p32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2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2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2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2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2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2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2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2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2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2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2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2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2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2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5" name="Google Shape;3425;p32"/>
          <p:cNvGrpSpPr/>
          <p:nvPr/>
        </p:nvGrpSpPr>
        <p:grpSpPr>
          <a:xfrm flipH="1">
            <a:off x="8420299" y="9"/>
            <a:ext cx="723547" cy="723548"/>
            <a:chOff x="1666575" y="729800"/>
            <a:chExt cx="1357500" cy="1357500"/>
          </a:xfrm>
        </p:grpSpPr>
        <p:sp>
          <p:nvSpPr>
            <p:cNvPr id="3426" name="Google Shape;3426;p32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2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2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2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2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2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2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2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2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2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6" name="Google Shape;3436;p32"/>
          <p:cNvGrpSpPr/>
          <p:nvPr/>
        </p:nvGrpSpPr>
        <p:grpSpPr>
          <a:xfrm flipH="1" rot="5400000">
            <a:off x="7696489" y="724950"/>
            <a:ext cx="723880" cy="723699"/>
            <a:chOff x="7083054" y="4447889"/>
            <a:chExt cx="856966" cy="856753"/>
          </a:xfrm>
        </p:grpSpPr>
        <p:sp>
          <p:nvSpPr>
            <p:cNvPr id="3437" name="Google Shape;3437;p32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2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2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8"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33"/>
          <p:cNvSpPr txBox="1"/>
          <p:nvPr>
            <p:ph type="title"/>
          </p:nvPr>
        </p:nvSpPr>
        <p:spPr>
          <a:xfrm flipH="1">
            <a:off x="4986288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2" name="Google Shape;3442;p33"/>
          <p:cNvSpPr txBox="1"/>
          <p:nvPr>
            <p:ph idx="1" type="body"/>
          </p:nvPr>
        </p:nvSpPr>
        <p:spPr>
          <a:xfrm flipH="1">
            <a:off x="4986288" y="1241850"/>
            <a:ext cx="34230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3443" name="Google Shape;3443;p33"/>
          <p:cNvGrpSpPr/>
          <p:nvPr/>
        </p:nvGrpSpPr>
        <p:grpSpPr>
          <a:xfrm rot="5400000">
            <a:off x="8414018" y="3685477"/>
            <a:ext cx="728842" cy="728842"/>
            <a:chOff x="1666575" y="729800"/>
            <a:chExt cx="1357500" cy="1357500"/>
          </a:xfrm>
        </p:grpSpPr>
        <p:sp>
          <p:nvSpPr>
            <p:cNvPr id="3444" name="Google Shape;3444;p33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3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3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3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3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3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3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3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3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3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4" name="Google Shape;3454;p33"/>
          <p:cNvGrpSpPr/>
          <p:nvPr/>
        </p:nvGrpSpPr>
        <p:grpSpPr>
          <a:xfrm rot="5400000">
            <a:off x="7674493" y="4408732"/>
            <a:ext cx="734543" cy="734543"/>
            <a:chOff x="1666575" y="729800"/>
            <a:chExt cx="1357500" cy="1357500"/>
          </a:xfrm>
        </p:grpSpPr>
        <p:sp>
          <p:nvSpPr>
            <p:cNvPr id="3455" name="Google Shape;3455;p33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3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3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3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3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3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3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3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3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3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5" name="Google Shape;3465;p33"/>
          <p:cNvGrpSpPr/>
          <p:nvPr/>
        </p:nvGrpSpPr>
        <p:grpSpPr>
          <a:xfrm rot="5400000">
            <a:off x="8408834" y="4408431"/>
            <a:ext cx="734957" cy="735282"/>
            <a:chOff x="1713450" y="856352"/>
            <a:chExt cx="856993" cy="857371"/>
          </a:xfrm>
        </p:grpSpPr>
        <p:grpSp>
          <p:nvGrpSpPr>
            <p:cNvPr id="3466" name="Google Shape;3466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467" name="Google Shape;3467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0" name="Google Shape;3480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88" name="Google Shape;3488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4" name="Google Shape;3494;p33"/>
          <p:cNvGrpSpPr/>
          <p:nvPr/>
        </p:nvGrpSpPr>
        <p:grpSpPr>
          <a:xfrm rot="5400000">
            <a:off x="6939345" y="4408404"/>
            <a:ext cx="734957" cy="735282"/>
            <a:chOff x="1713450" y="856352"/>
            <a:chExt cx="856993" cy="857371"/>
          </a:xfrm>
        </p:grpSpPr>
        <p:grpSp>
          <p:nvGrpSpPr>
            <p:cNvPr id="3495" name="Google Shape;3495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496" name="Google Shape;3496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17" name="Google Shape;3517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3" name="Google Shape;3523;p33"/>
          <p:cNvGrpSpPr/>
          <p:nvPr/>
        </p:nvGrpSpPr>
        <p:grpSpPr>
          <a:xfrm rot="5400000">
            <a:off x="8413836" y="2955931"/>
            <a:ext cx="729215" cy="729537"/>
            <a:chOff x="1713450" y="856352"/>
            <a:chExt cx="856993" cy="857371"/>
          </a:xfrm>
        </p:grpSpPr>
        <p:grpSp>
          <p:nvGrpSpPr>
            <p:cNvPr id="3524" name="Google Shape;3524;p33"/>
            <p:cNvGrpSpPr/>
            <p:nvPr/>
          </p:nvGrpSpPr>
          <p:grpSpPr>
            <a:xfrm>
              <a:off x="1713450" y="856352"/>
              <a:ext cx="856993" cy="857371"/>
              <a:chOff x="1713450" y="856352"/>
              <a:chExt cx="856993" cy="857371"/>
            </a:xfrm>
          </p:grpSpPr>
          <p:sp>
            <p:nvSpPr>
              <p:cNvPr id="3525" name="Google Shape;3525;p33"/>
              <p:cNvSpPr/>
              <p:nvPr/>
            </p:nvSpPr>
            <p:spPr>
              <a:xfrm>
                <a:off x="1713860" y="856352"/>
                <a:ext cx="856583" cy="856977"/>
              </a:xfrm>
              <a:custGeom>
                <a:rect b="b" l="l" r="r" t="t"/>
                <a:pathLst>
                  <a:path extrusionOk="0" h="54325" w="54300">
                    <a:moveTo>
                      <a:pt x="0" y="1"/>
                    </a:moveTo>
                    <a:lnTo>
                      <a:pt x="0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33"/>
              <p:cNvSpPr/>
              <p:nvPr/>
            </p:nvSpPr>
            <p:spPr>
              <a:xfrm>
                <a:off x="2141946" y="85635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0" y="1"/>
                    </a:moveTo>
                    <a:lnTo>
                      <a:pt x="0" y="27163"/>
                    </a:lnTo>
                    <a:lnTo>
                      <a:pt x="27162" y="27163"/>
                    </a:lnTo>
                    <a:lnTo>
                      <a:pt x="271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33"/>
              <p:cNvSpPr/>
              <p:nvPr/>
            </p:nvSpPr>
            <p:spPr>
              <a:xfrm>
                <a:off x="1713450" y="1284832"/>
                <a:ext cx="428496" cy="428496"/>
              </a:xfrm>
              <a:custGeom>
                <a:rect b="b" l="l" r="r" t="t"/>
                <a:pathLst>
                  <a:path extrusionOk="0" h="27163" w="27163">
                    <a:moveTo>
                      <a:pt x="1" y="1"/>
                    </a:moveTo>
                    <a:lnTo>
                      <a:pt x="1" y="27163"/>
                    </a:lnTo>
                    <a:lnTo>
                      <a:pt x="27163" y="27163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33"/>
              <p:cNvSpPr/>
              <p:nvPr/>
            </p:nvSpPr>
            <p:spPr>
              <a:xfrm>
                <a:off x="1951100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3"/>
              <p:cNvSpPr/>
              <p:nvPr/>
            </p:nvSpPr>
            <p:spPr>
              <a:xfrm>
                <a:off x="1951100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3"/>
              <p:cNvSpPr/>
              <p:nvPr/>
            </p:nvSpPr>
            <p:spPr>
              <a:xfrm>
                <a:off x="1736860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3"/>
              <p:cNvSpPr/>
              <p:nvPr/>
            </p:nvSpPr>
            <p:spPr>
              <a:xfrm>
                <a:off x="2141946" y="109400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33"/>
              <p:cNvSpPr/>
              <p:nvPr/>
            </p:nvSpPr>
            <p:spPr>
              <a:xfrm>
                <a:off x="2379581" y="109400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33"/>
              <p:cNvSpPr/>
              <p:nvPr/>
            </p:nvSpPr>
            <p:spPr>
              <a:xfrm>
                <a:off x="2379581" y="856352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3"/>
              <p:cNvSpPr/>
              <p:nvPr/>
            </p:nvSpPr>
            <p:spPr>
              <a:xfrm>
                <a:off x="2165341" y="879762"/>
                <a:ext cx="381692" cy="381676"/>
              </a:xfrm>
              <a:custGeom>
                <a:rect b="b" l="l" r="r" t="t"/>
                <a:pathLst>
                  <a:path extrusionOk="0" h="24195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3"/>
              <p:cNvSpPr/>
              <p:nvPr/>
            </p:nvSpPr>
            <p:spPr>
              <a:xfrm>
                <a:off x="2293497" y="99482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04" y="0"/>
                    </a:moveTo>
                    <a:lnTo>
                      <a:pt x="0" y="4804"/>
                    </a:lnTo>
                    <a:lnTo>
                      <a:pt x="4804" y="9633"/>
                    </a:lnTo>
                    <a:lnTo>
                      <a:pt x="9633" y="4804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33"/>
              <p:cNvSpPr/>
              <p:nvPr/>
            </p:nvSpPr>
            <p:spPr>
              <a:xfrm>
                <a:off x="2141946" y="856352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33"/>
              <p:cNvSpPr/>
              <p:nvPr/>
            </p:nvSpPr>
            <p:spPr>
              <a:xfrm>
                <a:off x="1951100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3"/>
              <p:cNvSpPr/>
              <p:nvPr/>
            </p:nvSpPr>
            <p:spPr>
              <a:xfrm>
                <a:off x="1951100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3"/>
              <p:cNvSpPr/>
              <p:nvPr/>
            </p:nvSpPr>
            <p:spPr>
              <a:xfrm>
                <a:off x="1736860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135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3"/>
              <p:cNvSpPr/>
              <p:nvPr/>
            </p:nvSpPr>
            <p:spPr>
              <a:xfrm>
                <a:off x="2141946" y="1522877"/>
                <a:ext cx="190846" cy="190846"/>
              </a:xfrm>
              <a:custGeom>
                <a:rect b="b" l="l" r="r" t="t"/>
                <a:pathLst>
                  <a:path extrusionOk="0" h="12098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209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3"/>
              <p:cNvSpPr/>
              <p:nvPr/>
            </p:nvSpPr>
            <p:spPr>
              <a:xfrm>
                <a:off x="2379581" y="1522877"/>
                <a:ext cx="190862" cy="190846"/>
              </a:xfrm>
              <a:custGeom>
                <a:rect b="b" l="l" r="r" t="t"/>
                <a:pathLst>
                  <a:path extrusionOk="0" h="12098" w="12099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3"/>
              <p:cNvSpPr/>
              <p:nvPr/>
            </p:nvSpPr>
            <p:spPr>
              <a:xfrm>
                <a:off x="2379581" y="1285227"/>
                <a:ext cx="190862" cy="190862"/>
              </a:xfrm>
              <a:custGeom>
                <a:rect b="b" l="l" r="r" t="t"/>
                <a:pathLst>
                  <a:path extrusionOk="0" h="12099" w="12099">
                    <a:moveTo>
                      <a:pt x="1" y="1"/>
                    </a:moveTo>
                    <a:lnTo>
                      <a:pt x="12098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33"/>
              <p:cNvSpPr/>
              <p:nvPr/>
            </p:nvSpPr>
            <p:spPr>
              <a:xfrm>
                <a:off x="2165341" y="1308637"/>
                <a:ext cx="381692" cy="381692"/>
              </a:xfrm>
              <a:custGeom>
                <a:rect b="b" l="l" r="r" t="t"/>
                <a:pathLst>
                  <a:path extrusionOk="0" h="24196" w="24196">
                    <a:moveTo>
                      <a:pt x="12098" y="1"/>
                    </a:moveTo>
                    <a:lnTo>
                      <a:pt x="1" y="12098"/>
                    </a:lnTo>
                    <a:lnTo>
                      <a:pt x="12098" y="24195"/>
                    </a:lnTo>
                    <a:lnTo>
                      <a:pt x="24195" y="12098"/>
                    </a:lnTo>
                    <a:lnTo>
                      <a:pt x="12098" y="1"/>
                    </a:lnTo>
                    <a:close/>
                  </a:path>
                </a:pathLst>
              </a:custGeom>
              <a:solidFill>
                <a:srgbClr val="FE9A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33"/>
              <p:cNvSpPr/>
              <p:nvPr/>
            </p:nvSpPr>
            <p:spPr>
              <a:xfrm>
                <a:off x="2280009" y="1423305"/>
                <a:ext cx="151961" cy="151961"/>
              </a:xfrm>
              <a:custGeom>
                <a:rect b="b" l="l" r="r" t="t"/>
                <a:pathLst>
                  <a:path extrusionOk="0" h="9633" w="9633">
                    <a:moveTo>
                      <a:pt x="4829" y="0"/>
                    </a:moveTo>
                    <a:lnTo>
                      <a:pt x="0" y="4829"/>
                    </a:lnTo>
                    <a:lnTo>
                      <a:pt x="4829" y="9633"/>
                    </a:lnTo>
                    <a:lnTo>
                      <a:pt x="9633" y="4829"/>
                    </a:lnTo>
                    <a:lnTo>
                      <a:pt x="4829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33"/>
              <p:cNvSpPr/>
              <p:nvPr/>
            </p:nvSpPr>
            <p:spPr>
              <a:xfrm>
                <a:off x="2141946" y="1285227"/>
                <a:ext cx="190846" cy="190862"/>
              </a:xfrm>
              <a:custGeom>
                <a:rect b="b" l="l" r="r" t="t"/>
                <a:pathLst>
                  <a:path extrusionOk="0" h="12099" w="12098">
                    <a:moveTo>
                      <a:pt x="0" y="1"/>
                    </a:moveTo>
                    <a:lnTo>
                      <a:pt x="0" y="12098"/>
                    </a:lnTo>
                    <a:lnTo>
                      <a:pt x="12097" y="1"/>
                    </a:lnTo>
                    <a:close/>
                  </a:path>
                </a:pathLst>
              </a:custGeom>
              <a:solidFill>
                <a:srgbClr val="0033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46" name="Google Shape;3546;p33"/>
            <p:cNvSpPr/>
            <p:nvPr/>
          </p:nvSpPr>
          <p:spPr>
            <a:xfrm>
              <a:off x="1713860" y="109400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3"/>
            <p:cNvSpPr/>
            <p:nvPr/>
          </p:nvSpPr>
          <p:spPr>
            <a:xfrm>
              <a:off x="1851923" y="99482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04" y="0"/>
                  </a:moveTo>
                  <a:lnTo>
                    <a:pt x="0" y="4804"/>
                  </a:lnTo>
                  <a:lnTo>
                    <a:pt x="4804" y="9633"/>
                  </a:lnTo>
                  <a:lnTo>
                    <a:pt x="9633" y="4804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3"/>
            <p:cNvSpPr/>
            <p:nvPr/>
          </p:nvSpPr>
          <p:spPr>
            <a:xfrm>
              <a:off x="1713860" y="856352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0033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3"/>
            <p:cNvSpPr/>
            <p:nvPr/>
          </p:nvSpPr>
          <p:spPr>
            <a:xfrm>
              <a:off x="1713860" y="1522877"/>
              <a:ext cx="190452" cy="190846"/>
            </a:xfrm>
            <a:custGeom>
              <a:rect b="b" l="l" r="r" t="t"/>
              <a:pathLst>
                <a:path extrusionOk="0" h="12098" w="12073">
                  <a:moveTo>
                    <a:pt x="0" y="1"/>
                  </a:moveTo>
                  <a:lnTo>
                    <a:pt x="0" y="12098"/>
                  </a:lnTo>
                  <a:lnTo>
                    <a:pt x="12072" y="120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3"/>
            <p:cNvSpPr/>
            <p:nvPr/>
          </p:nvSpPr>
          <p:spPr>
            <a:xfrm>
              <a:off x="1865016" y="1423305"/>
              <a:ext cx="151961" cy="151961"/>
            </a:xfrm>
            <a:custGeom>
              <a:rect b="b" l="l" r="r" t="t"/>
              <a:pathLst>
                <a:path extrusionOk="0" h="9633" w="9633">
                  <a:moveTo>
                    <a:pt x="4829" y="0"/>
                  </a:moveTo>
                  <a:lnTo>
                    <a:pt x="0" y="4829"/>
                  </a:lnTo>
                  <a:lnTo>
                    <a:pt x="4829" y="9633"/>
                  </a:lnTo>
                  <a:lnTo>
                    <a:pt x="9633" y="482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3"/>
            <p:cNvSpPr/>
            <p:nvPr/>
          </p:nvSpPr>
          <p:spPr>
            <a:xfrm>
              <a:off x="1713860" y="1285227"/>
              <a:ext cx="190452" cy="190862"/>
            </a:xfrm>
            <a:custGeom>
              <a:rect b="b" l="l" r="r" t="t"/>
              <a:pathLst>
                <a:path extrusionOk="0" h="12099" w="12073">
                  <a:moveTo>
                    <a:pt x="0" y="1"/>
                  </a:moveTo>
                  <a:lnTo>
                    <a:pt x="0" y="12098"/>
                  </a:lnTo>
                  <a:lnTo>
                    <a:pt x="12072" y="1"/>
                  </a:lnTo>
                  <a:close/>
                </a:path>
              </a:pathLst>
            </a:custGeom>
            <a:solidFill>
              <a:srgbClr val="FE9A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2" name="Google Shape;3552;p33"/>
          <p:cNvSpPr/>
          <p:nvPr/>
        </p:nvSpPr>
        <p:spPr>
          <a:xfrm>
            <a:off x="0" y="0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4_1"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34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55" name="Google Shape;3555;p34"/>
          <p:cNvGrpSpPr/>
          <p:nvPr/>
        </p:nvGrpSpPr>
        <p:grpSpPr>
          <a:xfrm flipH="1" rot="5400000">
            <a:off x="-5778" y="2201210"/>
            <a:ext cx="740721" cy="741062"/>
            <a:chOff x="4595925" y="3627700"/>
            <a:chExt cx="1358125" cy="1358750"/>
          </a:xfrm>
        </p:grpSpPr>
        <p:sp>
          <p:nvSpPr>
            <p:cNvPr id="3556" name="Google Shape;3556;p3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7" name="Google Shape;3567;p34"/>
          <p:cNvGrpSpPr/>
          <p:nvPr/>
        </p:nvGrpSpPr>
        <p:grpSpPr>
          <a:xfrm flipH="1" rot="5400000">
            <a:off x="-5597" y="1461012"/>
            <a:ext cx="740381" cy="740380"/>
            <a:chOff x="3131575" y="2179075"/>
            <a:chExt cx="1357500" cy="1357500"/>
          </a:xfrm>
        </p:grpSpPr>
        <p:sp>
          <p:nvSpPr>
            <p:cNvPr id="3568" name="Google Shape;3568;p3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3" name="Google Shape;3583;p34"/>
          <p:cNvGrpSpPr/>
          <p:nvPr/>
        </p:nvGrpSpPr>
        <p:grpSpPr>
          <a:xfrm flipH="1" rot="5400000">
            <a:off x="-5596" y="2942114"/>
            <a:ext cx="740380" cy="740381"/>
            <a:chOff x="1666575" y="729800"/>
            <a:chExt cx="1357500" cy="1357500"/>
          </a:xfrm>
        </p:grpSpPr>
        <p:sp>
          <p:nvSpPr>
            <p:cNvPr id="3584" name="Google Shape;3584;p3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4" name="Google Shape;3594;p34"/>
          <p:cNvGrpSpPr/>
          <p:nvPr/>
        </p:nvGrpSpPr>
        <p:grpSpPr>
          <a:xfrm flipH="1" rot="5400000">
            <a:off x="8409547" y="2201210"/>
            <a:ext cx="740721" cy="741062"/>
            <a:chOff x="4595925" y="3627700"/>
            <a:chExt cx="1358125" cy="1358750"/>
          </a:xfrm>
        </p:grpSpPr>
        <p:sp>
          <p:nvSpPr>
            <p:cNvPr id="3595" name="Google Shape;3595;p34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4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4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4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4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4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4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4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4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4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4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6" name="Google Shape;3606;p34"/>
          <p:cNvGrpSpPr/>
          <p:nvPr/>
        </p:nvGrpSpPr>
        <p:grpSpPr>
          <a:xfrm flipH="1" rot="5400000">
            <a:off x="8409728" y="1461012"/>
            <a:ext cx="740381" cy="740380"/>
            <a:chOff x="3131575" y="2179075"/>
            <a:chExt cx="1357500" cy="1357500"/>
          </a:xfrm>
        </p:grpSpPr>
        <p:sp>
          <p:nvSpPr>
            <p:cNvPr id="3607" name="Google Shape;3607;p34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4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4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4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4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4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4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4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4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4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4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4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4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4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4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2" name="Google Shape;3622;p34"/>
          <p:cNvGrpSpPr/>
          <p:nvPr/>
        </p:nvGrpSpPr>
        <p:grpSpPr>
          <a:xfrm flipH="1" rot="5400000">
            <a:off x="8409729" y="2942114"/>
            <a:ext cx="740380" cy="740381"/>
            <a:chOff x="1666575" y="729800"/>
            <a:chExt cx="1357500" cy="1357500"/>
          </a:xfrm>
        </p:grpSpPr>
        <p:sp>
          <p:nvSpPr>
            <p:cNvPr id="3623" name="Google Shape;3623;p34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4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4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4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4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4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4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4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4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4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1"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p3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grpSp>
        <p:nvGrpSpPr>
          <p:cNvPr id="3635" name="Google Shape;3635;p35"/>
          <p:cNvGrpSpPr/>
          <p:nvPr/>
        </p:nvGrpSpPr>
        <p:grpSpPr>
          <a:xfrm flipH="1" rot="5400000">
            <a:off x="141847" y="3662210"/>
            <a:ext cx="740721" cy="741062"/>
            <a:chOff x="4595925" y="3627700"/>
            <a:chExt cx="1358125" cy="1358750"/>
          </a:xfrm>
        </p:grpSpPr>
        <p:sp>
          <p:nvSpPr>
            <p:cNvPr id="3636" name="Google Shape;3636;p3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7" name="Google Shape;3647;p35"/>
          <p:cNvGrpSpPr/>
          <p:nvPr/>
        </p:nvGrpSpPr>
        <p:grpSpPr>
          <a:xfrm flipH="1" rot="5400000">
            <a:off x="3" y="4403112"/>
            <a:ext cx="740380" cy="740380"/>
            <a:chOff x="3131575" y="2179075"/>
            <a:chExt cx="1357500" cy="1357500"/>
          </a:xfrm>
        </p:grpSpPr>
        <p:sp>
          <p:nvSpPr>
            <p:cNvPr id="3648" name="Google Shape;3648;p3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3" name="Google Shape;3663;p35"/>
          <p:cNvGrpSpPr/>
          <p:nvPr/>
        </p:nvGrpSpPr>
        <p:grpSpPr>
          <a:xfrm flipH="1" rot="5400000">
            <a:off x="740379" y="4403101"/>
            <a:ext cx="740381" cy="740381"/>
            <a:chOff x="1666575" y="729800"/>
            <a:chExt cx="1357500" cy="1357500"/>
          </a:xfrm>
        </p:grpSpPr>
        <p:sp>
          <p:nvSpPr>
            <p:cNvPr id="3664" name="Google Shape;3664;p35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5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5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5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5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5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5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5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5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5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4" name="Google Shape;3674;p35"/>
          <p:cNvGrpSpPr/>
          <p:nvPr/>
        </p:nvGrpSpPr>
        <p:grpSpPr>
          <a:xfrm flipH="1" rot="5400000">
            <a:off x="8409547" y="2201210"/>
            <a:ext cx="740721" cy="741062"/>
            <a:chOff x="4595925" y="3627700"/>
            <a:chExt cx="1358125" cy="1358750"/>
          </a:xfrm>
        </p:grpSpPr>
        <p:sp>
          <p:nvSpPr>
            <p:cNvPr id="3675" name="Google Shape;3675;p35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5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5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5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5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5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5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5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5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5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5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6" name="Google Shape;3686;p35"/>
          <p:cNvGrpSpPr/>
          <p:nvPr/>
        </p:nvGrpSpPr>
        <p:grpSpPr>
          <a:xfrm flipH="1" rot="5400000">
            <a:off x="8409728" y="1461012"/>
            <a:ext cx="740381" cy="740380"/>
            <a:chOff x="3131575" y="2179075"/>
            <a:chExt cx="1357500" cy="1357500"/>
          </a:xfrm>
        </p:grpSpPr>
        <p:sp>
          <p:nvSpPr>
            <p:cNvPr id="3687" name="Google Shape;3687;p35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5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5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5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5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5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5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5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5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5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5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5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5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5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5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2" name="Google Shape;3702;p35"/>
          <p:cNvGrpSpPr/>
          <p:nvPr/>
        </p:nvGrpSpPr>
        <p:grpSpPr>
          <a:xfrm flipH="1" rot="5400000">
            <a:off x="8409729" y="2942114"/>
            <a:ext cx="740380" cy="740381"/>
            <a:chOff x="1666575" y="729800"/>
            <a:chExt cx="1357500" cy="1357500"/>
          </a:xfrm>
        </p:grpSpPr>
        <p:sp>
          <p:nvSpPr>
            <p:cNvPr id="3703" name="Google Shape;3703;p35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5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5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5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5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5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5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5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5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5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 ">
  <p:cSld name="CUSTOM_11_1_1">
    <p:spTree>
      <p:nvGrpSpPr>
        <p:cNvPr id="3713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Google Shape;3714;p36"/>
          <p:cNvSpPr txBox="1"/>
          <p:nvPr>
            <p:ph type="ctrTitle"/>
          </p:nvPr>
        </p:nvSpPr>
        <p:spPr>
          <a:xfrm>
            <a:off x="4572000" y="456150"/>
            <a:ext cx="3837300" cy="15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715" name="Google Shape;3715;p36"/>
          <p:cNvSpPr txBox="1"/>
          <p:nvPr>
            <p:ph idx="1" type="subTitle"/>
          </p:nvPr>
        </p:nvSpPr>
        <p:spPr>
          <a:xfrm>
            <a:off x="5194500" y="4147500"/>
            <a:ext cx="2592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16" name="Google Shape;3716;p36"/>
          <p:cNvSpPr txBox="1"/>
          <p:nvPr>
            <p:ph idx="2" type="subTitle"/>
          </p:nvPr>
        </p:nvSpPr>
        <p:spPr>
          <a:xfrm>
            <a:off x="4578600" y="1870650"/>
            <a:ext cx="3824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17" name="Google Shape;3717;p36"/>
          <p:cNvSpPr txBox="1"/>
          <p:nvPr/>
        </p:nvSpPr>
        <p:spPr>
          <a:xfrm>
            <a:off x="4571975" y="3421800"/>
            <a:ext cx="382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8" name="Google Shape;3718;p36"/>
          <p:cNvSpPr/>
          <p:nvPr/>
        </p:nvSpPr>
        <p:spPr>
          <a:xfrm flipH="1">
            <a:off x="8409300" y="-313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9" name="Google Shape;3719;p36"/>
          <p:cNvGrpSpPr/>
          <p:nvPr/>
        </p:nvGrpSpPr>
        <p:grpSpPr>
          <a:xfrm>
            <a:off x="-3" y="-14111"/>
            <a:ext cx="3690043" cy="5172971"/>
            <a:chOff x="-3" y="-14111"/>
            <a:chExt cx="3690043" cy="5172971"/>
          </a:xfrm>
        </p:grpSpPr>
        <p:grpSp>
          <p:nvGrpSpPr>
            <p:cNvPr id="3720" name="Google Shape;3720;p36"/>
            <p:cNvGrpSpPr/>
            <p:nvPr/>
          </p:nvGrpSpPr>
          <p:grpSpPr>
            <a:xfrm rot="5400000">
              <a:off x="9057" y="2509986"/>
              <a:ext cx="717125" cy="123508"/>
              <a:chOff x="1835722" y="987600"/>
              <a:chExt cx="879584" cy="151488"/>
            </a:xfrm>
          </p:grpSpPr>
          <p:sp>
            <p:nvSpPr>
              <p:cNvPr id="3721" name="Google Shape;3721;p36"/>
              <p:cNvSpPr/>
              <p:nvPr/>
            </p:nvSpPr>
            <p:spPr>
              <a:xfrm>
                <a:off x="1835722" y="987600"/>
                <a:ext cx="151456" cy="151488"/>
              </a:xfrm>
              <a:custGeom>
                <a:rect b="b" l="l" r="r" t="t"/>
                <a:pathLst>
                  <a:path extrusionOk="0" h="4734" w="4733">
                    <a:moveTo>
                      <a:pt x="2367" y="1"/>
                    </a:moveTo>
                    <a:lnTo>
                      <a:pt x="2125" y="10"/>
                    </a:lnTo>
                    <a:lnTo>
                      <a:pt x="1661" y="108"/>
                    </a:lnTo>
                    <a:lnTo>
                      <a:pt x="1232" y="287"/>
                    </a:lnTo>
                    <a:lnTo>
                      <a:pt x="857" y="537"/>
                    </a:lnTo>
                    <a:lnTo>
                      <a:pt x="536" y="858"/>
                    </a:lnTo>
                    <a:lnTo>
                      <a:pt x="286" y="1242"/>
                    </a:lnTo>
                    <a:lnTo>
                      <a:pt x="107" y="1662"/>
                    </a:lnTo>
                    <a:lnTo>
                      <a:pt x="9" y="2126"/>
                    </a:lnTo>
                    <a:lnTo>
                      <a:pt x="0" y="2367"/>
                    </a:lnTo>
                    <a:lnTo>
                      <a:pt x="9" y="2609"/>
                    </a:lnTo>
                    <a:lnTo>
                      <a:pt x="107" y="3073"/>
                    </a:lnTo>
                    <a:lnTo>
                      <a:pt x="286" y="3502"/>
                    </a:lnTo>
                    <a:lnTo>
                      <a:pt x="536" y="3877"/>
                    </a:lnTo>
                    <a:lnTo>
                      <a:pt x="857" y="4198"/>
                    </a:lnTo>
                    <a:lnTo>
                      <a:pt x="1232" y="4448"/>
                    </a:lnTo>
                    <a:lnTo>
                      <a:pt x="1661" y="4627"/>
                    </a:lnTo>
                    <a:lnTo>
                      <a:pt x="2125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2" y="4627"/>
                    </a:lnTo>
                    <a:lnTo>
                      <a:pt x="3492" y="4448"/>
                    </a:lnTo>
                    <a:lnTo>
                      <a:pt x="3876" y="4198"/>
                    </a:lnTo>
                    <a:lnTo>
                      <a:pt x="4197" y="3877"/>
                    </a:lnTo>
                    <a:lnTo>
                      <a:pt x="4447" y="3502"/>
                    </a:lnTo>
                    <a:lnTo>
                      <a:pt x="4626" y="3073"/>
                    </a:lnTo>
                    <a:lnTo>
                      <a:pt x="4724" y="2609"/>
                    </a:lnTo>
                    <a:lnTo>
                      <a:pt x="4733" y="2367"/>
                    </a:lnTo>
                    <a:lnTo>
                      <a:pt x="4724" y="2126"/>
                    </a:lnTo>
                    <a:lnTo>
                      <a:pt x="4626" y="1662"/>
                    </a:lnTo>
                    <a:lnTo>
                      <a:pt x="4447" y="1242"/>
                    </a:lnTo>
                    <a:lnTo>
                      <a:pt x="4197" y="858"/>
                    </a:lnTo>
                    <a:lnTo>
                      <a:pt x="3876" y="537"/>
                    </a:lnTo>
                    <a:lnTo>
                      <a:pt x="3492" y="287"/>
                    </a:lnTo>
                    <a:lnTo>
                      <a:pt x="3072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36"/>
              <p:cNvSpPr/>
              <p:nvPr/>
            </p:nvSpPr>
            <p:spPr>
              <a:xfrm>
                <a:off x="2199754" y="987600"/>
                <a:ext cx="151488" cy="151488"/>
              </a:xfrm>
              <a:custGeom>
                <a:rect b="b" l="l" r="r" t="t"/>
                <a:pathLst>
                  <a:path extrusionOk="0" h="4734" w="4734">
                    <a:moveTo>
                      <a:pt x="2367" y="1"/>
                    </a:moveTo>
                    <a:lnTo>
                      <a:pt x="2126" y="10"/>
                    </a:lnTo>
                    <a:lnTo>
                      <a:pt x="1662" y="108"/>
                    </a:lnTo>
                    <a:lnTo>
                      <a:pt x="1242" y="287"/>
                    </a:lnTo>
                    <a:lnTo>
                      <a:pt x="867" y="537"/>
                    </a:lnTo>
                    <a:lnTo>
                      <a:pt x="546" y="858"/>
                    </a:lnTo>
                    <a:lnTo>
                      <a:pt x="287" y="1242"/>
                    </a:lnTo>
                    <a:lnTo>
                      <a:pt x="108" y="1662"/>
                    </a:lnTo>
                    <a:lnTo>
                      <a:pt x="10" y="2126"/>
                    </a:lnTo>
                    <a:lnTo>
                      <a:pt x="1" y="2367"/>
                    </a:lnTo>
                    <a:lnTo>
                      <a:pt x="10" y="2609"/>
                    </a:lnTo>
                    <a:lnTo>
                      <a:pt x="108" y="3073"/>
                    </a:lnTo>
                    <a:lnTo>
                      <a:pt x="287" y="3502"/>
                    </a:lnTo>
                    <a:lnTo>
                      <a:pt x="546" y="3877"/>
                    </a:lnTo>
                    <a:lnTo>
                      <a:pt x="867" y="4198"/>
                    </a:lnTo>
                    <a:lnTo>
                      <a:pt x="1242" y="4448"/>
                    </a:lnTo>
                    <a:lnTo>
                      <a:pt x="1662" y="4627"/>
                    </a:lnTo>
                    <a:lnTo>
                      <a:pt x="2126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3" y="4627"/>
                    </a:lnTo>
                    <a:lnTo>
                      <a:pt x="3501" y="4448"/>
                    </a:lnTo>
                    <a:lnTo>
                      <a:pt x="3876" y="4198"/>
                    </a:lnTo>
                    <a:lnTo>
                      <a:pt x="4198" y="3877"/>
                    </a:lnTo>
                    <a:lnTo>
                      <a:pt x="4457" y="3502"/>
                    </a:lnTo>
                    <a:lnTo>
                      <a:pt x="4636" y="3073"/>
                    </a:lnTo>
                    <a:lnTo>
                      <a:pt x="4725" y="2609"/>
                    </a:lnTo>
                    <a:lnTo>
                      <a:pt x="4734" y="2367"/>
                    </a:lnTo>
                    <a:lnTo>
                      <a:pt x="4725" y="2126"/>
                    </a:lnTo>
                    <a:lnTo>
                      <a:pt x="4636" y="1662"/>
                    </a:lnTo>
                    <a:lnTo>
                      <a:pt x="4457" y="1242"/>
                    </a:lnTo>
                    <a:lnTo>
                      <a:pt x="4198" y="858"/>
                    </a:lnTo>
                    <a:lnTo>
                      <a:pt x="3876" y="537"/>
                    </a:lnTo>
                    <a:lnTo>
                      <a:pt x="3501" y="287"/>
                    </a:lnTo>
                    <a:lnTo>
                      <a:pt x="3073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36"/>
              <p:cNvSpPr/>
              <p:nvPr/>
            </p:nvSpPr>
            <p:spPr>
              <a:xfrm>
                <a:off x="2564106" y="987600"/>
                <a:ext cx="151200" cy="151488"/>
              </a:xfrm>
              <a:custGeom>
                <a:rect b="b" l="l" r="r" t="t"/>
                <a:pathLst>
                  <a:path extrusionOk="0" h="4734" w="4725">
                    <a:moveTo>
                      <a:pt x="2367" y="1"/>
                    </a:moveTo>
                    <a:lnTo>
                      <a:pt x="2117" y="10"/>
                    </a:lnTo>
                    <a:lnTo>
                      <a:pt x="1662" y="108"/>
                    </a:lnTo>
                    <a:lnTo>
                      <a:pt x="1233" y="287"/>
                    </a:lnTo>
                    <a:lnTo>
                      <a:pt x="858" y="537"/>
                    </a:lnTo>
                    <a:lnTo>
                      <a:pt x="536" y="858"/>
                    </a:lnTo>
                    <a:lnTo>
                      <a:pt x="277" y="1242"/>
                    </a:lnTo>
                    <a:lnTo>
                      <a:pt x="99" y="1662"/>
                    </a:lnTo>
                    <a:lnTo>
                      <a:pt x="10" y="2126"/>
                    </a:lnTo>
                    <a:lnTo>
                      <a:pt x="1" y="2367"/>
                    </a:lnTo>
                    <a:lnTo>
                      <a:pt x="10" y="2609"/>
                    </a:lnTo>
                    <a:lnTo>
                      <a:pt x="99" y="3073"/>
                    </a:lnTo>
                    <a:lnTo>
                      <a:pt x="277" y="3502"/>
                    </a:lnTo>
                    <a:lnTo>
                      <a:pt x="536" y="3877"/>
                    </a:lnTo>
                    <a:lnTo>
                      <a:pt x="858" y="4198"/>
                    </a:lnTo>
                    <a:lnTo>
                      <a:pt x="1233" y="4448"/>
                    </a:lnTo>
                    <a:lnTo>
                      <a:pt x="1662" y="4627"/>
                    </a:lnTo>
                    <a:lnTo>
                      <a:pt x="2117" y="4725"/>
                    </a:lnTo>
                    <a:lnTo>
                      <a:pt x="2367" y="4734"/>
                    </a:lnTo>
                    <a:lnTo>
                      <a:pt x="2608" y="4725"/>
                    </a:lnTo>
                    <a:lnTo>
                      <a:pt x="3073" y="4627"/>
                    </a:lnTo>
                    <a:lnTo>
                      <a:pt x="3492" y="4448"/>
                    </a:lnTo>
                    <a:lnTo>
                      <a:pt x="3867" y="4198"/>
                    </a:lnTo>
                    <a:lnTo>
                      <a:pt x="4189" y="3877"/>
                    </a:lnTo>
                    <a:lnTo>
                      <a:pt x="4448" y="3502"/>
                    </a:lnTo>
                    <a:lnTo>
                      <a:pt x="4626" y="3073"/>
                    </a:lnTo>
                    <a:lnTo>
                      <a:pt x="4725" y="2609"/>
                    </a:lnTo>
                    <a:lnTo>
                      <a:pt x="4725" y="2367"/>
                    </a:lnTo>
                    <a:lnTo>
                      <a:pt x="4725" y="2126"/>
                    </a:lnTo>
                    <a:lnTo>
                      <a:pt x="4626" y="1662"/>
                    </a:lnTo>
                    <a:lnTo>
                      <a:pt x="4448" y="1242"/>
                    </a:lnTo>
                    <a:lnTo>
                      <a:pt x="4189" y="858"/>
                    </a:lnTo>
                    <a:lnTo>
                      <a:pt x="3867" y="537"/>
                    </a:lnTo>
                    <a:lnTo>
                      <a:pt x="3492" y="287"/>
                    </a:lnTo>
                    <a:lnTo>
                      <a:pt x="3073" y="108"/>
                    </a:lnTo>
                    <a:lnTo>
                      <a:pt x="2608" y="10"/>
                    </a:lnTo>
                    <a:lnTo>
                      <a:pt x="2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4" name="Google Shape;3724;p36"/>
            <p:cNvGrpSpPr/>
            <p:nvPr/>
          </p:nvGrpSpPr>
          <p:grpSpPr>
            <a:xfrm>
              <a:off x="2946025" y="731381"/>
              <a:ext cx="741710" cy="741736"/>
              <a:chOff x="2366299" y="4672193"/>
              <a:chExt cx="720386" cy="720412"/>
            </a:xfrm>
          </p:grpSpPr>
          <p:sp>
            <p:nvSpPr>
              <p:cNvPr id="3725" name="Google Shape;3725;p36"/>
              <p:cNvSpPr/>
              <p:nvPr/>
            </p:nvSpPr>
            <p:spPr>
              <a:xfrm>
                <a:off x="2366299" y="4672193"/>
                <a:ext cx="720386" cy="720412"/>
              </a:xfrm>
              <a:custGeom>
                <a:rect b="b" l="l" r="r" t="t"/>
                <a:pathLst>
                  <a:path extrusionOk="0" h="27791" w="27790">
                    <a:moveTo>
                      <a:pt x="0" y="1"/>
                    </a:moveTo>
                    <a:lnTo>
                      <a:pt x="0" y="27790"/>
                    </a:lnTo>
                    <a:lnTo>
                      <a:pt x="27790" y="27790"/>
                    </a:lnTo>
                    <a:lnTo>
                      <a:pt x="27790" y="1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36"/>
              <p:cNvSpPr/>
              <p:nvPr/>
            </p:nvSpPr>
            <p:spPr>
              <a:xfrm>
                <a:off x="2745363" y="4672193"/>
                <a:ext cx="341322" cy="341322"/>
              </a:xfrm>
              <a:custGeom>
                <a:rect b="b" l="l" r="r" t="t"/>
                <a:pathLst>
                  <a:path extrusionOk="0" h="13167" w="13167">
                    <a:moveTo>
                      <a:pt x="1" y="1"/>
                    </a:moveTo>
                    <a:lnTo>
                      <a:pt x="1394" y="145"/>
                    </a:lnTo>
                    <a:lnTo>
                      <a:pt x="2756" y="433"/>
                    </a:lnTo>
                    <a:lnTo>
                      <a:pt x="4053" y="834"/>
                    </a:lnTo>
                    <a:lnTo>
                      <a:pt x="5303" y="1362"/>
                    </a:lnTo>
                    <a:lnTo>
                      <a:pt x="6488" y="2003"/>
                    </a:lnTo>
                    <a:lnTo>
                      <a:pt x="7593" y="2756"/>
                    </a:lnTo>
                    <a:lnTo>
                      <a:pt x="8618" y="3605"/>
                    </a:lnTo>
                    <a:lnTo>
                      <a:pt x="9099" y="4069"/>
                    </a:lnTo>
                    <a:lnTo>
                      <a:pt x="9563" y="4550"/>
                    </a:lnTo>
                    <a:lnTo>
                      <a:pt x="10412" y="5575"/>
                    </a:lnTo>
                    <a:lnTo>
                      <a:pt x="11165" y="6680"/>
                    </a:lnTo>
                    <a:lnTo>
                      <a:pt x="11805" y="7865"/>
                    </a:lnTo>
                    <a:lnTo>
                      <a:pt x="12334" y="9114"/>
                    </a:lnTo>
                    <a:lnTo>
                      <a:pt x="12734" y="10412"/>
                    </a:lnTo>
                    <a:lnTo>
                      <a:pt x="13023" y="11773"/>
                    </a:lnTo>
                    <a:lnTo>
                      <a:pt x="13167" y="13167"/>
                    </a:lnTo>
                    <a:lnTo>
                      <a:pt x="13167" y="1"/>
                    </a:lnTo>
                    <a:close/>
                  </a:path>
                </a:pathLst>
              </a:custGeom>
              <a:solidFill>
                <a:srgbClr val="C61A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36"/>
              <p:cNvSpPr/>
              <p:nvPr/>
            </p:nvSpPr>
            <p:spPr>
              <a:xfrm>
                <a:off x="2366299" y="4672193"/>
                <a:ext cx="720386" cy="360012"/>
              </a:xfrm>
              <a:custGeom>
                <a:rect b="b" l="l" r="r" t="t"/>
                <a:pathLst>
                  <a:path extrusionOk="0" h="13888" w="27790">
                    <a:moveTo>
                      <a:pt x="0" y="1"/>
                    </a:moveTo>
                    <a:lnTo>
                      <a:pt x="17" y="705"/>
                    </a:lnTo>
                    <a:lnTo>
                      <a:pt x="161" y="2115"/>
                    </a:lnTo>
                    <a:lnTo>
                      <a:pt x="433" y="3476"/>
                    </a:lnTo>
                    <a:lnTo>
                      <a:pt x="833" y="4774"/>
                    </a:lnTo>
                    <a:lnTo>
                      <a:pt x="1362" y="6023"/>
                    </a:lnTo>
                    <a:lnTo>
                      <a:pt x="2003" y="7208"/>
                    </a:lnTo>
                    <a:lnTo>
                      <a:pt x="2755" y="8314"/>
                    </a:lnTo>
                    <a:lnTo>
                      <a:pt x="3604" y="9339"/>
                    </a:lnTo>
                    <a:lnTo>
                      <a:pt x="4549" y="10284"/>
                    </a:lnTo>
                    <a:lnTo>
                      <a:pt x="5574" y="11133"/>
                    </a:lnTo>
                    <a:lnTo>
                      <a:pt x="6696" y="11885"/>
                    </a:lnTo>
                    <a:lnTo>
                      <a:pt x="7865" y="12526"/>
                    </a:lnTo>
                    <a:lnTo>
                      <a:pt x="9114" y="13055"/>
                    </a:lnTo>
                    <a:lnTo>
                      <a:pt x="10428" y="13455"/>
                    </a:lnTo>
                    <a:lnTo>
                      <a:pt x="11773" y="13743"/>
                    </a:lnTo>
                    <a:lnTo>
                      <a:pt x="13182" y="13871"/>
                    </a:lnTo>
                    <a:lnTo>
                      <a:pt x="13903" y="13887"/>
                    </a:lnTo>
                    <a:lnTo>
                      <a:pt x="27790" y="13887"/>
                    </a:lnTo>
                    <a:lnTo>
                      <a:pt x="27790" y="13167"/>
                    </a:lnTo>
                    <a:lnTo>
                      <a:pt x="27646" y="11773"/>
                    </a:lnTo>
                    <a:lnTo>
                      <a:pt x="27357" y="10412"/>
                    </a:lnTo>
                    <a:lnTo>
                      <a:pt x="26957" y="9114"/>
                    </a:lnTo>
                    <a:lnTo>
                      <a:pt x="26428" y="7865"/>
                    </a:lnTo>
                    <a:lnTo>
                      <a:pt x="25788" y="6680"/>
                    </a:lnTo>
                    <a:lnTo>
                      <a:pt x="25035" y="5575"/>
                    </a:lnTo>
                    <a:lnTo>
                      <a:pt x="24186" y="4550"/>
                    </a:lnTo>
                    <a:lnTo>
                      <a:pt x="23241" y="3605"/>
                    </a:lnTo>
                    <a:lnTo>
                      <a:pt x="22216" y="2756"/>
                    </a:lnTo>
                    <a:lnTo>
                      <a:pt x="21111" y="2003"/>
                    </a:lnTo>
                    <a:lnTo>
                      <a:pt x="19926" y="1362"/>
                    </a:lnTo>
                    <a:lnTo>
                      <a:pt x="18676" y="834"/>
                    </a:lnTo>
                    <a:lnTo>
                      <a:pt x="17379" y="433"/>
                    </a:lnTo>
                    <a:lnTo>
                      <a:pt x="16017" y="145"/>
                    </a:lnTo>
                    <a:lnTo>
                      <a:pt x="14608" y="1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28" name="Google Shape;3728;p36"/>
            <p:cNvSpPr/>
            <p:nvPr/>
          </p:nvSpPr>
          <p:spPr>
            <a:xfrm>
              <a:off x="1474128" y="2210337"/>
              <a:ext cx="737112" cy="737093"/>
            </a:xfrm>
            <a:custGeom>
              <a:rect b="b" l="l" r="r" t="t"/>
              <a:pathLst>
                <a:path extrusionOk="0" h="40185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 rot="-5400000">
              <a:off x="2948331" y="442168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 rot="-5400000">
              <a:off x="2948331" y="4737322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737109" y="3684508"/>
              <a:ext cx="736947" cy="737112"/>
            </a:xfrm>
            <a:custGeom>
              <a:rect b="b" l="l" r="r" t="t"/>
              <a:pathLst>
                <a:path extrusionOk="0" h="40186" w="40177">
                  <a:moveTo>
                    <a:pt x="40176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948331" y="3684508"/>
              <a:ext cx="737093" cy="737112"/>
            </a:xfrm>
            <a:custGeom>
              <a:rect b="b" l="l" r="r" t="t"/>
              <a:pathLst>
                <a:path extrusionOk="0" h="40186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948331" y="3684508"/>
              <a:ext cx="737093" cy="736947"/>
            </a:xfrm>
            <a:custGeom>
              <a:rect b="b" l="l" r="r" t="t"/>
              <a:pathLst>
                <a:path extrusionOk="0" h="40177" w="40185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20093" y="20093"/>
                  </a:lnTo>
                  <a:lnTo>
                    <a:pt x="11377" y="11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948325" y="2947500"/>
              <a:ext cx="741715" cy="736947"/>
            </a:xfrm>
            <a:custGeom>
              <a:rect b="b" l="l" r="r" t="t"/>
              <a:pathLst>
                <a:path extrusionOk="0" h="40177" w="40185">
                  <a:moveTo>
                    <a:pt x="0" y="1"/>
                  </a:moveTo>
                  <a:lnTo>
                    <a:pt x="0" y="40176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0" y="1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40176" y="1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1474128" y="2210337"/>
              <a:ext cx="737112" cy="737093"/>
            </a:xfrm>
            <a:custGeom>
              <a:rect b="b" l="l" r="r" t="t"/>
              <a:pathLst>
                <a:path extrusionOk="0" h="40185" w="40186">
                  <a:moveTo>
                    <a:pt x="0" y="0"/>
                  </a:moveTo>
                  <a:lnTo>
                    <a:pt x="9" y="1036"/>
                  </a:lnTo>
                  <a:lnTo>
                    <a:pt x="116" y="3090"/>
                  </a:lnTo>
                  <a:lnTo>
                    <a:pt x="322" y="5117"/>
                  </a:lnTo>
                  <a:lnTo>
                    <a:pt x="625" y="7117"/>
                  </a:lnTo>
                  <a:lnTo>
                    <a:pt x="1027" y="9073"/>
                  </a:lnTo>
                  <a:lnTo>
                    <a:pt x="1527" y="11002"/>
                  </a:lnTo>
                  <a:lnTo>
                    <a:pt x="2108" y="12886"/>
                  </a:lnTo>
                  <a:lnTo>
                    <a:pt x="2786" y="14734"/>
                  </a:lnTo>
                  <a:lnTo>
                    <a:pt x="3554" y="16538"/>
                  </a:lnTo>
                  <a:lnTo>
                    <a:pt x="4394" y="18297"/>
                  </a:lnTo>
                  <a:lnTo>
                    <a:pt x="5323" y="20003"/>
                  </a:lnTo>
                  <a:lnTo>
                    <a:pt x="6332" y="21655"/>
                  </a:lnTo>
                  <a:lnTo>
                    <a:pt x="7412" y="23262"/>
                  </a:lnTo>
                  <a:lnTo>
                    <a:pt x="8573" y="24807"/>
                  </a:lnTo>
                  <a:lnTo>
                    <a:pt x="9796" y="26299"/>
                  </a:lnTo>
                  <a:lnTo>
                    <a:pt x="11100" y="27727"/>
                  </a:lnTo>
                  <a:lnTo>
                    <a:pt x="12458" y="29085"/>
                  </a:lnTo>
                  <a:lnTo>
                    <a:pt x="13886" y="30389"/>
                  </a:lnTo>
                  <a:lnTo>
                    <a:pt x="15378" y="31612"/>
                  </a:lnTo>
                  <a:lnTo>
                    <a:pt x="16923" y="32773"/>
                  </a:lnTo>
                  <a:lnTo>
                    <a:pt x="18530" y="33853"/>
                  </a:lnTo>
                  <a:lnTo>
                    <a:pt x="20182" y="34862"/>
                  </a:lnTo>
                  <a:lnTo>
                    <a:pt x="21888" y="35791"/>
                  </a:lnTo>
                  <a:lnTo>
                    <a:pt x="23647" y="36631"/>
                  </a:lnTo>
                  <a:lnTo>
                    <a:pt x="25451" y="37399"/>
                  </a:lnTo>
                  <a:lnTo>
                    <a:pt x="27299" y="38077"/>
                  </a:lnTo>
                  <a:lnTo>
                    <a:pt x="29183" y="38658"/>
                  </a:lnTo>
                  <a:lnTo>
                    <a:pt x="31112" y="39158"/>
                  </a:lnTo>
                  <a:lnTo>
                    <a:pt x="33068" y="39560"/>
                  </a:lnTo>
                  <a:lnTo>
                    <a:pt x="35068" y="39863"/>
                  </a:lnTo>
                  <a:lnTo>
                    <a:pt x="37095" y="40069"/>
                  </a:lnTo>
                  <a:lnTo>
                    <a:pt x="39149" y="40176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948331" y="1473187"/>
              <a:ext cx="737093" cy="737093"/>
            </a:xfrm>
            <a:custGeom>
              <a:rect b="b" l="l" r="r" t="t"/>
              <a:pathLst>
                <a:path extrusionOk="0" h="40185" w="40185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76" y="39140"/>
                  </a:lnTo>
                  <a:lnTo>
                    <a:pt x="40069" y="37086"/>
                  </a:lnTo>
                  <a:lnTo>
                    <a:pt x="39863" y="35059"/>
                  </a:lnTo>
                  <a:lnTo>
                    <a:pt x="39560" y="33068"/>
                  </a:lnTo>
                  <a:lnTo>
                    <a:pt x="39158" y="31103"/>
                  </a:lnTo>
                  <a:lnTo>
                    <a:pt x="38667" y="29183"/>
                  </a:lnTo>
                  <a:lnTo>
                    <a:pt x="38077" y="27290"/>
                  </a:lnTo>
                  <a:lnTo>
                    <a:pt x="37399" y="25441"/>
                  </a:lnTo>
                  <a:lnTo>
                    <a:pt x="36640" y="23646"/>
                  </a:lnTo>
                  <a:lnTo>
                    <a:pt x="35791" y="21887"/>
                  </a:lnTo>
                  <a:lnTo>
                    <a:pt x="34863" y="20182"/>
                  </a:lnTo>
                  <a:lnTo>
                    <a:pt x="33854" y="18521"/>
                  </a:lnTo>
                  <a:lnTo>
                    <a:pt x="32773" y="16922"/>
                  </a:lnTo>
                  <a:lnTo>
                    <a:pt x="31621" y="15368"/>
                  </a:lnTo>
                  <a:lnTo>
                    <a:pt x="30389" y="13886"/>
                  </a:lnTo>
                  <a:lnTo>
                    <a:pt x="29094" y="12457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D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737109" y="4053087"/>
              <a:ext cx="736947" cy="368574"/>
            </a:xfrm>
            <a:custGeom>
              <a:rect b="b" l="l" r="r" t="t"/>
              <a:pathLst>
                <a:path extrusionOk="0" h="20094" w="40177">
                  <a:moveTo>
                    <a:pt x="20093" y="1"/>
                  </a:moveTo>
                  <a:lnTo>
                    <a:pt x="0" y="20093"/>
                  </a:lnTo>
                  <a:lnTo>
                    <a:pt x="40176" y="20093"/>
                  </a:lnTo>
                  <a:lnTo>
                    <a:pt x="20093" y="1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3514487" y="3512656"/>
              <a:ext cx="171007" cy="342033"/>
            </a:xfrm>
            <a:custGeom>
              <a:rect b="b" l="l" r="r" t="t"/>
              <a:pathLst>
                <a:path extrusionOk="0" h="18647" w="9323">
                  <a:moveTo>
                    <a:pt x="9323" y="1"/>
                  </a:moveTo>
                  <a:lnTo>
                    <a:pt x="0" y="9324"/>
                  </a:lnTo>
                  <a:lnTo>
                    <a:pt x="9323" y="18647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1474128" y="2210337"/>
              <a:ext cx="737112" cy="521220"/>
            </a:xfrm>
            <a:custGeom>
              <a:rect b="b" l="l" r="r" t="t"/>
              <a:pathLst>
                <a:path extrusionOk="0" h="28416" w="40186">
                  <a:moveTo>
                    <a:pt x="0" y="0"/>
                  </a:moveTo>
                  <a:lnTo>
                    <a:pt x="9" y="1036"/>
                  </a:lnTo>
                  <a:lnTo>
                    <a:pt x="116" y="3090"/>
                  </a:lnTo>
                  <a:lnTo>
                    <a:pt x="322" y="5117"/>
                  </a:lnTo>
                  <a:lnTo>
                    <a:pt x="625" y="7117"/>
                  </a:lnTo>
                  <a:lnTo>
                    <a:pt x="1027" y="9073"/>
                  </a:lnTo>
                  <a:lnTo>
                    <a:pt x="1527" y="11002"/>
                  </a:lnTo>
                  <a:lnTo>
                    <a:pt x="2117" y="12886"/>
                  </a:lnTo>
                  <a:lnTo>
                    <a:pt x="2786" y="14734"/>
                  </a:lnTo>
                  <a:lnTo>
                    <a:pt x="3554" y="16538"/>
                  </a:lnTo>
                  <a:lnTo>
                    <a:pt x="4394" y="18297"/>
                  </a:lnTo>
                  <a:lnTo>
                    <a:pt x="5323" y="20003"/>
                  </a:lnTo>
                  <a:lnTo>
                    <a:pt x="6332" y="21655"/>
                  </a:lnTo>
                  <a:lnTo>
                    <a:pt x="7412" y="23262"/>
                  </a:lnTo>
                  <a:lnTo>
                    <a:pt x="8573" y="24807"/>
                  </a:lnTo>
                  <a:lnTo>
                    <a:pt x="9796" y="26299"/>
                  </a:lnTo>
                  <a:lnTo>
                    <a:pt x="11100" y="27727"/>
                  </a:lnTo>
                  <a:lnTo>
                    <a:pt x="11770" y="2841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948325" y="2947500"/>
              <a:ext cx="741715" cy="368409"/>
            </a:xfrm>
            <a:custGeom>
              <a:rect b="b" l="l" r="r" t="t"/>
              <a:pathLst>
                <a:path extrusionOk="0" h="20085" w="40185">
                  <a:moveTo>
                    <a:pt x="0" y="1"/>
                  </a:moveTo>
                  <a:lnTo>
                    <a:pt x="20093" y="20084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3473523" y="3349499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1"/>
                  </a:moveTo>
                  <a:lnTo>
                    <a:pt x="1679" y="90"/>
                  </a:lnTo>
                  <a:lnTo>
                    <a:pt x="1260" y="260"/>
                  </a:lnTo>
                  <a:lnTo>
                    <a:pt x="867" y="528"/>
                  </a:lnTo>
                  <a:lnTo>
                    <a:pt x="688" y="688"/>
                  </a:lnTo>
                  <a:lnTo>
                    <a:pt x="519" y="867"/>
                  </a:lnTo>
                  <a:lnTo>
                    <a:pt x="260" y="1260"/>
                  </a:lnTo>
                  <a:lnTo>
                    <a:pt x="90" y="1689"/>
                  </a:lnTo>
                  <a:lnTo>
                    <a:pt x="1" y="2135"/>
                  </a:lnTo>
                  <a:lnTo>
                    <a:pt x="1" y="2590"/>
                  </a:lnTo>
                  <a:lnTo>
                    <a:pt x="90" y="3037"/>
                  </a:lnTo>
                  <a:lnTo>
                    <a:pt x="260" y="3466"/>
                  </a:lnTo>
                  <a:lnTo>
                    <a:pt x="519" y="3858"/>
                  </a:lnTo>
                  <a:lnTo>
                    <a:pt x="688" y="4037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79" y="4635"/>
                  </a:lnTo>
                  <a:lnTo>
                    <a:pt x="2135" y="4716"/>
                  </a:lnTo>
                  <a:lnTo>
                    <a:pt x="2581" y="4716"/>
                  </a:lnTo>
                  <a:lnTo>
                    <a:pt x="3037" y="4635"/>
                  </a:lnTo>
                  <a:lnTo>
                    <a:pt x="3456" y="4457"/>
                  </a:lnTo>
                  <a:lnTo>
                    <a:pt x="3849" y="4198"/>
                  </a:lnTo>
                  <a:lnTo>
                    <a:pt x="4028" y="4037"/>
                  </a:lnTo>
                  <a:lnTo>
                    <a:pt x="4198" y="3858"/>
                  </a:lnTo>
                  <a:lnTo>
                    <a:pt x="4457" y="3466"/>
                  </a:lnTo>
                  <a:lnTo>
                    <a:pt x="4626" y="3037"/>
                  </a:lnTo>
                  <a:lnTo>
                    <a:pt x="4716" y="2590"/>
                  </a:lnTo>
                  <a:lnTo>
                    <a:pt x="4716" y="2135"/>
                  </a:lnTo>
                  <a:lnTo>
                    <a:pt x="4626" y="1689"/>
                  </a:lnTo>
                  <a:lnTo>
                    <a:pt x="4457" y="1260"/>
                  </a:lnTo>
                  <a:lnTo>
                    <a:pt x="4198" y="867"/>
                  </a:lnTo>
                  <a:lnTo>
                    <a:pt x="4028" y="688"/>
                  </a:lnTo>
                  <a:lnTo>
                    <a:pt x="3849" y="528"/>
                  </a:lnTo>
                  <a:lnTo>
                    <a:pt x="3456" y="260"/>
                  </a:lnTo>
                  <a:lnTo>
                    <a:pt x="3037" y="90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3325921" y="3497099"/>
              <a:ext cx="86503" cy="86668"/>
            </a:xfrm>
            <a:custGeom>
              <a:rect b="b" l="l" r="r" t="t"/>
              <a:pathLst>
                <a:path extrusionOk="0" h="4725" w="4716">
                  <a:moveTo>
                    <a:pt x="2135" y="1"/>
                  </a:moveTo>
                  <a:lnTo>
                    <a:pt x="1680" y="90"/>
                  </a:lnTo>
                  <a:lnTo>
                    <a:pt x="1260" y="269"/>
                  </a:lnTo>
                  <a:lnTo>
                    <a:pt x="867" y="527"/>
                  </a:lnTo>
                  <a:lnTo>
                    <a:pt x="688" y="688"/>
                  </a:lnTo>
                  <a:lnTo>
                    <a:pt x="519" y="867"/>
                  </a:lnTo>
                  <a:lnTo>
                    <a:pt x="260" y="1260"/>
                  </a:lnTo>
                  <a:lnTo>
                    <a:pt x="90" y="1688"/>
                  </a:lnTo>
                  <a:lnTo>
                    <a:pt x="1" y="2135"/>
                  </a:lnTo>
                  <a:lnTo>
                    <a:pt x="1" y="2590"/>
                  </a:lnTo>
                  <a:lnTo>
                    <a:pt x="90" y="3037"/>
                  </a:lnTo>
                  <a:lnTo>
                    <a:pt x="260" y="3465"/>
                  </a:lnTo>
                  <a:lnTo>
                    <a:pt x="519" y="3858"/>
                  </a:lnTo>
                  <a:lnTo>
                    <a:pt x="688" y="4037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80" y="4635"/>
                  </a:lnTo>
                  <a:lnTo>
                    <a:pt x="2135" y="4725"/>
                  </a:lnTo>
                  <a:lnTo>
                    <a:pt x="2581" y="4725"/>
                  </a:lnTo>
                  <a:lnTo>
                    <a:pt x="3028" y="4635"/>
                  </a:lnTo>
                  <a:lnTo>
                    <a:pt x="3457" y="4457"/>
                  </a:lnTo>
                  <a:lnTo>
                    <a:pt x="3849" y="4198"/>
                  </a:lnTo>
                  <a:lnTo>
                    <a:pt x="4028" y="4037"/>
                  </a:lnTo>
                  <a:lnTo>
                    <a:pt x="4198" y="3858"/>
                  </a:lnTo>
                  <a:lnTo>
                    <a:pt x="4457" y="3465"/>
                  </a:lnTo>
                  <a:lnTo>
                    <a:pt x="4626" y="3037"/>
                  </a:lnTo>
                  <a:lnTo>
                    <a:pt x="4716" y="2590"/>
                  </a:lnTo>
                  <a:lnTo>
                    <a:pt x="4716" y="2135"/>
                  </a:lnTo>
                  <a:lnTo>
                    <a:pt x="4626" y="1688"/>
                  </a:lnTo>
                  <a:lnTo>
                    <a:pt x="4457" y="1260"/>
                  </a:lnTo>
                  <a:lnTo>
                    <a:pt x="4198" y="867"/>
                  </a:lnTo>
                  <a:lnTo>
                    <a:pt x="4028" y="688"/>
                  </a:lnTo>
                  <a:lnTo>
                    <a:pt x="3849" y="527"/>
                  </a:lnTo>
                  <a:lnTo>
                    <a:pt x="3457" y="269"/>
                  </a:lnTo>
                  <a:lnTo>
                    <a:pt x="3028" y="90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3178319" y="3644865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26" y="0"/>
                  </a:moveTo>
                  <a:lnTo>
                    <a:pt x="1680" y="81"/>
                  </a:lnTo>
                  <a:lnTo>
                    <a:pt x="1251" y="259"/>
                  </a:lnTo>
                  <a:lnTo>
                    <a:pt x="858" y="518"/>
                  </a:lnTo>
                  <a:lnTo>
                    <a:pt x="679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81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81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79" y="4028"/>
                  </a:lnTo>
                  <a:lnTo>
                    <a:pt x="858" y="4189"/>
                  </a:lnTo>
                  <a:lnTo>
                    <a:pt x="1251" y="4456"/>
                  </a:lnTo>
                  <a:lnTo>
                    <a:pt x="1680" y="4626"/>
                  </a:lnTo>
                  <a:lnTo>
                    <a:pt x="2126" y="4715"/>
                  </a:lnTo>
                  <a:lnTo>
                    <a:pt x="2582" y="4715"/>
                  </a:lnTo>
                  <a:lnTo>
                    <a:pt x="3028" y="4626"/>
                  </a:lnTo>
                  <a:lnTo>
                    <a:pt x="3457" y="4456"/>
                  </a:lnTo>
                  <a:lnTo>
                    <a:pt x="3850" y="4189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50" y="518"/>
                  </a:lnTo>
                  <a:lnTo>
                    <a:pt x="3457" y="259"/>
                  </a:lnTo>
                  <a:lnTo>
                    <a:pt x="3028" y="81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3325921" y="3794263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1"/>
                  </a:moveTo>
                  <a:lnTo>
                    <a:pt x="1680" y="81"/>
                  </a:lnTo>
                  <a:lnTo>
                    <a:pt x="1260" y="259"/>
                  </a:lnTo>
                  <a:lnTo>
                    <a:pt x="867" y="518"/>
                  </a:lnTo>
                  <a:lnTo>
                    <a:pt x="688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90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90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88" y="4028"/>
                  </a:lnTo>
                  <a:lnTo>
                    <a:pt x="867" y="4198"/>
                  </a:lnTo>
                  <a:lnTo>
                    <a:pt x="1260" y="4457"/>
                  </a:lnTo>
                  <a:lnTo>
                    <a:pt x="1680" y="4626"/>
                  </a:lnTo>
                  <a:lnTo>
                    <a:pt x="2135" y="4716"/>
                  </a:lnTo>
                  <a:lnTo>
                    <a:pt x="2581" y="4716"/>
                  </a:lnTo>
                  <a:lnTo>
                    <a:pt x="3028" y="4626"/>
                  </a:lnTo>
                  <a:lnTo>
                    <a:pt x="3457" y="4457"/>
                  </a:lnTo>
                  <a:lnTo>
                    <a:pt x="3849" y="4198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49" y="518"/>
                  </a:lnTo>
                  <a:lnTo>
                    <a:pt x="3457" y="259"/>
                  </a:lnTo>
                  <a:lnTo>
                    <a:pt x="3028" y="81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3473523" y="3941864"/>
              <a:ext cx="86503" cy="86503"/>
            </a:xfrm>
            <a:custGeom>
              <a:rect b="b" l="l" r="r" t="t"/>
              <a:pathLst>
                <a:path extrusionOk="0" h="4716" w="4716">
                  <a:moveTo>
                    <a:pt x="2135" y="0"/>
                  </a:moveTo>
                  <a:lnTo>
                    <a:pt x="1679" y="81"/>
                  </a:lnTo>
                  <a:lnTo>
                    <a:pt x="1260" y="259"/>
                  </a:lnTo>
                  <a:lnTo>
                    <a:pt x="867" y="518"/>
                  </a:lnTo>
                  <a:lnTo>
                    <a:pt x="688" y="679"/>
                  </a:lnTo>
                  <a:lnTo>
                    <a:pt x="519" y="858"/>
                  </a:lnTo>
                  <a:lnTo>
                    <a:pt x="260" y="1251"/>
                  </a:lnTo>
                  <a:lnTo>
                    <a:pt x="90" y="1679"/>
                  </a:lnTo>
                  <a:lnTo>
                    <a:pt x="1" y="2126"/>
                  </a:lnTo>
                  <a:lnTo>
                    <a:pt x="1" y="2581"/>
                  </a:lnTo>
                  <a:lnTo>
                    <a:pt x="90" y="3028"/>
                  </a:lnTo>
                  <a:lnTo>
                    <a:pt x="260" y="3456"/>
                  </a:lnTo>
                  <a:lnTo>
                    <a:pt x="519" y="3849"/>
                  </a:lnTo>
                  <a:lnTo>
                    <a:pt x="688" y="4028"/>
                  </a:lnTo>
                  <a:lnTo>
                    <a:pt x="867" y="4197"/>
                  </a:lnTo>
                  <a:lnTo>
                    <a:pt x="1260" y="4456"/>
                  </a:lnTo>
                  <a:lnTo>
                    <a:pt x="1679" y="4626"/>
                  </a:lnTo>
                  <a:lnTo>
                    <a:pt x="2135" y="4715"/>
                  </a:lnTo>
                  <a:lnTo>
                    <a:pt x="2581" y="4715"/>
                  </a:lnTo>
                  <a:lnTo>
                    <a:pt x="3037" y="4626"/>
                  </a:lnTo>
                  <a:lnTo>
                    <a:pt x="3456" y="4456"/>
                  </a:lnTo>
                  <a:lnTo>
                    <a:pt x="3849" y="4197"/>
                  </a:lnTo>
                  <a:lnTo>
                    <a:pt x="4028" y="4028"/>
                  </a:lnTo>
                  <a:lnTo>
                    <a:pt x="4198" y="3849"/>
                  </a:lnTo>
                  <a:lnTo>
                    <a:pt x="4457" y="3456"/>
                  </a:lnTo>
                  <a:lnTo>
                    <a:pt x="4626" y="3028"/>
                  </a:lnTo>
                  <a:lnTo>
                    <a:pt x="4716" y="2581"/>
                  </a:lnTo>
                  <a:lnTo>
                    <a:pt x="4716" y="2126"/>
                  </a:lnTo>
                  <a:lnTo>
                    <a:pt x="4626" y="1679"/>
                  </a:lnTo>
                  <a:lnTo>
                    <a:pt x="4457" y="1251"/>
                  </a:lnTo>
                  <a:lnTo>
                    <a:pt x="4198" y="858"/>
                  </a:lnTo>
                  <a:lnTo>
                    <a:pt x="4028" y="679"/>
                  </a:lnTo>
                  <a:lnTo>
                    <a:pt x="3849" y="518"/>
                  </a:lnTo>
                  <a:lnTo>
                    <a:pt x="3456" y="259"/>
                  </a:lnTo>
                  <a:lnTo>
                    <a:pt x="3037" y="81"/>
                  </a:lnTo>
                  <a:lnTo>
                    <a:pt x="258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948331" y="1473187"/>
              <a:ext cx="521220" cy="737093"/>
            </a:xfrm>
            <a:custGeom>
              <a:rect b="b" l="l" r="r" t="t"/>
              <a:pathLst>
                <a:path extrusionOk="0" h="40185" w="28416">
                  <a:moveTo>
                    <a:pt x="0" y="0"/>
                  </a:moveTo>
                  <a:lnTo>
                    <a:pt x="0" y="40185"/>
                  </a:lnTo>
                  <a:lnTo>
                    <a:pt x="28415" y="11770"/>
                  </a:lnTo>
                  <a:lnTo>
                    <a:pt x="27728" y="11091"/>
                  </a:lnTo>
                  <a:lnTo>
                    <a:pt x="26299" y="9796"/>
                  </a:lnTo>
                  <a:lnTo>
                    <a:pt x="24816" y="8564"/>
                  </a:lnTo>
                  <a:lnTo>
                    <a:pt x="23263" y="7412"/>
                  </a:lnTo>
                  <a:lnTo>
                    <a:pt x="21664" y="6331"/>
                  </a:lnTo>
                  <a:lnTo>
                    <a:pt x="20003" y="5322"/>
                  </a:lnTo>
                  <a:lnTo>
                    <a:pt x="18298" y="4394"/>
                  </a:lnTo>
                  <a:lnTo>
                    <a:pt x="16538" y="3545"/>
                  </a:lnTo>
                  <a:lnTo>
                    <a:pt x="14743" y="2786"/>
                  </a:lnTo>
                  <a:lnTo>
                    <a:pt x="12895" y="2107"/>
                  </a:lnTo>
                  <a:lnTo>
                    <a:pt x="11002" y="1518"/>
                  </a:lnTo>
                  <a:lnTo>
                    <a:pt x="9082" y="1027"/>
                  </a:lnTo>
                  <a:lnTo>
                    <a:pt x="7117" y="625"/>
                  </a:lnTo>
                  <a:lnTo>
                    <a:pt x="5126" y="321"/>
                  </a:lnTo>
                  <a:lnTo>
                    <a:pt x="3099" y="116"/>
                  </a:lnTo>
                  <a:lnTo>
                    <a:pt x="104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71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211312" y="2947496"/>
              <a:ext cx="736947" cy="736947"/>
            </a:xfrm>
            <a:custGeom>
              <a:rect b="b" l="l" r="r" t="t"/>
              <a:pathLst>
                <a:path extrusionOk="0" h="40177" w="40177">
                  <a:moveTo>
                    <a:pt x="19575" y="1"/>
                  </a:moveTo>
                  <a:lnTo>
                    <a:pt x="18548" y="54"/>
                  </a:lnTo>
                  <a:lnTo>
                    <a:pt x="17530" y="153"/>
                  </a:lnTo>
                  <a:lnTo>
                    <a:pt x="16530" y="304"/>
                  </a:lnTo>
                  <a:lnTo>
                    <a:pt x="15556" y="510"/>
                  </a:lnTo>
                  <a:lnTo>
                    <a:pt x="14592" y="760"/>
                  </a:lnTo>
                  <a:lnTo>
                    <a:pt x="13645" y="1046"/>
                  </a:lnTo>
                  <a:lnTo>
                    <a:pt x="12725" y="1385"/>
                  </a:lnTo>
                  <a:lnTo>
                    <a:pt x="11823" y="1769"/>
                  </a:lnTo>
                  <a:lnTo>
                    <a:pt x="10939" y="2189"/>
                  </a:lnTo>
                  <a:lnTo>
                    <a:pt x="10091" y="2653"/>
                  </a:lnTo>
                  <a:lnTo>
                    <a:pt x="9261" y="3162"/>
                  </a:lnTo>
                  <a:lnTo>
                    <a:pt x="8457" y="3698"/>
                  </a:lnTo>
                  <a:lnTo>
                    <a:pt x="7689" y="4278"/>
                  </a:lnTo>
                  <a:lnTo>
                    <a:pt x="6939" y="4894"/>
                  </a:lnTo>
                  <a:lnTo>
                    <a:pt x="6224" y="5546"/>
                  </a:lnTo>
                  <a:lnTo>
                    <a:pt x="5546" y="6225"/>
                  </a:lnTo>
                  <a:lnTo>
                    <a:pt x="4894" y="6939"/>
                  </a:lnTo>
                  <a:lnTo>
                    <a:pt x="4287" y="7680"/>
                  </a:lnTo>
                  <a:lnTo>
                    <a:pt x="3706" y="8457"/>
                  </a:lnTo>
                  <a:lnTo>
                    <a:pt x="3161" y="9261"/>
                  </a:lnTo>
                  <a:lnTo>
                    <a:pt x="2661" y="10083"/>
                  </a:lnTo>
                  <a:lnTo>
                    <a:pt x="2197" y="10940"/>
                  </a:lnTo>
                  <a:lnTo>
                    <a:pt x="1777" y="11815"/>
                  </a:lnTo>
                  <a:lnTo>
                    <a:pt x="1393" y="12717"/>
                  </a:lnTo>
                  <a:lnTo>
                    <a:pt x="1054" y="13646"/>
                  </a:lnTo>
                  <a:lnTo>
                    <a:pt x="759" y="14583"/>
                  </a:lnTo>
                  <a:lnTo>
                    <a:pt x="509" y="15548"/>
                  </a:lnTo>
                  <a:lnTo>
                    <a:pt x="313" y="16530"/>
                  </a:lnTo>
                  <a:lnTo>
                    <a:pt x="161" y="17530"/>
                  </a:lnTo>
                  <a:lnTo>
                    <a:pt x="54" y="18539"/>
                  </a:lnTo>
                  <a:lnTo>
                    <a:pt x="0" y="19566"/>
                  </a:lnTo>
                  <a:lnTo>
                    <a:pt x="0" y="20084"/>
                  </a:lnTo>
                  <a:lnTo>
                    <a:pt x="0" y="20602"/>
                  </a:lnTo>
                  <a:lnTo>
                    <a:pt x="54" y="21629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09" y="24621"/>
                  </a:lnTo>
                  <a:lnTo>
                    <a:pt x="759" y="25585"/>
                  </a:lnTo>
                  <a:lnTo>
                    <a:pt x="1054" y="26532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6"/>
                  </a:lnTo>
                  <a:lnTo>
                    <a:pt x="3161" y="30916"/>
                  </a:lnTo>
                  <a:lnTo>
                    <a:pt x="3706" y="31720"/>
                  </a:lnTo>
                  <a:lnTo>
                    <a:pt x="4287" y="32488"/>
                  </a:lnTo>
                  <a:lnTo>
                    <a:pt x="4894" y="33238"/>
                  </a:lnTo>
                  <a:lnTo>
                    <a:pt x="5546" y="33952"/>
                  </a:lnTo>
                  <a:lnTo>
                    <a:pt x="6224" y="34631"/>
                  </a:lnTo>
                  <a:lnTo>
                    <a:pt x="6939" y="35283"/>
                  </a:lnTo>
                  <a:lnTo>
                    <a:pt x="7689" y="35890"/>
                  </a:lnTo>
                  <a:lnTo>
                    <a:pt x="8457" y="36471"/>
                  </a:lnTo>
                  <a:lnTo>
                    <a:pt x="9261" y="37015"/>
                  </a:lnTo>
                  <a:lnTo>
                    <a:pt x="10091" y="37515"/>
                  </a:lnTo>
                  <a:lnTo>
                    <a:pt x="10939" y="37980"/>
                  </a:lnTo>
                  <a:lnTo>
                    <a:pt x="11823" y="38399"/>
                  </a:lnTo>
                  <a:lnTo>
                    <a:pt x="12725" y="38783"/>
                  </a:lnTo>
                  <a:lnTo>
                    <a:pt x="13645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0" y="39864"/>
                  </a:lnTo>
                  <a:lnTo>
                    <a:pt x="17530" y="40016"/>
                  </a:lnTo>
                  <a:lnTo>
                    <a:pt x="18548" y="40123"/>
                  </a:lnTo>
                  <a:lnTo>
                    <a:pt x="19575" y="40168"/>
                  </a:lnTo>
                  <a:lnTo>
                    <a:pt x="20093" y="40176"/>
                  </a:lnTo>
                  <a:lnTo>
                    <a:pt x="20611" y="40168"/>
                  </a:lnTo>
                  <a:lnTo>
                    <a:pt x="21637" y="40123"/>
                  </a:lnTo>
                  <a:lnTo>
                    <a:pt x="22647" y="40016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3" y="39417"/>
                  </a:lnTo>
                  <a:lnTo>
                    <a:pt x="26531" y="39123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37" y="37980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19" y="36471"/>
                  </a:lnTo>
                  <a:lnTo>
                    <a:pt x="32496" y="35890"/>
                  </a:lnTo>
                  <a:lnTo>
                    <a:pt x="33238" y="35283"/>
                  </a:lnTo>
                  <a:lnTo>
                    <a:pt x="33952" y="34631"/>
                  </a:lnTo>
                  <a:lnTo>
                    <a:pt x="34631" y="33952"/>
                  </a:lnTo>
                  <a:lnTo>
                    <a:pt x="35282" y="33238"/>
                  </a:lnTo>
                  <a:lnTo>
                    <a:pt x="35899" y="32488"/>
                  </a:lnTo>
                  <a:lnTo>
                    <a:pt x="36479" y="31720"/>
                  </a:lnTo>
                  <a:lnTo>
                    <a:pt x="37015" y="30916"/>
                  </a:lnTo>
                  <a:lnTo>
                    <a:pt x="37524" y="30086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2"/>
                  </a:lnTo>
                  <a:lnTo>
                    <a:pt x="39417" y="25585"/>
                  </a:lnTo>
                  <a:lnTo>
                    <a:pt x="39667" y="24621"/>
                  </a:lnTo>
                  <a:lnTo>
                    <a:pt x="39872" y="23647"/>
                  </a:lnTo>
                  <a:lnTo>
                    <a:pt x="40024" y="22647"/>
                  </a:lnTo>
                  <a:lnTo>
                    <a:pt x="40123" y="21629"/>
                  </a:lnTo>
                  <a:lnTo>
                    <a:pt x="40176" y="20602"/>
                  </a:lnTo>
                  <a:lnTo>
                    <a:pt x="40176" y="20084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83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15"/>
                  </a:lnTo>
                  <a:lnTo>
                    <a:pt x="37988" y="10940"/>
                  </a:lnTo>
                  <a:lnTo>
                    <a:pt x="37524" y="10083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0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698"/>
                  </a:lnTo>
                  <a:lnTo>
                    <a:pt x="30925" y="3162"/>
                  </a:lnTo>
                  <a:lnTo>
                    <a:pt x="30094" y="2653"/>
                  </a:lnTo>
                  <a:lnTo>
                    <a:pt x="29237" y="2189"/>
                  </a:lnTo>
                  <a:lnTo>
                    <a:pt x="28362" y="1769"/>
                  </a:lnTo>
                  <a:lnTo>
                    <a:pt x="27460" y="1385"/>
                  </a:lnTo>
                  <a:lnTo>
                    <a:pt x="26531" y="1046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04"/>
                  </a:lnTo>
                  <a:lnTo>
                    <a:pt x="22647" y="153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05601" y="3141783"/>
              <a:ext cx="348416" cy="348416"/>
            </a:xfrm>
            <a:custGeom>
              <a:rect b="b" l="l" r="r" t="t"/>
              <a:pathLst>
                <a:path extrusionOk="0" h="18995" w="18995">
                  <a:moveTo>
                    <a:pt x="9502" y="1"/>
                  </a:moveTo>
                  <a:lnTo>
                    <a:pt x="9010" y="10"/>
                  </a:lnTo>
                  <a:lnTo>
                    <a:pt x="8055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29"/>
                  </a:lnTo>
                  <a:lnTo>
                    <a:pt x="4572" y="1367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25"/>
                  </a:lnTo>
                  <a:lnTo>
                    <a:pt x="295" y="7118"/>
                  </a:lnTo>
                  <a:lnTo>
                    <a:pt x="107" y="8046"/>
                  </a:lnTo>
                  <a:lnTo>
                    <a:pt x="9" y="9002"/>
                  </a:lnTo>
                  <a:lnTo>
                    <a:pt x="0" y="9493"/>
                  </a:lnTo>
                  <a:lnTo>
                    <a:pt x="9" y="9984"/>
                  </a:lnTo>
                  <a:lnTo>
                    <a:pt x="107" y="10940"/>
                  </a:lnTo>
                  <a:lnTo>
                    <a:pt x="295" y="11868"/>
                  </a:lnTo>
                  <a:lnTo>
                    <a:pt x="572" y="12761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19"/>
                  </a:lnTo>
                  <a:lnTo>
                    <a:pt x="5376" y="18057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55" y="18887"/>
                  </a:lnTo>
                  <a:lnTo>
                    <a:pt x="9010" y="18986"/>
                  </a:lnTo>
                  <a:lnTo>
                    <a:pt x="9502" y="18995"/>
                  </a:lnTo>
                  <a:lnTo>
                    <a:pt x="9993" y="18986"/>
                  </a:lnTo>
                  <a:lnTo>
                    <a:pt x="10948" y="18887"/>
                  </a:lnTo>
                  <a:lnTo>
                    <a:pt x="11877" y="18700"/>
                  </a:lnTo>
                  <a:lnTo>
                    <a:pt x="12770" y="18423"/>
                  </a:lnTo>
                  <a:lnTo>
                    <a:pt x="13618" y="18057"/>
                  </a:lnTo>
                  <a:lnTo>
                    <a:pt x="14431" y="17619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29" y="15887"/>
                  </a:lnTo>
                  <a:lnTo>
                    <a:pt x="17110" y="15181"/>
                  </a:lnTo>
                  <a:lnTo>
                    <a:pt x="17628" y="14422"/>
                  </a:lnTo>
                  <a:lnTo>
                    <a:pt x="18065" y="13619"/>
                  </a:lnTo>
                  <a:lnTo>
                    <a:pt x="18423" y="12761"/>
                  </a:lnTo>
                  <a:lnTo>
                    <a:pt x="18699" y="11868"/>
                  </a:lnTo>
                  <a:lnTo>
                    <a:pt x="18896" y="10940"/>
                  </a:lnTo>
                  <a:lnTo>
                    <a:pt x="18985" y="9984"/>
                  </a:lnTo>
                  <a:lnTo>
                    <a:pt x="18994" y="9493"/>
                  </a:lnTo>
                  <a:lnTo>
                    <a:pt x="18985" y="9002"/>
                  </a:lnTo>
                  <a:lnTo>
                    <a:pt x="18896" y="8046"/>
                  </a:lnTo>
                  <a:lnTo>
                    <a:pt x="18699" y="7118"/>
                  </a:lnTo>
                  <a:lnTo>
                    <a:pt x="18423" y="6225"/>
                  </a:lnTo>
                  <a:lnTo>
                    <a:pt x="18065" y="5376"/>
                  </a:lnTo>
                  <a:lnTo>
                    <a:pt x="17628" y="4573"/>
                  </a:lnTo>
                  <a:lnTo>
                    <a:pt x="17110" y="3814"/>
                  </a:lnTo>
                  <a:lnTo>
                    <a:pt x="16529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31" y="1367"/>
                  </a:lnTo>
                  <a:lnTo>
                    <a:pt x="13618" y="929"/>
                  </a:lnTo>
                  <a:lnTo>
                    <a:pt x="12770" y="572"/>
                  </a:lnTo>
                  <a:lnTo>
                    <a:pt x="11877" y="295"/>
                  </a:lnTo>
                  <a:lnTo>
                    <a:pt x="10948" y="108"/>
                  </a:lnTo>
                  <a:lnTo>
                    <a:pt x="9993" y="10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737109" y="4421685"/>
              <a:ext cx="736616" cy="736616"/>
            </a:xfrm>
            <a:custGeom>
              <a:rect b="b" l="l" r="r" t="t"/>
              <a:pathLst>
                <a:path extrusionOk="0" h="40159" w="40159">
                  <a:moveTo>
                    <a:pt x="0" y="0"/>
                  </a:moveTo>
                  <a:lnTo>
                    <a:pt x="0" y="40158"/>
                  </a:lnTo>
                  <a:lnTo>
                    <a:pt x="40158" y="40158"/>
                  </a:lnTo>
                  <a:lnTo>
                    <a:pt x="4015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737109" y="4421685"/>
              <a:ext cx="369051" cy="369051"/>
            </a:xfrm>
            <a:custGeom>
              <a:rect b="b" l="l" r="r" t="t"/>
              <a:pathLst>
                <a:path extrusionOk="0" h="20120" w="20120">
                  <a:moveTo>
                    <a:pt x="0" y="0"/>
                  </a:moveTo>
                  <a:lnTo>
                    <a:pt x="0" y="20119"/>
                  </a:lnTo>
                  <a:lnTo>
                    <a:pt x="20120" y="20119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1105050" y="4789603"/>
              <a:ext cx="369051" cy="369051"/>
            </a:xfrm>
            <a:custGeom>
              <a:rect b="b" l="l" r="r" t="t"/>
              <a:pathLst>
                <a:path extrusionOk="0" h="20120" w="20120">
                  <a:moveTo>
                    <a:pt x="0" y="1"/>
                  </a:moveTo>
                  <a:lnTo>
                    <a:pt x="0" y="20120"/>
                  </a:lnTo>
                  <a:lnTo>
                    <a:pt x="20119" y="20120"/>
                  </a:lnTo>
                  <a:lnTo>
                    <a:pt x="2011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737935" y="4422015"/>
              <a:ext cx="368226" cy="368226"/>
            </a:xfrm>
            <a:custGeom>
              <a:rect b="b" l="l" r="r" t="t"/>
              <a:pathLst>
                <a:path extrusionOk="0" h="20075" w="20075">
                  <a:moveTo>
                    <a:pt x="19557" y="0"/>
                  </a:moveTo>
                  <a:lnTo>
                    <a:pt x="18530" y="54"/>
                  </a:lnTo>
                  <a:lnTo>
                    <a:pt x="17521" y="161"/>
                  </a:lnTo>
                  <a:lnTo>
                    <a:pt x="16520" y="313"/>
                  </a:lnTo>
                  <a:lnTo>
                    <a:pt x="15538" y="509"/>
                  </a:lnTo>
                  <a:lnTo>
                    <a:pt x="14583" y="759"/>
                  </a:lnTo>
                  <a:lnTo>
                    <a:pt x="13636" y="1054"/>
                  </a:lnTo>
                  <a:lnTo>
                    <a:pt x="12716" y="1393"/>
                  </a:lnTo>
                  <a:lnTo>
                    <a:pt x="11814" y="1768"/>
                  </a:lnTo>
                  <a:lnTo>
                    <a:pt x="10930" y="2197"/>
                  </a:lnTo>
                  <a:lnTo>
                    <a:pt x="10082" y="2661"/>
                  </a:lnTo>
                  <a:lnTo>
                    <a:pt x="9251" y="3161"/>
                  </a:lnTo>
                  <a:lnTo>
                    <a:pt x="8448" y="3697"/>
                  </a:lnTo>
                  <a:lnTo>
                    <a:pt x="7680" y="4277"/>
                  </a:lnTo>
                  <a:lnTo>
                    <a:pt x="6939" y="4894"/>
                  </a:lnTo>
                  <a:lnTo>
                    <a:pt x="6224" y="5546"/>
                  </a:lnTo>
                  <a:lnTo>
                    <a:pt x="5537" y="6224"/>
                  </a:lnTo>
                  <a:lnTo>
                    <a:pt x="4894" y="6939"/>
                  </a:lnTo>
                  <a:lnTo>
                    <a:pt x="4278" y="7680"/>
                  </a:lnTo>
                  <a:lnTo>
                    <a:pt x="3697" y="8457"/>
                  </a:lnTo>
                  <a:lnTo>
                    <a:pt x="3161" y="9251"/>
                  </a:lnTo>
                  <a:lnTo>
                    <a:pt x="2652" y="10082"/>
                  </a:lnTo>
                  <a:lnTo>
                    <a:pt x="2188" y="10939"/>
                  </a:lnTo>
                  <a:lnTo>
                    <a:pt x="1768" y="11814"/>
                  </a:lnTo>
                  <a:lnTo>
                    <a:pt x="1384" y="12716"/>
                  </a:lnTo>
                  <a:lnTo>
                    <a:pt x="1054" y="13636"/>
                  </a:lnTo>
                  <a:lnTo>
                    <a:pt x="759" y="14583"/>
                  </a:lnTo>
                  <a:lnTo>
                    <a:pt x="509" y="15547"/>
                  </a:lnTo>
                  <a:lnTo>
                    <a:pt x="313" y="16520"/>
                  </a:lnTo>
                  <a:lnTo>
                    <a:pt x="161" y="17521"/>
                  </a:lnTo>
                  <a:lnTo>
                    <a:pt x="54" y="18530"/>
                  </a:lnTo>
                  <a:lnTo>
                    <a:pt x="0" y="19557"/>
                  </a:lnTo>
                  <a:lnTo>
                    <a:pt x="0" y="20075"/>
                  </a:lnTo>
                  <a:lnTo>
                    <a:pt x="518" y="20075"/>
                  </a:lnTo>
                  <a:lnTo>
                    <a:pt x="1545" y="20021"/>
                  </a:lnTo>
                  <a:lnTo>
                    <a:pt x="2554" y="19923"/>
                  </a:lnTo>
                  <a:lnTo>
                    <a:pt x="3554" y="19771"/>
                  </a:lnTo>
                  <a:lnTo>
                    <a:pt x="4536" y="19566"/>
                  </a:lnTo>
                  <a:lnTo>
                    <a:pt x="5492" y="19315"/>
                  </a:lnTo>
                  <a:lnTo>
                    <a:pt x="6439" y="19021"/>
                  </a:lnTo>
                  <a:lnTo>
                    <a:pt x="7358" y="18690"/>
                  </a:lnTo>
                  <a:lnTo>
                    <a:pt x="8260" y="18306"/>
                  </a:lnTo>
                  <a:lnTo>
                    <a:pt x="9135" y="17887"/>
                  </a:lnTo>
                  <a:lnTo>
                    <a:pt x="9993" y="17422"/>
                  </a:lnTo>
                  <a:lnTo>
                    <a:pt x="10823" y="16913"/>
                  </a:lnTo>
                  <a:lnTo>
                    <a:pt x="11618" y="16378"/>
                  </a:lnTo>
                  <a:lnTo>
                    <a:pt x="12395" y="15797"/>
                  </a:lnTo>
                  <a:lnTo>
                    <a:pt x="13136" y="15181"/>
                  </a:lnTo>
                  <a:lnTo>
                    <a:pt x="13850" y="14538"/>
                  </a:lnTo>
                  <a:lnTo>
                    <a:pt x="14538" y="13850"/>
                  </a:lnTo>
                  <a:lnTo>
                    <a:pt x="15181" y="13136"/>
                  </a:lnTo>
                  <a:lnTo>
                    <a:pt x="15797" y="12395"/>
                  </a:lnTo>
                  <a:lnTo>
                    <a:pt x="16378" y="11627"/>
                  </a:lnTo>
                  <a:lnTo>
                    <a:pt x="16913" y="10823"/>
                  </a:lnTo>
                  <a:lnTo>
                    <a:pt x="17422" y="9993"/>
                  </a:lnTo>
                  <a:lnTo>
                    <a:pt x="17878" y="9144"/>
                  </a:lnTo>
                  <a:lnTo>
                    <a:pt x="18306" y="8260"/>
                  </a:lnTo>
                  <a:lnTo>
                    <a:pt x="18682" y="7358"/>
                  </a:lnTo>
                  <a:lnTo>
                    <a:pt x="19021" y="6439"/>
                  </a:lnTo>
                  <a:lnTo>
                    <a:pt x="19316" y="5492"/>
                  </a:lnTo>
                  <a:lnTo>
                    <a:pt x="19566" y="4536"/>
                  </a:lnTo>
                  <a:lnTo>
                    <a:pt x="19762" y="3554"/>
                  </a:lnTo>
                  <a:lnTo>
                    <a:pt x="19914" y="2554"/>
                  </a:lnTo>
                  <a:lnTo>
                    <a:pt x="20021" y="1545"/>
                  </a:lnTo>
                  <a:lnTo>
                    <a:pt x="20075" y="518"/>
                  </a:lnTo>
                  <a:lnTo>
                    <a:pt x="20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737935" y="4481470"/>
              <a:ext cx="308778" cy="308778"/>
            </a:xfrm>
            <a:custGeom>
              <a:rect b="b" l="l" r="r" t="t"/>
              <a:pathLst>
                <a:path extrusionOk="0" h="16834" w="16834">
                  <a:moveTo>
                    <a:pt x="16833" y="1"/>
                  </a:moveTo>
                  <a:lnTo>
                    <a:pt x="16003" y="81"/>
                  </a:lnTo>
                  <a:lnTo>
                    <a:pt x="14377" y="376"/>
                  </a:lnTo>
                  <a:lnTo>
                    <a:pt x="12797" y="804"/>
                  </a:lnTo>
                  <a:lnTo>
                    <a:pt x="11279" y="1367"/>
                  </a:lnTo>
                  <a:lnTo>
                    <a:pt x="9832" y="2054"/>
                  </a:lnTo>
                  <a:lnTo>
                    <a:pt x="8448" y="2858"/>
                  </a:lnTo>
                  <a:lnTo>
                    <a:pt x="7144" y="3778"/>
                  </a:lnTo>
                  <a:lnTo>
                    <a:pt x="5930" y="4805"/>
                  </a:lnTo>
                  <a:lnTo>
                    <a:pt x="4804" y="5930"/>
                  </a:lnTo>
                  <a:lnTo>
                    <a:pt x="3777" y="7145"/>
                  </a:lnTo>
                  <a:lnTo>
                    <a:pt x="2858" y="8448"/>
                  </a:lnTo>
                  <a:lnTo>
                    <a:pt x="2054" y="9832"/>
                  </a:lnTo>
                  <a:lnTo>
                    <a:pt x="1366" y="11279"/>
                  </a:lnTo>
                  <a:lnTo>
                    <a:pt x="804" y="12797"/>
                  </a:lnTo>
                  <a:lnTo>
                    <a:pt x="375" y="14378"/>
                  </a:lnTo>
                  <a:lnTo>
                    <a:pt x="80" y="16003"/>
                  </a:lnTo>
                  <a:lnTo>
                    <a:pt x="0" y="16834"/>
                  </a:lnTo>
                  <a:lnTo>
                    <a:pt x="831" y="16753"/>
                  </a:lnTo>
                  <a:lnTo>
                    <a:pt x="2456" y="16458"/>
                  </a:lnTo>
                  <a:lnTo>
                    <a:pt x="4036" y="16030"/>
                  </a:lnTo>
                  <a:lnTo>
                    <a:pt x="5554" y="15467"/>
                  </a:lnTo>
                  <a:lnTo>
                    <a:pt x="7010" y="14780"/>
                  </a:lnTo>
                  <a:lnTo>
                    <a:pt x="8385" y="13976"/>
                  </a:lnTo>
                  <a:lnTo>
                    <a:pt x="9689" y="13056"/>
                  </a:lnTo>
                  <a:lnTo>
                    <a:pt x="10904" y="12029"/>
                  </a:lnTo>
                  <a:lnTo>
                    <a:pt x="12029" y="10904"/>
                  </a:lnTo>
                  <a:lnTo>
                    <a:pt x="13056" y="9690"/>
                  </a:lnTo>
                  <a:lnTo>
                    <a:pt x="13975" y="8386"/>
                  </a:lnTo>
                  <a:lnTo>
                    <a:pt x="14779" y="7011"/>
                  </a:lnTo>
                  <a:lnTo>
                    <a:pt x="15467" y="5555"/>
                  </a:lnTo>
                  <a:lnTo>
                    <a:pt x="16029" y="4037"/>
                  </a:lnTo>
                  <a:lnTo>
                    <a:pt x="16458" y="2456"/>
                  </a:lnTo>
                  <a:lnTo>
                    <a:pt x="16753" y="831"/>
                  </a:lnTo>
                  <a:lnTo>
                    <a:pt x="16833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1105527" y="4422327"/>
              <a:ext cx="368244" cy="368409"/>
            </a:xfrm>
            <a:custGeom>
              <a:rect b="b" l="l" r="r" t="t"/>
              <a:pathLst>
                <a:path extrusionOk="0" h="20085" w="20076">
                  <a:moveTo>
                    <a:pt x="1" y="1"/>
                  </a:moveTo>
                  <a:lnTo>
                    <a:pt x="1" y="519"/>
                  </a:lnTo>
                  <a:lnTo>
                    <a:pt x="54" y="1546"/>
                  </a:lnTo>
                  <a:lnTo>
                    <a:pt x="153" y="2564"/>
                  </a:lnTo>
                  <a:lnTo>
                    <a:pt x="305" y="3555"/>
                  </a:lnTo>
                  <a:lnTo>
                    <a:pt x="510" y="4537"/>
                  </a:lnTo>
                  <a:lnTo>
                    <a:pt x="760" y="5502"/>
                  </a:lnTo>
                  <a:lnTo>
                    <a:pt x="1055" y="6439"/>
                  </a:lnTo>
                  <a:lnTo>
                    <a:pt x="1385" y="7368"/>
                  </a:lnTo>
                  <a:lnTo>
                    <a:pt x="1769" y="8270"/>
                  </a:lnTo>
                  <a:lnTo>
                    <a:pt x="2189" y="9145"/>
                  </a:lnTo>
                  <a:lnTo>
                    <a:pt x="2653" y="10002"/>
                  </a:lnTo>
                  <a:lnTo>
                    <a:pt x="3162" y="10824"/>
                  </a:lnTo>
                  <a:lnTo>
                    <a:pt x="3698" y="11628"/>
                  </a:lnTo>
                  <a:lnTo>
                    <a:pt x="4278" y="12405"/>
                  </a:lnTo>
                  <a:lnTo>
                    <a:pt x="4895" y="13146"/>
                  </a:lnTo>
                  <a:lnTo>
                    <a:pt x="5537" y="13860"/>
                  </a:lnTo>
                  <a:lnTo>
                    <a:pt x="6225" y="14539"/>
                  </a:lnTo>
                  <a:lnTo>
                    <a:pt x="6939" y="15191"/>
                  </a:lnTo>
                  <a:lnTo>
                    <a:pt x="7681" y="15798"/>
                  </a:lnTo>
                  <a:lnTo>
                    <a:pt x="8449" y="16378"/>
                  </a:lnTo>
                  <a:lnTo>
                    <a:pt x="9252" y="16923"/>
                  </a:lnTo>
                  <a:lnTo>
                    <a:pt x="10083" y="17423"/>
                  </a:lnTo>
                  <a:lnTo>
                    <a:pt x="10931" y="17888"/>
                  </a:lnTo>
                  <a:lnTo>
                    <a:pt x="11815" y="18307"/>
                  </a:lnTo>
                  <a:lnTo>
                    <a:pt x="12717" y="18691"/>
                  </a:lnTo>
                  <a:lnTo>
                    <a:pt x="13637" y="19031"/>
                  </a:lnTo>
                  <a:lnTo>
                    <a:pt x="14584" y="19325"/>
                  </a:lnTo>
                  <a:lnTo>
                    <a:pt x="15539" y="19566"/>
                  </a:lnTo>
                  <a:lnTo>
                    <a:pt x="16521" y="19772"/>
                  </a:lnTo>
                  <a:lnTo>
                    <a:pt x="17521" y="19924"/>
                  </a:lnTo>
                  <a:lnTo>
                    <a:pt x="18531" y="20022"/>
                  </a:lnTo>
                  <a:lnTo>
                    <a:pt x="19558" y="20075"/>
                  </a:lnTo>
                  <a:lnTo>
                    <a:pt x="20075" y="20084"/>
                  </a:lnTo>
                  <a:lnTo>
                    <a:pt x="20075" y="19566"/>
                  </a:lnTo>
                  <a:lnTo>
                    <a:pt x="20022" y="18539"/>
                  </a:lnTo>
                  <a:lnTo>
                    <a:pt x="19915" y="17521"/>
                  </a:lnTo>
                  <a:lnTo>
                    <a:pt x="19763" y="16530"/>
                  </a:lnTo>
                  <a:lnTo>
                    <a:pt x="19566" y="15548"/>
                  </a:lnTo>
                  <a:lnTo>
                    <a:pt x="19316" y="14583"/>
                  </a:lnTo>
                  <a:lnTo>
                    <a:pt x="19022" y="13637"/>
                  </a:lnTo>
                  <a:lnTo>
                    <a:pt x="18682" y="12717"/>
                  </a:lnTo>
                  <a:lnTo>
                    <a:pt x="18307" y="11815"/>
                  </a:lnTo>
                  <a:lnTo>
                    <a:pt x="17879" y="10940"/>
                  </a:lnTo>
                  <a:lnTo>
                    <a:pt x="17414" y="10083"/>
                  </a:lnTo>
                  <a:lnTo>
                    <a:pt x="16914" y="9261"/>
                  </a:lnTo>
                  <a:lnTo>
                    <a:pt x="16378" y="8458"/>
                  </a:lnTo>
                  <a:lnTo>
                    <a:pt x="15798" y="7681"/>
                  </a:lnTo>
                  <a:lnTo>
                    <a:pt x="15182" y="6939"/>
                  </a:lnTo>
                  <a:lnTo>
                    <a:pt x="14530" y="6225"/>
                  </a:lnTo>
                  <a:lnTo>
                    <a:pt x="13851" y="5546"/>
                  </a:lnTo>
                  <a:lnTo>
                    <a:pt x="13137" y="4894"/>
                  </a:lnTo>
                  <a:lnTo>
                    <a:pt x="12396" y="4287"/>
                  </a:lnTo>
                  <a:lnTo>
                    <a:pt x="11619" y="3707"/>
                  </a:lnTo>
                  <a:lnTo>
                    <a:pt x="10824" y="3162"/>
                  </a:lnTo>
                  <a:lnTo>
                    <a:pt x="9994" y="2662"/>
                  </a:lnTo>
                  <a:lnTo>
                    <a:pt x="9136" y="2198"/>
                  </a:lnTo>
                  <a:lnTo>
                    <a:pt x="8261" y="1778"/>
                  </a:lnTo>
                  <a:lnTo>
                    <a:pt x="7359" y="1394"/>
                  </a:lnTo>
                  <a:lnTo>
                    <a:pt x="6439" y="1055"/>
                  </a:lnTo>
                  <a:lnTo>
                    <a:pt x="5493" y="760"/>
                  </a:lnTo>
                  <a:lnTo>
                    <a:pt x="4528" y="519"/>
                  </a:lnTo>
                  <a:lnTo>
                    <a:pt x="3555" y="313"/>
                  </a:lnTo>
                  <a:lnTo>
                    <a:pt x="2555" y="162"/>
                  </a:lnTo>
                  <a:lnTo>
                    <a:pt x="1546" y="54"/>
                  </a:lnTo>
                  <a:lnTo>
                    <a:pt x="519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1164836" y="4481800"/>
              <a:ext cx="308943" cy="308943"/>
            </a:xfrm>
            <a:custGeom>
              <a:rect b="b" l="l" r="r" t="t"/>
              <a:pathLst>
                <a:path extrusionOk="0" h="16843" w="16843">
                  <a:moveTo>
                    <a:pt x="1" y="0"/>
                  </a:moveTo>
                  <a:lnTo>
                    <a:pt x="90" y="831"/>
                  </a:lnTo>
                  <a:lnTo>
                    <a:pt x="385" y="2465"/>
                  </a:lnTo>
                  <a:lnTo>
                    <a:pt x="813" y="4037"/>
                  </a:lnTo>
                  <a:lnTo>
                    <a:pt x="1376" y="5555"/>
                  </a:lnTo>
                  <a:lnTo>
                    <a:pt x="2063" y="7010"/>
                  </a:lnTo>
                  <a:lnTo>
                    <a:pt x="2867" y="8386"/>
                  </a:lnTo>
                  <a:lnTo>
                    <a:pt x="3787" y="9689"/>
                  </a:lnTo>
                  <a:lnTo>
                    <a:pt x="4814" y="10904"/>
                  </a:lnTo>
                  <a:lnTo>
                    <a:pt x="5939" y="12029"/>
                  </a:lnTo>
                  <a:lnTo>
                    <a:pt x="7153" y="13056"/>
                  </a:lnTo>
                  <a:lnTo>
                    <a:pt x="8457" y="13976"/>
                  </a:lnTo>
                  <a:lnTo>
                    <a:pt x="9832" y="14779"/>
                  </a:lnTo>
                  <a:lnTo>
                    <a:pt x="11288" y="15467"/>
                  </a:lnTo>
                  <a:lnTo>
                    <a:pt x="12806" y="16030"/>
                  </a:lnTo>
                  <a:lnTo>
                    <a:pt x="14378" y="16467"/>
                  </a:lnTo>
                  <a:lnTo>
                    <a:pt x="16012" y="16753"/>
                  </a:lnTo>
                  <a:lnTo>
                    <a:pt x="16842" y="16842"/>
                  </a:lnTo>
                  <a:lnTo>
                    <a:pt x="16842" y="16842"/>
                  </a:lnTo>
                  <a:lnTo>
                    <a:pt x="16762" y="16003"/>
                  </a:lnTo>
                  <a:lnTo>
                    <a:pt x="16467" y="14378"/>
                  </a:lnTo>
                  <a:lnTo>
                    <a:pt x="16039" y="12797"/>
                  </a:lnTo>
                  <a:lnTo>
                    <a:pt x="15476" y="11288"/>
                  </a:lnTo>
                  <a:lnTo>
                    <a:pt x="14789" y="9832"/>
                  </a:lnTo>
                  <a:lnTo>
                    <a:pt x="13976" y="8448"/>
                  </a:lnTo>
                  <a:lnTo>
                    <a:pt x="13056" y="7153"/>
                  </a:lnTo>
                  <a:lnTo>
                    <a:pt x="12038" y="5930"/>
                  </a:lnTo>
                  <a:lnTo>
                    <a:pt x="10913" y="4814"/>
                  </a:lnTo>
                  <a:lnTo>
                    <a:pt x="9698" y="3787"/>
                  </a:lnTo>
                  <a:lnTo>
                    <a:pt x="8395" y="2867"/>
                  </a:lnTo>
                  <a:lnTo>
                    <a:pt x="7011" y="2054"/>
                  </a:lnTo>
                  <a:lnTo>
                    <a:pt x="5564" y="1367"/>
                  </a:lnTo>
                  <a:lnTo>
                    <a:pt x="4046" y="804"/>
                  </a:lnTo>
                  <a:lnTo>
                    <a:pt x="2465" y="376"/>
                  </a:lnTo>
                  <a:lnTo>
                    <a:pt x="840" y="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1105527" y="4783385"/>
              <a:ext cx="368244" cy="368391"/>
            </a:xfrm>
            <a:custGeom>
              <a:rect b="b" l="l" r="r" t="t"/>
              <a:pathLst>
                <a:path extrusionOk="0" h="20084" w="20076">
                  <a:moveTo>
                    <a:pt x="20075" y="0"/>
                  </a:moveTo>
                  <a:lnTo>
                    <a:pt x="19558" y="9"/>
                  </a:lnTo>
                  <a:lnTo>
                    <a:pt x="18531" y="63"/>
                  </a:lnTo>
                  <a:lnTo>
                    <a:pt x="17521" y="161"/>
                  </a:lnTo>
                  <a:lnTo>
                    <a:pt x="16521" y="313"/>
                  </a:lnTo>
                  <a:lnTo>
                    <a:pt x="15539" y="518"/>
                  </a:lnTo>
                  <a:lnTo>
                    <a:pt x="14584" y="768"/>
                  </a:lnTo>
                  <a:lnTo>
                    <a:pt x="13637" y="1054"/>
                  </a:lnTo>
                  <a:lnTo>
                    <a:pt x="12717" y="1394"/>
                  </a:lnTo>
                  <a:lnTo>
                    <a:pt x="11815" y="1778"/>
                  </a:lnTo>
                  <a:lnTo>
                    <a:pt x="10931" y="2197"/>
                  </a:lnTo>
                  <a:lnTo>
                    <a:pt x="10083" y="2662"/>
                  </a:lnTo>
                  <a:lnTo>
                    <a:pt x="9252" y="3171"/>
                  </a:lnTo>
                  <a:lnTo>
                    <a:pt x="8449" y="3706"/>
                  </a:lnTo>
                  <a:lnTo>
                    <a:pt x="7681" y="4287"/>
                  </a:lnTo>
                  <a:lnTo>
                    <a:pt x="6939" y="4903"/>
                  </a:lnTo>
                  <a:lnTo>
                    <a:pt x="6225" y="5546"/>
                  </a:lnTo>
                  <a:lnTo>
                    <a:pt x="5537" y="6225"/>
                  </a:lnTo>
                  <a:lnTo>
                    <a:pt x="4895" y="6939"/>
                  </a:lnTo>
                  <a:lnTo>
                    <a:pt x="4278" y="7689"/>
                  </a:lnTo>
                  <a:lnTo>
                    <a:pt x="3698" y="8457"/>
                  </a:lnTo>
                  <a:lnTo>
                    <a:pt x="3162" y="9261"/>
                  </a:lnTo>
                  <a:lnTo>
                    <a:pt x="2653" y="10091"/>
                  </a:lnTo>
                  <a:lnTo>
                    <a:pt x="2189" y="10940"/>
                  </a:lnTo>
                  <a:lnTo>
                    <a:pt x="1769" y="11824"/>
                  </a:lnTo>
                  <a:lnTo>
                    <a:pt x="1385" y="12717"/>
                  </a:lnTo>
                  <a:lnTo>
                    <a:pt x="1055" y="13645"/>
                  </a:lnTo>
                  <a:lnTo>
                    <a:pt x="760" y="14583"/>
                  </a:lnTo>
                  <a:lnTo>
                    <a:pt x="510" y="15547"/>
                  </a:lnTo>
                  <a:lnTo>
                    <a:pt x="305" y="16530"/>
                  </a:lnTo>
                  <a:lnTo>
                    <a:pt x="153" y="17530"/>
                  </a:lnTo>
                  <a:lnTo>
                    <a:pt x="54" y="18539"/>
                  </a:lnTo>
                  <a:lnTo>
                    <a:pt x="1" y="19566"/>
                  </a:lnTo>
                  <a:lnTo>
                    <a:pt x="1" y="20084"/>
                  </a:lnTo>
                  <a:lnTo>
                    <a:pt x="519" y="20084"/>
                  </a:lnTo>
                  <a:lnTo>
                    <a:pt x="1546" y="20030"/>
                  </a:lnTo>
                  <a:lnTo>
                    <a:pt x="2555" y="19923"/>
                  </a:lnTo>
                  <a:lnTo>
                    <a:pt x="3555" y="19771"/>
                  </a:lnTo>
                  <a:lnTo>
                    <a:pt x="4528" y="19575"/>
                  </a:lnTo>
                  <a:lnTo>
                    <a:pt x="5493" y="19325"/>
                  </a:lnTo>
                  <a:lnTo>
                    <a:pt x="6439" y="19030"/>
                  </a:lnTo>
                  <a:lnTo>
                    <a:pt x="7359" y="18691"/>
                  </a:lnTo>
                  <a:lnTo>
                    <a:pt x="8261" y="18316"/>
                  </a:lnTo>
                  <a:lnTo>
                    <a:pt x="9136" y="17887"/>
                  </a:lnTo>
                  <a:lnTo>
                    <a:pt x="9994" y="17423"/>
                  </a:lnTo>
                  <a:lnTo>
                    <a:pt x="10824" y="16923"/>
                  </a:lnTo>
                  <a:lnTo>
                    <a:pt x="11619" y="16378"/>
                  </a:lnTo>
                  <a:lnTo>
                    <a:pt x="12396" y="15806"/>
                  </a:lnTo>
                  <a:lnTo>
                    <a:pt x="13137" y="15190"/>
                  </a:lnTo>
                  <a:lnTo>
                    <a:pt x="13851" y="14538"/>
                  </a:lnTo>
                  <a:lnTo>
                    <a:pt x="14530" y="13860"/>
                  </a:lnTo>
                  <a:lnTo>
                    <a:pt x="15182" y="13145"/>
                  </a:lnTo>
                  <a:lnTo>
                    <a:pt x="15798" y="12404"/>
                  </a:lnTo>
                  <a:lnTo>
                    <a:pt x="16378" y="11627"/>
                  </a:lnTo>
                  <a:lnTo>
                    <a:pt x="16914" y="10832"/>
                  </a:lnTo>
                  <a:lnTo>
                    <a:pt x="17414" y="10002"/>
                  </a:lnTo>
                  <a:lnTo>
                    <a:pt x="17879" y="9145"/>
                  </a:lnTo>
                  <a:lnTo>
                    <a:pt x="18307" y="8270"/>
                  </a:lnTo>
                  <a:lnTo>
                    <a:pt x="18682" y="7368"/>
                  </a:lnTo>
                  <a:lnTo>
                    <a:pt x="19022" y="6448"/>
                  </a:lnTo>
                  <a:lnTo>
                    <a:pt x="19316" y="5501"/>
                  </a:lnTo>
                  <a:lnTo>
                    <a:pt x="19566" y="4537"/>
                  </a:lnTo>
                  <a:lnTo>
                    <a:pt x="19763" y="3564"/>
                  </a:lnTo>
                  <a:lnTo>
                    <a:pt x="19915" y="2563"/>
                  </a:lnTo>
                  <a:lnTo>
                    <a:pt x="20022" y="1554"/>
                  </a:lnTo>
                  <a:lnTo>
                    <a:pt x="20075" y="527"/>
                  </a:lnTo>
                  <a:lnTo>
                    <a:pt x="20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1164836" y="4783385"/>
              <a:ext cx="308943" cy="308943"/>
            </a:xfrm>
            <a:custGeom>
              <a:rect b="b" l="l" r="r" t="t"/>
              <a:pathLst>
                <a:path extrusionOk="0" h="16843" w="16843">
                  <a:moveTo>
                    <a:pt x="16842" y="0"/>
                  </a:moveTo>
                  <a:lnTo>
                    <a:pt x="16012" y="90"/>
                  </a:lnTo>
                  <a:lnTo>
                    <a:pt x="14378" y="384"/>
                  </a:lnTo>
                  <a:lnTo>
                    <a:pt x="12806" y="813"/>
                  </a:lnTo>
                  <a:lnTo>
                    <a:pt x="11288" y="1376"/>
                  </a:lnTo>
                  <a:lnTo>
                    <a:pt x="9832" y="2063"/>
                  </a:lnTo>
                  <a:lnTo>
                    <a:pt x="8457" y="2867"/>
                  </a:lnTo>
                  <a:lnTo>
                    <a:pt x="7153" y="3787"/>
                  </a:lnTo>
                  <a:lnTo>
                    <a:pt x="5939" y="4814"/>
                  </a:lnTo>
                  <a:lnTo>
                    <a:pt x="4814" y="5939"/>
                  </a:lnTo>
                  <a:lnTo>
                    <a:pt x="3787" y="7153"/>
                  </a:lnTo>
                  <a:lnTo>
                    <a:pt x="2867" y="8457"/>
                  </a:lnTo>
                  <a:lnTo>
                    <a:pt x="2063" y="9832"/>
                  </a:lnTo>
                  <a:lnTo>
                    <a:pt x="1376" y="11288"/>
                  </a:lnTo>
                  <a:lnTo>
                    <a:pt x="813" y="12806"/>
                  </a:lnTo>
                  <a:lnTo>
                    <a:pt x="385" y="14378"/>
                  </a:lnTo>
                  <a:lnTo>
                    <a:pt x="90" y="16012"/>
                  </a:lnTo>
                  <a:lnTo>
                    <a:pt x="1" y="16842"/>
                  </a:lnTo>
                  <a:lnTo>
                    <a:pt x="1" y="16842"/>
                  </a:lnTo>
                  <a:lnTo>
                    <a:pt x="840" y="16762"/>
                  </a:lnTo>
                  <a:lnTo>
                    <a:pt x="2465" y="16467"/>
                  </a:lnTo>
                  <a:lnTo>
                    <a:pt x="4046" y="16039"/>
                  </a:lnTo>
                  <a:lnTo>
                    <a:pt x="5564" y="15476"/>
                  </a:lnTo>
                  <a:lnTo>
                    <a:pt x="7011" y="14788"/>
                  </a:lnTo>
                  <a:lnTo>
                    <a:pt x="8395" y="13976"/>
                  </a:lnTo>
                  <a:lnTo>
                    <a:pt x="9698" y="13056"/>
                  </a:lnTo>
                  <a:lnTo>
                    <a:pt x="10913" y="12038"/>
                  </a:lnTo>
                  <a:lnTo>
                    <a:pt x="12038" y="10913"/>
                  </a:lnTo>
                  <a:lnTo>
                    <a:pt x="13056" y="9698"/>
                  </a:lnTo>
                  <a:lnTo>
                    <a:pt x="13976" y="8395"/>
                  </a:lnTo>
                  <a:lnTo>
                    <a:pt x="14789" y="7010"/>
                  </a:lnTo>
                  <a:lnTo>
                    <a:pt x="15476" y="5564"/>
                  </a:lnTo>
                  <a:lnTo>
                    <a:pt x="16039" y="4046"/>
                  </a:lnTo>
                  <a:lnTo>
                    <a:pt x="16467" y="2465"/>
                  </a:lnTo>
                  <a:lnTo>
                    <a:pt x="16762" y="840"/>
                  </a:lnTo>
                  <a:lnTo>
                    <a:pt x="1684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737935" y="4783054"/>
              <a:ext cx="368226" cy="368409"/>
            </a:xfrm>
            <a:custGeom>
              <a:rect b="b" l="l" r="r" t="t"/>
              <a:pathLst>
                <a:path extrusionOk="0" h="20085" w="20075">
                  <a:moveTo>
                    <a:pt x="0" y="1"/>
                  </a:moveTo>
                  <a:lnTo>
                    <a:pt x="0" y="519"/>
                  </a:lnTo>
                  <a:lnTo>
                    <a:pt x="54" y="1545"/>
                  </a:lnTo>
                  <a:lnTo>
                    <a:pt x="161" y="2563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1"/>
                  </a:lnTo>
                  <a:lnTo>
                    <a:pt x="1054" y="6439"/>
                  </a:lnTo>
                  <a:lnTo>
                    <a:pt x="1384" y="7368"/>
                  </a:lnTo>
                  <a:lnTo>
                    <a:pt x="1768" y="8270"/>
                  </a:lnTo>
                  <a:lnTo>
                    <a:pt x="2188" y="9145"/>
                  </a:lnTo>
                  <a:lnTo>
                    <a:pt x="2652" y="9993"/>
                  </a:lnTo>
                  <a:lnTo>
                    <a:pt x="3161" y="10824"/>
                  </a:lnTo>
                  <a:lnTo>
                    <a:pt x="3697" y="11627"/>
                  </a:lnTo>
                  <a:lnTo>
                    <a:pt x="4278" y="12395"/>
                  </a:lnTo>
                  <a:lnTo>
                    <a:pt x="4894" y="13145"/>
                  </a:lnTo>
                  <a:lnTo>
                    <a:pt x="5537" y="13860"/>
                  </a:lnTo>
                  <a:lnTo>
                    <a:pt x="6224" y="14539"/>
                  </a:lnTo>
                  <a:lnTo>
                    <a:pt x="6939" y="15190"/>
                  </a:lnTo>
                  <a:lnTo>
                    <a:pt x="7680" y="15798"/>
                  </a:lnTo>
                  <a:lnTo>
                    <a:pt x="8448" y="16378"/>
                  </a:lnTo>
                  <a:lnTo>
                    <a:pt x="9251" y="16923"/>
                  </a:lnTo>
                  <a:lnTo>
                    <a:pt x="10082" y="17423"/>
                  </a:lnTo>
                  <a:lnTo>
                    <a:pt x="10930" y="17887"/>
                  </a:lnTo>
                  <a:lnTo>
                    <a:pt x="11814" y="18307"/>
                  </a:lnTo>
                  <a:lnTo>
                    <a:pt x="12716" y="18691"/>
                  </a:lnTo>
                  <a:lnTo>
                    <a:pt x="13636" y="19030"/>
                  </a:lnTo>
                  <a:lnTo>
                    <a:pt x="14583" y="19325"/>
                  </a:lnTo>
                  <a:lnTo>
                    <a:pt x="15538" y="19566"/>
                  </a:lnTo>
                  <a:lnTo>
                    <a:pt x="16520" y="19771"/>
                  </a:lnTo>
                  <a:lnTo>
                    <a:pt x="17521" y="19923"/>
                  </a:lnTo>
                  <a:lnTo>
                    <a:pt x="18530" y="20022"/>
                  </a:lnTo>
                  <a:lnTo>
                    <a:pt x="19557" y="20075"/>
                  </a:lnTo>
                  <a:lnTo>
                    <a:pt x="20075" y="20084"/>
                  </a:lnTo>
                  <a:lnTo>
                    <a:pt x="20075" y="19566"/>
                  </a:lnTo>
                  <a:lnTo>
                    <a:pt x="20021" y="18539"/>
                  </a:lnTo>
                  <a:lnTo>
                    <a:pt x="19914" y="17521"/>
                  </a:lnTo>
                  <a:lnTo>
                    <a:pt x="19762" y="16530"/>
                  </a:lnTo>
                  <a:lnTo>
                    <a:pt x="19566" y="15548"/>
                  </a:lnTo>
                  <a:lnTo>
                    <a:pt x="19316" y="14583"/>
                  </a:lnTo>
                  <a:lnTo>
                    <a:pt x="19021" y="13637"/>
                  </a:lnTo>
                  <a:lnTo>
                    <a:pt x="18682" y="12717"/>
                  </a:lnTo>
                  <a:lnTo>
                    <a:pt x="18306" y="11815"/>
                  </a:lnTo>
                  <a:lnTo>
                    <a:pt x="17878" y="10940"/>
                  </a:lnTo>
                  <a:lnTo>
                    <a:pt x="17422" y="10082"/>
                  </a:lnTo>
                  <a:lnTo>
                    <a:pt x="16913" y="9261"/>
                  </a:lnTo>
                  <a:lnTo>
                    <a:pt x="16378" y="8457"/>
                  </a:lnTo>
                  <a:lnTo>
                    <a:pt x="15797" y="7680"/>
                  </a:lnTo>
                  <a:lnTo>
                    <a:pt x="15181" y="6939"/>
                  </a:lnTo>
                  <a:lnTo>
                    <a:pt x="14538" y="6225"/>
                  </a:lnTo>
                  <a:lnTo>
                    <a:pt x="13850" y="5546"/>
                  </a:lnTo>
                  <a:lnTo>
                    <a:pt x="13136" y="4894"/>
                  </a:lnTo>
                  <a:lnTo>
                    <a:pt x="12395" y="4287"/>
                  </a:lnTo>
                  <a:lnTo>
                    <a:pt x="11618" y="3707"/>
                  </a:lnTo>
                  <a:lnTo>
                    <a:pt x="10823" y="3162"/>
                  </a:lnTo>
                  <a:lnTo>
                    <a:pt x="9993" y="2662"/>
                  </a:lnTo>
                  <a:lnTo>
                    <a:pt x="9135" y="2197"/>
                  </a:lnTo>
                  <a:lnTo>
                    <a:pt x="8260" y="1778"/>
                  </a:lnTo>
                  <a:lnTo>
                    <a:pt x="7358" y="1394"/>
                  </a:lnTo>
                  <a:lnTo>
                    <a:pt x="6439" y="1054"/>
                  </a:lnTo>
                  <a:lnTo>
                    <a:pt x="5492" y="760"/>
                  </a:lnTo>
                  <a:lnTo>
                    <a:pt x="4536" y="510"/>
                  </a:lnTo>
                  <a:lnTo>
                    <a:pt x="3554" y="313"/>
                  </a:lnTo>
                  <a:lnTo>
                    <a:pt x="2554" y="161"/>
                  </a:lnTo>
                  <a:lnTo>
                    <a:pt x="1545" y="54"/>
                  </a:lnTo>
                  <a:lnTo>
                    <a:pt x="518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737935" y="4783054"/>
              <a:ext cx="308778" cy="308943"/>
            </a:xfrm>
            <a:custGeom>
              <a:rect b="b" l="l" r="r" t="t"/>
              <a:pathLst>
                <a:path extrusionOk="0" h="16843" w="16834">
                  <a:moveTo>
                    <a:pt x="0" y="1"/>
                  </a:moveTo>
                  <a:lnTo>
                    <a:pt x="80" y="831"/>
                  </a:lnTo>
                  <a:lnTo>
                    <a:pt x="375" y="2465"/>
                  </a:lnTo>
                  <a:lnTo>
                    <a:pt x="804" y="4037"/>
                  </a:lnTo>
                  <a:lnTo>
                    <a:pt x="1366" y="5555"/>
                  </a:lnTo>
                  <a:lnTo>
                    <a:pt x="2054" y="7011"/>
                  </a:lnTo>
                  <a:lnTo>
                    <a:pt x="2858" y="8395"/>
                  </a:lnTo>
                  <a:lnTo>
                    <a:pt x="3777" y="9690"/>
                  </a:lnTo>
                  <a:lnTo>
                    <a:pt x="4804" y="10904"/>
                  </a:lnTo>
                  <a:lnTo>
                    <a:pt x="5930" y="12029"/>
                  </a:lnTo>
                  <a:lnTo>
                    <a:pt x="7144" y="13056"/>
                  </a:lnTo>
                  <a:lnTo>
                    <a:pt x="8448" y="13976"/>
                  </a:lnTo>
                  <a:lnTo>
                    <a:pt x="9832" y="14780"/>
                  </a:lnTo>
                  <a:lnTo>
                    <a:pt x="11279" y="15467"/>
                  </a:lnTo>
                  <a:lnTo>
                    <a:pt x="12797" y="16030"/>
                  </a:lnTo>
                  <a:lnTo>
                    <a:pt x="14377" y="16467"/>
                  </a:lnTo>
                  <a:lnTo>
                    <a:pt x="16003" y="16753"/>
                  </a:lnTo>
                  <a:lnTo>
                    <a:pt x="16833" y="16842"/>
                  </a:lnTo>
                  <a:lnTo>
                    <a:pt x="16753" y="16003"/>
                  </a:lnTo>
                  <a:lnTo>
                    <a:pt x="16458" y="14378"/>
                  </a:lnTo>
                  <a:lnTo>
                    <a:pt x="16029" y="12806"/>
                  </a:lnTo>
                  <a:lnTo>
                    <a:pt x="15467" y="11288"/>
                  </a:lnTo>
                  <a:lnTo>
                    <a:pt x="14779" y="9832"/>
                  </a:lnTo>
                  <a:lnTo>
                    <a:pt x="13975" y="8448"/>
                  </a:lnTo>
                  <a:lnTo>
                    <a:pt x="13056" y="7153"/>
                  </a:lnTo>
                  <a:lnTo>
                    <a:pt x="12029" y="5939"/>
                  </a:lnTo>
                  <a:lnTo>
                    <a:pt x="10904" y="4814"/>
                  </a:lnTo>
                  <a:lnTo>
                    <a:pt x="9689" y="3787"/>
                  </a:lnTo>
                  <a:lnTo>
                    <a:pt x="8385" y="2867"/>
                  </a:lnTo>
                  <a:lnTo>
                    <a:pt x="7010" y="2063"/>
                  </a:lnTo>
                  <a:lnTo>
                    <a:pt x="5554" y="1367"/>
                  </a:lnTo>
                  <a:lnTo>
                    <a:pt x="4036" y="804"/>
                  </a:lnTo>
                  <a:lnTo>
                    <a:pt x="2456" y="376"/>
                  </a:lnTo>
                  <a:lnTo>
                    <a:pt x="831" y="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1842711" y="3314277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1469900" y="2947175"/>
              <a:ext cx="741331" cy="737112"/>
            </a:xfrm>
            <a:custGeom>
              <a:rect b="b" l="l" r="r" t="t"/>
              <a:pathLst>
                <a:path extrusionOk="0" h="40186" w="40186">
                  <a:moveTo>
                    <a:pt x="0" y="1"/>
                  </a:moveTo>
                  <a:lnTo>
                    <a:pt x="0" y="40186"/>
                  </a:lnTo>
                  <a:lnTo>
                    <a:pt x="40185" y="40186"/>
                  </a:lnTo>
                  <a:lnTo>
                    <a:pt x="4018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1474128" y="3315763"/>
              <a:ext cx="368556" cy="368556"/>
            </a:xfrm>
            <a:custGeom>
              <a:rect b="b" l="l" r="r" t="t"/>
              <a:pathLst>
                <a:path extrusionOk="0" h="20093" w="20093">
                  <a:moveTo>
                    <a:pt x="0" y="0"/>
                  </a:moveTo>
                  <a:lnTo>
                    <a:pt x="0" y="20093"/>
                  </a:lnTo>
                  <a:lnTo>
                    <a:pt x="20093" y="20093"/>
                  </a:lnTo>
                  <a:lnTo>
                    <a:pt x="20093" y="19878"/>
                  </a:lnTo>
                  <a:lnTo>
                    <a:pt x="14270" y="14056"/>
                  </a:lnTo>
                  <a:lnTo>
                    <a:pt x="6037" y="14056"/>
                  </a:lnTo>
                  <a:lnTo>
                    <a:pt x="6037" y="5823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1568163" y="3315763"/>
              <a:ext cx="274532" cy="274532"/>
            </a:xfrm>
            <a:custGeom>
              <a:rect b="b" l="l" r="r" t="t"/>
              <a:pathLst>
                <a:path extrusionOk="0" h="14967" w="14967">
                  <a:moveTo>
                    <a:pt x="0" y="0"/>
                  </a:moveTo>
                  <a:lnTo>
                    <a:pt x="4385" y="4385"/>
                  </a:lnTo>
                  <a:lnTo>
                    <a:pt x="4385" y="10582"/>
                  </a:lnTo>
                  <a:lnTo>
                    <a:pt x="10582" y="10582"/>
                  </a:lnTo>
                  <a:lnTo>
                    <a:pt x="14967" y="14967"/>
                  </a:lnTo>
                  <a:lnTo>
                    <a:pt x="14967" y="9939"/>
                  </a:lnTo>
                  <a:lnTo>
                    <a:pt x="14717" y="9680"/>
                  </a:lnTo>
                  <a:lnTo>
                    <a:pt x="14270" y="9127"/>
                  </a:lnTo>
                  <a:lnTo>
                    <a:pt x="13886" y="8546"/>
                  </a:lnTo>
                  <a:lnTo>
                    <a:pt x="13565" y="7939"/>
                  </a:lnTo>
                  <a:lnTo>
                    <a:pt x="13306" y="7305"/>
                  </a:lnTo>
                  <a:lnTo>
                    <a:pt x="13109" y="6653"/>
                  </a:lnTo>
                  <a:lnTo>
                    <a:pt x="12984" y="5992"/>
                  </a:lnTo>
                  <a:lnTo>
                    <a:pt x="12922" y="5314"/>
                  </a:lnTo>
                  <a:lnTo>
                    <a:pt x="12913" y="4983"/>
                  </a:lnTo>
                  <a:lnTo>
                    <a:pt x="12672" y="5215"/>
                  </a:lnTo>
                  <a:lnTo>
                    <a:pt x="12154" y="5644"/>
                  </a:lnTo>
                  <a:lnTo>
                    <a:pt x="11591" y="6019"/>
                  </a:lnTo>
                  <a:lnTo>
                    <a:pt x="10993" y="6349"/>
                  </a:lnTo>
                  <a:lnTo>
                    <a:pt x="10368" y="6608"/>
                  </a:lnTo>
                  <a:lnTo>
                    <a:pt x="9707" y="6814"/>
                  </a:lnTo>
                  <a:lnTo>
                    <a:pt x="9028" y="6957"/>
                  </a:lnTo>
                  <a:lnTo>
                    <a:pt x="8314" y="7028"/>
                  </a:lnTo>
                  <a:lnTo>
                    <a:pt x="7957" y="7037"/>
                  </a:lnTo>
                  <a:lnTo>
                    <a:pt x="7966" y="6671"/>
                  </a:lnTo>
                  <a:lnTo>
                    <a:pt x="8037" y="5965"/>
                  </a:lnTo>
                  <a:lnTo>
                    <a:pt x="8171" y="5278"/>
                  </a:lnTo>
                  <a:lnTo>
                    <a:pt x="8376" y="4626"/>
                  </a:lnTo>
                  <a:lnTo>
                    <a:pt x="8644" y="3992"/>
                  </a:lnTo>
                  <a:lnTo>
                    <a:pt x="8966" y="3394"/>
                  </a:lnTo>
                  <a:lnTo>
                    <a:pt x="9350" y="2840"/>
                  </a:lnTo>
                  <a:lnTo>
                    <a:pt x="9778" y="2313"/>
                  </a:lnTo>
                  <a:lnTo>
                    <a:pt x="10011" y="2072"/>
                  </a:lnTo>
                  <a:lnTo>
                    <a:pt x="9671" y="2072"/>
                  </a:lnTo>
                  <a:lnTo>
                    <a:pt x="9002" y="2009"/>
                  </a:lnTo>
                  <a:lnTo>
                    <a:pt x="8341" y="1875"/>
                  </a:lnTo>
                  <a:lnTo>
                    <a:pt x="7689" y="1688"/>
                  </a:lnTo>
                  <a:lnTo>
                    <a:pt x="7055" y="1429"/>
                  </a:lnTo>
                  <a:lnTo>
                    <a:pt x="6448" y="1108"/>
                  </a:lnTo>
                  <a:lnTo>
                    <a:pt x="5858" y="724"/>
                  </a:lnTo>
                  <a:lnTo>
                    <a:pt x="5313" y="268"/>
                  </a:lnTo>
                  <a:lnTo>
                    <a:pt x="5046" y="18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6"/>
            <p:cNvSpPr/>
            <p:nvPr/>
          </p:nvSpPr>
          <p:spPr>
            <a:xfrm>
              <a:off x="1842711" y="3041200"/>
              <a:ext cx="274716" cy="274551"/>
            </a:xfrm>
            <a:custGeom>
              <a:rect b="b" l="l" r="r" t="t"/>
              <a:pathLst>
                <a:path extrusionOk="0" h="14968" w="14977">
                  <a:moveTo>
                    <a:pt x="1" y="1"/>
                  </a:moveTo>
                  <a:lnTo>
                    <a:pt x="1" y="5073"/>
                  </a:lnTo>
                  <a:lnTo>
                    <a:pt x="251" y="5332"/>
                  </a:lnTo>
                  <a:lnTo>
                    <a:pt x="706" y="5877"/>
                  </a:lnTo>
                  <a:lnTo>
                    <a:pt x="1090" y="6466"/>
                  </a:lnTo>
                  <a:lnTo>
                    <a:pt x="1412" y="7073"/>
                  </a:lnTo>
                  <a:lnTo>
                    <a:pt x="1671" y="7707"/>
                  </a:lnTo>
                  <a:lnTo>
                    <a:pt x="1858" y="8359"/>
                  </a:lnTo>
                  <a:lnTo>
                    <a:pt x="1992" y="9020"/>
                  </a:lnTo>
                  <a:lnTo>
                    <a:pt x="2055" y="9690"/>
                  </a:lnTo>
                  <a:lnTo>
                    <a:pt x="2055" y="10029"/>
                  </a:lnTo>
                  <a:lnTo>
                    <a:pt x="2296" y="9797"/>
                  </a:lnTo>
                  <a:lnTo>
                    <a:pt x="2823" y="9368"/>
                  </a:lnTo>
                  <a:lnTo>
                    <a:pt x="3376" y="8984"/>
                  </a:lnTo>
                  <a:lnTo>
                    <a:pt x="3975" y="8663"/>
                  </a:lnTo>
                  <a:lnTo>
                    <a:pt x="4609" y="8395"/>
                  </a:lnTo>
                  <a:lnTo>
                    <a:pt x="5260" y="8189"/>
                  </a:lnTo>
                  <a:lnTo>
                    <a:pt x="5948" y="8055"/>
                  </a:lnTo>
                  <a:lnTo>
                    <a:pt x="6654" y="7984"/>
                  </a:lnTo>
                  <a:lnTo>
                    <a:pt x="7020" y="7975"/>
                  </a:lnTo>
                  <a:lnTo>
                    <a:pt x="7011" y="8332"/>
                  </a:lnTo>
                  <a:lnTo>
                    <a:pt x="6939" y="9047"/>
                  </a:lnTo>
                  <a:lnTo>
                    <a:pt x="6796" y="9725"/>
                  </a:lnTo>
                  <a:lnTo>
                    <a:pt x="6591" y="10386"/>
                  </a:lnTo>
                  <a:lnTo>
                    <a:pt x="6332" y="11020"/>
                  </a:lnTo>
                  <a:lnTo>
                    <a:pt x="6002" y="11610"/>
                  </a:lnTo>
                  <a:lnTo>
                    <a:pt x="5627" y="12172"/>
                  </a:lnTo>
                  <a:lnTo>
                    <a:pt x="5198" y="12690"/>
                  </a:lnTo>
                  <a:lnTo>
                    <a:pt x="4966" y="12931"/>
                  </a:lnTo>
                  <a:lnTo>
                    <a:pt x="5296" y="12940"/>
                  </a:lnTo>
                  <a:lnTo>
                    <a:pt x="5966" y="13003"/>
                  </a:lnTo>
                  <a:lnTo>
                    <a:pt x="6627" y="13128"/>
                  </a:lnTo>
                  <a:lnTo>
                    <a:pt x="7270" y="13324"/>
                  </a:lnTo>
                  <a:lnTo>
                    <a:pt x="7904" y="13574"/>
                  </a:lnTo>
                  <a:lnTo>
                    <a:pt x="8511" y="13896"/>
                  </a:lnTo>
                  <a:lnTo>
                    <a:pt x="9091" y="14271"/>
                  </a:lnTo>
                  <a:lnTo>
                    <a:pt x="9636" y="14717"/>
                  </a:lnTo>
                  <a:lnTo>
                    <a:pt x="9895" y="14967"/>
                  </a:lnTo>
                  <a:lnTo>
                    <a:pt x="14976" y="14967"/>
                  </a:lnTo>
                  <a:lnTo>
                    <a:pt x="10592" y="10583"/>
                  </a:lnTo>
                  <a:lnTo>
                    <a:pt x="10592" y="4385"/>
                  </a:lnTo>
                  <a:lnTo>
                    <a:pt x="4385" y="43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6"/>
            <p:cNvSpPr/>
            <p:nvPr/>
          </p:nvSpPr>
          <p:spPr>
            <a:xfrm>
              <a:off x="1842711" y="2947166"/>
              <a:ext cx="368574" cy="368574"/>
            </a:xfrm>
            <a:custGeom>
              <a:rect b="b" l="l" r="r" t="t"/>
              <a:pathLst>
                <a:path extrusionOk="0" h="20094" w="20094">
                  <a:moveTo>
                    <a:pt x="1" y="1"/>
                  </a:moveTo>
                  <a:lnTo>
                    <a:pt x="1" y="215"/>
                  </a:lnTo>
                  <a:lnTo>
                    <a:pt x="5823" y="6037"/>
                  </a:lnTo>
                  <a:lnTo>
                    <a:pt x="14057" y="6037"/>
                  </a:lnTo>
                  <a:lnTo>
                    <a:pt x="14057" y="14271"/>
                  </a:lnTo>
                  <a:lnTo>
                    <a:pt x="19888" y="20093"/>
                  </a:lnTo>
                  <a:lnTo>
                    <a:pt x="20093" y="20093"/>
                  </a:lnTo>
                  <a:lnTo>
                    <a:pt x="2009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6"/>
            <p:cNvSpPr/>
            <p:nvPr/>
          </p:nvSpPr>
          <p:spPr>
            <a:xfrm>
              <a:off x="1842711" y="3315763"/>
              <a:ext cx="181994" cy="182324"/>
            </a:xfrm>
            <a:custGeom>
              <a:rect b="b" l="l" r="r" t="t"/>
              <a:pathLst>
                <a:path extrusionOk="0" h="9940" w="9922">
                  <a:moveTo>
                    <a:pt x="1" y="0"/>
                  </a:moveTo>
                  <a:lnTo>
                    <a:pt x="1" y="9939"/>
                  </a:lnTo>
                  <a:lnTo>
                    <a:pt x="251" y="9680"/>
                  </a:lnTo>
                  <a:lnTo>
                    <a:pt x="706" y="9127"/>
                  </a:lnTo>
                  <a:lnTo>
                    <a:pt x="1090" y="8546"/>
                  </a:lnTo>
                  <a:lnTo>
                    <a:pt x="1412" y="7939"/>
                  </a:lnTo>
                  <a:lnTo>
                    <a:pt x="1671" y="7305"/>
                  </a:lnTo>
                  <a:lnTo>
                    <a:pt x="1858" y="6653"/>
                  </a:lnTo>
                  <a:lnTo>
                    <a:pt x="1992" y="5992"/>
                  </a:lnTo>
                  <a:lnTo>
                    <a:pt x="2055" y="5314"/>
                  </a:lnTo>
                  <a:lnTo>
                    <a:pt x="2055" y="4983"/>
                  </a:lnTo>
                  <a:lnTo>
                    <a:pt x="2296" y="5215"/>
                  </a:lnTo>
                  <a:lnTo>
                    <a:pt x="2823" y="5644"/>
                  </a:lnTo>
                  <a:lnTo>
                    <a:pt x="3376" y="6019"/>
                  </a:lnTo>
                  <a:lnTo>
                    <a:pt x="3975" y="6349"/>
                  </a:lnTo>
                  <a:lnTo>
                    <a:pt x="4609" y="6608"/>
                  </a:lnTo>
                  <a:lnTo>
                    <a:pt x="5260" y="6814"/>
                  </a:lnTo>
                  <a:lnTo>
                    <a:pt x="5948" y="6957"/>
                  </a:lnTo>
                  <a:lnTo>
                    <a:pt x="6654" y="7028"/>
                  </a:lnTo>
                  <a:lnTo>
                    <a:pt x="7020" y="7037"/>
                  </a:lnTo>
                  <a:lnTo>
                    <a:pt x="7011" y="6671"/>
                  </a:lnTo>
                  <a:lnTo>
                    <a:pt x="6939" y="5965"/>
                  </a:lnTo>
                  <a:lnTo>
                    <a:pt x="6796" y="5278"/>
                  </a:lnTo>
                  <a:lnTo>
                    <a:pt x="6591" y="4626"/>
                  </a:lnTo>
                  <a:lnTo>
                    <a:pt x="6332" y="3992"/>
                  </a:lnTo>
                  <a:lnTo>
                    <a:pt x="6002" y="3394"/>
                  </a:lnTo>
                  <a:lnTo>
                    <a:pt x="5627" y="2840"/>
                  </a:lnTo>
                  <a:lnTo>
                    <a:pt x="5198" y="2313"/>
                  </a:lnTo>
                  <a:lnTo>
                    <a:pt x="4966" y="2072"/>
                  </a:lnTo>
                  <a:lnTo>
                    <a:pt x="5296" y="2072"/>
                  </a:lnTo>
                  <a:lnTo>
                    <a:pt x="5966" y="2009"/>
                  </a:lnTo>
                  <a:lnTo>
                    <a:pt x="6636" y="1875"/>
                  </a:lnTo>
                  <a:lnTo>
                    <a:pt x="7288" y="1688"/>
                  </a:lnTo>
                  <a:lnTo>
                    <a:pt x="7913" y="1429"/>
                  </a:lnTo>
                  <a:lnTo>
                    <a:pt x="8529" y="1108"/>
                  </a:lnTo>
                  <a:lnTo>
                    <a:pt x="9109" y="724"/>
                  </a:lnTo>
                  <a:lnTo>
                    <a:pt x="9663" y="268"/>
                  </a:lnTo>
                  <a:lnTo>
                    <a:pt x="9922" y="18"/>
                  </a:lnTo>
                  <a:lnTo>
                    <a:pt x="989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6"/>
            <p:cNvSpPr/>
            <p:nvPr/>
          </p:nvSpPr>
          <p:spPr>
            <a:xfrm>
              <a:off x="1661208" y="3134244"/>
              <a:ext cx="181499" cy="181517"/>
            </a:xfrm>
            <a:custGeom>
              <a:rect b="b" l="l" r="r" t="t"/>
              <a:pathLst>
                <a:path extrusionOk="0" h="9896" w="9895">
                  <a:moveTo>
                    <a:pt x="9895" y="1"/>
                  </a:moveTo>
                  <a:lnTo>
                    <a:pt x="9645" y="260"/>
                  </a:lnTo>
                  <a:lnTo>
                    <a:pt x="9198" y="805"/>
                  </a:lnTo>
                  <a:lnTo>
                    <a:pt x="8814" y="1394"/>
                  </a:lnTo>
                  <a:lnTo>
                    <a:pt x="8493" y="2001"/>
                  </a:lnTo>
                  <a:lnTo>
                    <a:pt x="8234" y="2635"/>
                  </a:lnTo>
                  <a:lnTo>
                    <a:pt x="8037" y="3287"/>
                  </a:lnTo>
                  <a:lnTo>
                    <a:pt x="7912" y="3948"/>
                  </a:lnTo>
                  <a:lnTo>
                    <a:pt x="7850" y="4618"/>
                  </a:lnTo>
                  <a:lnTo>
                    <a:pt x="7841" y="4957"/>
                  </a:lnTo>
                  <a:lnTo>
                    <a:pt x="7600" y="4725"/>
                  </a:lnTo>
                  <a:lnTo>
                    <a:pt x="7082" y="4296"/>
                  </a:lnTo>
                  <a:lnTo>
                    <a:pt x="6519" y="3912"/>
                  </a:lnTo>
                  <a:lnTo>
                    <a:pt x="5921" y="3591"/>
                  </a:lnTo>
                  <a:lnTo>
                    <a:pt x="5296" y="3323"/>
                  </a:lnTo>
                  <a:lnTo>
                    <a:pt x="4635" y="3117"/>
                  </a:lnTo>
                  <a:lnTo>
                    <a:pt x="3956" y="2983"/>
                  </a:lnTo>
                  <a:lnTo>
                    <a:pt x="3242" y="2912"/>
                  </a:lnTo>
                  <a:lnTo>
                    <a:pt x="2885" y="2903"/>
                  </a:lnTo>
                  <a:lnTo>
                    <a:pt x="2894" y="3260"/>
                  </a:lnTo>
                  <a:lnTo>
                    <a:pt x="2965" y="3975"/>
                  </a:lnTo>
                  <a:lnTo>
                    <a:pt x="3099" y="4653"/>
                  </a:lnTo>
                  <a:lnTo>
                    <a:pt x="3304" y="5314"/>
                  </a:lnTo>
                  <a:lnTo>
                    <a:pt x="3572" y="5948"/>
                  </a:lnTo>
                  <a:lnTo>
                    <a:pt x="3894" y="6538"/>
                  </a:lnTo>
                  <a:lnTo>
                    <a:pt x="4278" y="7100"/>
                  </a:lnTo>
                  <a:lnTo>
                    <a:pt x="4706" y="7618"/>
                  </a:lnTo>
                  <a:lnTo>
                    <a:pt x="4939" y="7859"/>
                  </a:lnTo>
                  <a:lnTo>
                    <a:pt x="4599" y="7868"/>
                  </a:lnTo>
                  <a:lnTo>
                    <a:pt x="3938" y="7931"/>
                  </a:lnTo>
                  <a:lnTo>
                    <a:pt x="3278" y="8056"/>
                  </a:lnTo>
                  <a:lnTo>
                    <a:pt x="2626" y="8252"/>
                  </a:lnTo>
                  <a:lnTo>
                    <a:pt x="2001" y="8502"/>
                  </a:lnTo>
                  <a:lnTo>
                    <a:pt x="1393" y="8824"/>
                  </a:lnTo>
                  <a:lnTo>
                    <a:pt x="813" y="9199"/>
                  </a:lnTo>
                  <a:lnTo>
                    <a:pt x="259" y="9645"/>
                  </a:lnTo>
                  <a:lnTo>
                    <a:pt x="0" y="9895"/>
                  </a:lnTo>
                  <a:lnTo>
                    <a:pt x="9895" y="9895"/>
                  </a:lnTo>
                  <a:lnTo>
                    <a:pt x="989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6"/>
            <p:cNvSpPr/>
            <p:nvPr/>
          </p:nvSpPr>
          <p:spPr>
            <a:xfrm>
              <a:off x="1660713" y="3315763"/>
              <a:ext cx="181994" cy="182324"/>
            </a:xfrm>
            <a:custGeom>
              <a:rect b="b" l="l" r="r" t="t"/>
              <a:pathLst>
                <a:path extrusionOk="0" h="9940" w="9922">
                  <a:moveTo>
                    <a:pt x="27" y="0"/>
                  </a:moveTo>
                  <a:lnTo>
                    <a:pt x="1" y="18"/>
                  </a:lnTo>
                  <a:lnTo>
                    <a:pt x="268" y="268"/>
                  </a:lnTo>
                  <a:lnTo>
                    <a:pt x="813" y="724"/>
                  </a:lnTo>
                  <a:lnTo>
                    <a:pt x="1403" y="1108"/>
                  </a:lnTo>
                  <a:lnTo>
                    <a:pt x="2010" y="1429"/>
                  </a:lnTo>
                  <a:lnTo>
                    <a:pt x="2644" y="1688"/>
                  </a:lnTo>
                  <a:lnTo>
                    <a:pt x="3296" y="1875"/>
                  </a:lnTo>
                  <a:lnTo>
                    <a:pt x="3957" y="2009"/>
                  </a:lnTo>
                  <a:lnTo>
                    <a:pt x="4626" y="2072"/>
                  </a:lnTo>
                  <a:lnTo>
                    <a:pt x="4966" y="2072"/>
                  </a:lnTo>
                  <a:lnTo>
                    <a:pt x="4733" y="2313"/>
                  </a:lnTo>
                  <a:lnTo>
                    <a:pt x="4305" y="2840"/>
                  </a:lnTo>
                  <a:lnTo>
                    <a:pt x="3921" y="3394"/>
                  </a:lnTo>
                  <a:lnTo>
                    <a:pt x="3599" y="3992"/>
                  </a:lnTo>
                  <a:lnTo>
                    <a:pt x="3331" y="4626"/>
                  </a:lnTo>
                  <a:lnTo>
                    <a:pt x="3126" y="5278"/>
                  </a:lnTo>
                  <a:lnTo>
                    <a:pt x="2992" y="5965"/>
                  </a:lnTo>
                  <a:lnTo>
                    <a:pt x="2921" y="6671"/>
                  </a:lnTo>
                  <a:lnTo>
                    <a:pt x="2912" y="7037"/>
                  </a:lnTo>
                  <a:lnTo>
                    <a:pt x="3269" y="7028"/>
                  </a:lnTo>
                  <a:lnTo>
                    <a:pt x="3983" y="6957"/>
                  </a:lnTo>
                  <a:lnTo>
                    <a:pt x="4662" y="6814"/>
                  </a:lnTo>
                  <a:lnTo>
                    <a:pt x="5323" y="6608"/>
                  </a:lnTo>
                  <a:lnTo>
                    <a:pt x="5948" y="6349"/>
                  </a:lnTo>
                  <a:lnTo>
                    <a:pt x="6546" y="6019"/>
                  </a:lnTo>
                  <a:lnTo>
                    <a:pt x="7109" y="5644"/>
                  </a:lnTo>
                  <a:lnTo>
                    <a:pt x="7627" y="5215"/>
                  </a:lnTo>
                  <a:lnTo>
                    <a:pt x="7868" y="4983"/>
                  </a:lnTo>
                  <a:lnTo>
                    <a:pt x="7877" y="5314"/>
                  </a:lnTo>
                  <a:lnTo>
                    <a:pt x="7939" y="5992"/>
                  </a:lnTo>
                  <a:lnTo>
                    <a:pt x="8064" y="6653"/>
                  </a:lnTo>
                  <a:lnTo>
                    <a:pt x="8261" y="7305"/>
                  </a:lnTo>
                  <a:lnTo>
                    <a:pt x="8520" y="7939"/>
                  </a:lnTo>
                  <a:lnTo>
                    <a:pt x="8841" y="8546"/>
                  </a:lnTo>
                  <a:lnTo>
                    <a:pt x="9225" y="9127"/>
                  </a:lnTo>
                  <a:lnTo>
                    <a:pt x="9672" y="9680"/>
                  </a:lnTo>
                  <a:lnTo>
                    <a:pt x="9922" y="9939"/>
                  </a:lnTo>
                  <a:lnTo>
                    <a:pt x="99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6"/>
            <p:cNvSpPr/>
            <p:nvPr/>
          </p:nvSpPr>
          <p:spPr>
            <a:xfrm>
              <a:off x="1842711" y="3134244"/>
              <a:ext cx="181517" cy="181517"/>
            </a:xfrm>
            <a:custGeom>
              <a:rect b="b" l="l" r="r" t="t"/>
              <a:pathLst>
                <a:path extrusionOk="0" h="9896" w="9896">
                  <a:moveTo>
                    <a:pt x="1" y="1"/>
                  </a:moveTo>
                  <a:lnTo>
                    <a:pt x="1" y="9895"/>
                  </a:lnTo>
                  <a:lnTo>
                    <a:pt x="9895" y="9895"/>
                  </a:lnTo>
                  <a:lnTo>
                    <a:pt x="9636" y="9645"/>
                  </a:lnTo>
                  <a:lnTo>
                    <a:pt x="9091" y="9199"/>
                  </a:lnTo>
                  <a:lnTo>
                    <a:pt x="8511" y="8824"/>
                  </a:lnTo>
                  <a:lnTo>
                    <a:pt x="7904" y="8502"/>
                  </a:lnTo>
                  <a:lnTo>
                    <a:pt x="7270" y="8252"/>
                  </a:lnTo>
                  <a:lnTo>
                    <a:pt x="6627" y="8056"/>
                  </a:lnTo>
                  <a:lnTo>
                    <a:pt x="5966" y="7931"/>
                  </a:lnTo>
                  <a:lnTo>
                    <a:pt x="5296" y="7868"/>
                  </a:lnTo>
                  <a:lnTo>
                    <a:pt x="4966" y="7859"/>
                  </a:lnTo>
                  <a:lnTo>
                    <a:pt x="5198" y="7618"/>
                  </a:lnTo>
                  <a:lnTo>
                    <a:pt x="5627" y="7100"/>
                  </a:lnTo>
                  <a:lnTo>
                    <a:pt x="6002" y="6538"/>
                  </a:lnTo>
                  <a:lnTo>
                    <a:pt x="6332" y="5948"/>
                  </a:lnTo>
                  <a:lnTo>
                    <a:pt x="6591" y="5314"/>
                  </a:lnTo>
                  <a:lnTo>
                    <a:pt x="6796" y="4653"/>
                  </a:lnTo>
                  <a:lnTo>
                    <a:pt x="6939" y="3975"/>
                  </a:lnTo>
                  <a:lnTo>
                    <a:pt x="7011" y="3260"/>
                  </a:lnTo>
                  <a:lnTo>
                    <a:pt x="7020" y="2903"/>
                  </a:lnTo>
                  <a:lnTo>
                    <a:pt x="6654" y="2912"/>
                  </a:lnTo>
                  <a:lnTo>
                    <a:pt x="5948" y="2983"/>
                  </a:lnTo>
                  <a:lnTo>
                    <a:pt x="5260" y="3117"/>
                  </a:lnTo>
                  <a:lnTo>
                    <a:pt x="4609" y="3323"/>
                  </a:lnTo>
                  <a:lnTo>
                    <a:pt x="3975" y="3591"/>
                  </a:lnTo>
                  <a:lnTo>
                    <a:pt x="3376" y="3912"/>
                  </a:lnTo>
                  <a:lnTo>
                    <a:pt x="2823" y="4296"/>
                  </a:lnTo>
                  <a:lnTo>
                    <a:pt x="2296" y="4725"/>
                  </a:lnTo>
                  <a:lnTo>
                    <a:pt x="2055" y="4957"/>
                  </a:lnTo>
                  <a:lnTo>
                    <a:pt x="2055" y="4618"/>
                  </a:lnTo>
                  <a:lnTo>
                    <a:pt x="1992" y="3948"/>
                  </a:lnTo>
                  <a:lnTo>
                    <a:pt x="1858" y="3287"/>
                  </a:lnTo>
                  <a:lnTo>
                    <a:pt x="1671" y="2635"/>
                  </a:lnTo>
                  <a:lnTo>
                    <a:pt x="1412" y="2001"/>
                  </a:lnTo>
                  <a:lnTo>
                    <a:pt x="1090" y="1394"/>
                  </a:lnTo>
                  <a:lnTo>
                    <a:pt x="706" y="805"/>
                  </a:lnTo>
                  <a:lnTo>
                    <a:pt x="251" y="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6"/>
            <p:cNvSpPr/>
            <p:nvPr/>
          </p:nvSpPr>
          <p:spPr>
            <a:xfrm>
              <a:off x="1842711" y="3315763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6"/>
            <p:cNvSpPr/>
            <p:nvPr/>
          </p:nvSpPr>
          <p:spPr>
            <a:xfrm>
              <a:off x="1478054" y="2951110"/>
              <a:ext cx="364631" cy="364631"/>
            </a:xfrm>
            <a:custGeom>
              <a:rect b="b" l="l" r="r" t="t"/>
              <a:pathLst>
                <a:path extrusionOk="0" h="19879" w="19879">
                  <a:moveTo>
                    <a:pt x="19879" y="0"/>
                  </a:moveTo>
                  <a:lnTo>
                    <a:pt x="14056" y="5822"/>
                  </a:lnTo>
                  <a:lnTo>
                    <a:pt x="5823" y="5822"/>
                  </a:lnTo>
                  <a:lnTo>
                    <a:pt x="5823" y="14056"/>
                  </a:lnTo>
                  <a:lnTo>
                    <a:pt x="1" y="19878"/>
                  </a:lnTo>
                  <a:lnTo>
                    <a:pt x="4912" y="19878"/>
                  </a:lnTo>
                  <a:lnTo>
                    <a:pt x="9297" y="15494"/>
                  </a:lnTo>
                  <a:lnTo>
                    <a:pt x="9297" y="9296"/>
                  </a:lnTo>
                  <a:lnTo>
                    <a:pt x="15494" y="9296"/>
                  </a:lnTo>
                  <a:lnTo>
                    <a:pt x="19879" y="4912"/>
                  </a:lnTo>
                  <a:lnTo>
                    <a:pt x="198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6"/>
            <p:cNvSpPr/>
            <p:nvPr/>
          </p:nvSpPr>
          <p:spPr>
            <a:xfrm>
              <a:off x="1842711" y="3315763"/>
              <a:ext cx="364796" cy="364631"/>
            </a:xfrm>
            <a:custGeom>
              <a:rect b="b" l="l" r="r" t="t"/>
              <a:pathLst>
                <a:path extrusionOk="0" h="19879" w="19888">
                  <a:moveTo>
                    <a:pt x="14976" y="0"/>
                  </a:moveTo>
                  <a:lnTo>
                    <a:pt x="10592" y="4385"/>
                  </a:lnTo>
                  <a:lnTo>
                    <a:pt x="10592" y="10582"/>
                  </a:lnTo>
                  <a:lnTo>
                    <a:pt x="4385" y="10582"/>
                  </a:lnTo>
                  <a:lnTo>
                    <a:pt x="1" y="14967"/>
                  </a:lnTo>
                  <a:lnTo>
                    <a:pt x="1" y="19878"/>
                  </a:lnTo>
                  <a:lnTo>
                    <a:pt x="5823" y="14056"/>
                  </a:lnTo>
                  <a:lnTo>
                    <a:pt x="14057" y="14056"/>
                  </a:lnTo>
                  <a:lnTo>
                    <a:pt x="14057" y="5823"/>
                  </a:lnTo>
                  <a:lnTo>
                    <a:pt x="198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36"/>
            <p:cNvSpPr/>
            <p:nvPr/>
          </p:nvSpPr>
          <p:spPr>
            <a:xfrm>
              <a:off x="1478054" y="3315763"/>
              <a:ext cx="364631" cy="364631"/>
            </a:xfrm>
            <a:custGeom>
              <a:rect b="b" l="l" r="r" t="t"/>
              <a:pathLst>
                <a:path extrusionOk="0" h="19879" w="19879">
                  <a:moveTo>
                    <a:pt x="1" y="0"/>
                  </a:moveTo>
                  <a:lnTo>
                    <a:pt x="5823" y="5823"/>
                  </a:lnTo>
                  <a:lnTo>
                    <a:pt x="5823" y="14056"/>
                  </a:lnTo>
                  <a:lnTo>
                    <a:pt x="14056" y="14056"/>
                  </a:lnTo>
                  <a:lnTo>
                    <a:pt x="19879" y="19878"/>
                  </a:lnTo>
                  <a:lnTo>
                    <a:pt x="19879" y="14967"/>
                  </a:lnTo>
                  <a:lnTo>
                    <a:pt x="15494" y="10582"/>
                  </a:lnTo>
                  <a:lnTo>
                    <a:pt x="9297" y="10582"/>
                  </a:lnTo>
                  <a:lnTo>
                    <a:pt x="9297" y="4385"/>
                  </a:lnTo>
                  <a:lnTo>
                    <a:pt x="4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36"/>
            <p:cNvSpPr/>
            <p:nvPr/>
          </p:nvSpPr>
          <p:spPr>
            <a:xfrm>
              <a:off x="1842711" y="2951110"/>
              <a:ext cx="364796" cy="364631"/>
            </a:xfrm>
            <a:custGeom>
              <a:rect b="b" l="l" r="r" t="t"/>
              <a:pathLst>
                <a:path extrusionOk="0" h="19879" w="19888">
                  <a:moveTo>
                    <a:pt x="1" y="0"/>
                  </a:moveTo>
                  <a:lnTo>
                    <a:pt x="1" y="4912"/>
                  </a:lnTo>
                  <a:lnTo>
                    <a:pt x="4385" y="9296"/>
                  </a:lnTo>
                  <a:lnTo>
                    <a:pt x="10592" y="9296"/>
                  </a:lnTo>
                  <a:lnTo>
                    <a:pt x="10592" y="15494"/>
                  </a:lnTo>
                  <a:lnTo>
                    <a:pt x="14976" y="19878"/>
                  </a:lnTo>
                  <a:lnTo>
                    <a:pt x="19888" y="19878"/>
                  </a:lnTo>
                  <a:lnTo>
                    <a:pt x="14057" y="14056"/>
                  </a:lnTo>
                  <a:lnTo>
                    <a:pt x="14057" y="5822"/>
                  </a:lnTo>
                  <a:lnTo>
                    <a:pt x="5823" y="58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36"/>
            <p:cNvSpPr/>
            <p:nvPr/>
          </p:nvSpPr>
          <p:spPr>
            <a:xfrm>
              <a:off x="1252652" y="4184141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0" y="1"/>
                  </a:moveTo>
                  <a:lnTo>
                    <a:pt x="0" y="4234"/>
                  </a:lnTo>
                  <a:lnTo>
                    <a:pt x="205" y="4010"/>
                  </a:lnTo>
                  <a:lnTo>
                    <a:pt x="536" y="3510"/>
                  </a:lnTo>
                  <a:lnTo>
                    <a:pt x="759" y="2974"/>
                  </a:lnTo>
                  <a:lnTo>
                    <a:pt x="866" y="2403"/>
                  </a:lnTo>
                  <a:lnTo>
                    <a:pt x="875" y="2117"/>
                  </a:lnTo>
                  <a:lnTo>
                    <a:pt x="1081" y="2314"/>
                  </a:lnTo>
                  <a:lnTo>
                    <a:pt x="1563" y="2635"/>
                  </a:lnTo>
                  <a:lnTo>
                    <a:pt x="2099" y="2867"/>
                  </a:lnTo>
                  <a:lnTo>
                    <a:pt x="2679" y="2983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58" y="2108"/>
                  </a:lnTo>
                  <a:lnTo>
                    <a:pt x="2625" y="1572"/>
                  </a:lnTo>
                  <a:lnTo>
                    <a:pt x="2304" y="1090"/>
                  </a:lnTo>
                  <a:lnTo>
                    <a:pt x="2107" y="885"/>
                  </a:lnTo>
                  <a:lnTo>
                    <a:pt x="2393" y="876"/>
                  </a:lnTo>
                  <a:lnTo>
                    <a:pt x="2965" y="769"/>
                  </a:lnTo>
                  <a:lnTo>
                    <a:pt x="3501" y="545"/>
                  </a:lnTo>
                  <a:lnTo>
                    <a:pt x="4001" y="215"/>
                  </a:lnTo>
                  <a:lnTo>
                    <a:pt x="4224" y="10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36"/>
            <p:cNvSpPr/>
            <p:nvPr/>
          </p:nvSpPr>
          <p:spPr>
            <a:xfrm>
              <a:off x="1175329" y="4106818"/>
              <a:ext cx="77314" cy="77332"/>
            </a:xfrm>
            <a:custGeom>
              <a:rect b="b" l="l" r="r" t="t"/>
              <a:pathLst>
                <a:path extrusionOk="0" h="4216" w="4215">
                  <a:moveTo>
                    <a:pt x="4215" y="1"/>
                  </a:moveTo>
                  <a:lnTo>
                    <a:pt x="4001" y="224"/>
                  </a:lnTo>
                  <a:lnTo>
                    <a:pt x="3679" y="724"/>
                  </a:lnTo>
                  <a:lnTo>
                    <a:pt x="3456" y="1260"/>
                  </a:lnTo>
                  <a:lnTo>
                    <a:pt x="3349" y="1831"/>
                  </a:lnTo>
                  <a:lnTo>
                    <a:pt x="3340" y="2117"/>
                  </a:lnTo>
                  <a:lnTo>
                    <a:pt x="3134" y="1921"/>
                  </a:lnTo>
                  <a:lnTo>
                    <a:pt x="2652" y="1599"/>
                  </a:lnTo>
                  <a:lnTo>
                    <a:pt x="2116" y="1367"/>
                  </a:lnTo>
                  <a:lnTo>
                    <a:pt x="1536" y="1251"/>
                  </a:lnTo>
                  <a:lnTo>
                    <a:pt x="1232" y="1242"/>
                  </a:lnTo>
                  <a:lnTo>
                    <a:pt x="1241" y="1546"/>
                  </a:lnTo>
                  <a:lnTo>
                    <a:pt x="1357" y="2126"/>
                  </a:lnTo>
                  <a:lnTo>
                    <a:pt x="1590" y="2662"/>
                  </a:lnTo>
                  <a:lnTo>
                    <a:pt x="1911" y="3144"/>
                  </a:lnTo>
                  <a:lnTo>
                    <a:pt x="2099" y="3350"/>
                  </a:lnTo>
                  <a:lnTo>
                    <a:pt x="1822" y="3358"/>
                  </a:lnTo>
                  <a:lnTo>
                    <a:pt x="1259" y="3466"/>
                  </a:lnTo>
                  <a:lnTo>
                    <a:pt x="723" y="3689"/>
                  </a:lnTo>
                  <a:lnTo>
                    <a:pt x="223" y="4010"/>
                  </a:lnTo>
                  <a:lnTo>
                    <a:pt x="0" y="4216"/>
                  </a:lnTo>
                  <a:lnTo>
                    <a:pt x="4215" y="421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36"/>
            <p:cNvSpPr/>
            <p:nvPr/>
          </p:nvSpPr>
          <p:spPr>
            <a:xfrm>
              <a:off x="1175164" y="4184141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9" y="1"/>
                  </a:moveTo>
                  <a:lnTo>
                    <a:pt x="0" y="10"/>
                  </a:lnTo>
                  <a:lnTo>
                    <a:pt x="223" y="215"/>
                  </a:lnTo>
                  <a:lnTo>
                    <a:pt x="723" y="545"/>
                  </a:lnTo>
                  <a:lnTo>
                    <a:pt x="1259" y="769"/>
                  </a:lnTo>
                  <a:lnTo>
                    <a:pt x="1822" y="876"/>
                  </a:lnTo>
                  <a:lnTo>
                    <a:pt x="2108" y="885"/>
                  </a:lnTo>
                  <a:lnTo>
                    <a:pt x="1920" y="1090"/>
                  </a:lnTo>
                  <a:lnTo>
                    <a:pt x="1599" y="1572"/>
                  </a:lnTo>
                  <a:lnTo>
                    <a:pt x="1366" y="2108"/>
                  </a:lnTo>
                  <a:lnTo>
                    <a:pt x="1250" y="2689"/>
                  </a:lnTo>
                  <a:lnTo>
                    <a:pt x="1241" y="2992"/>
                  </a:lnTo>
                  <a:lnTo>
                    <a:pt x="1545" y="2983"/>
                  </a:lnTo>
                  <a:lnTo>
                    <a:pt x="2125" y="2867"/>
                  </a:lnTo>
                  <a:lnTo>
                    <a:pt x="2661" y="2635"/>
                  </a:lnTo>
                  <a:lnTo>
                    <a:pt x="3143" y="2314"/>
                  </a:lnTo>
                  <a:lnTo>
                    <a:pt x="3349" y="2117"/>
                  </a:lnTo>
                  <a:lnTo>
                    <a:pt x="3358" y="2403"/>
                  </a:lnTo>
                  <a:lnTo>
                    <a:pt x="3465" y="2974"/>
                  </a:lnTo>
                  <a:lnTo>
                    <a:pt x="3688" y="3510"/>
                  </a:lnTo>
                  <a:lnTo>
                    <a:pt x="4010" y="4010"/>
                  </a:lnTo>
                  <a:lnTo>
                    <a:pt x="4224" y="4234"/>
                  </a:lnTo>
                  <a:lnTo>
                    <a:pt x="42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36"/>
            <p:cNvSpPr/>
            <p:nvPr/>
          </p:nvSpPr>
          <p:spPr>
            <a:xfrm>
              <a:off x="1252652" y="4106818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0" y="1"/>
                  </a:moveTo>
                  <a:lnTo>
                    <a:pt x="0" y="4216"/>
                  </a:lnTo>
                  <a:lnTo>
                    <a:pt x="4206" y="4216"/>
                  </a:lnTo>
                  <a:lnTo>
                    <a:pt x="3983" y="4010"/>
                  </a:lnTo>
                  <a:lnTo>
                    <a:pt x="3492" y="3689"/>
                  </a:lnTo>
                  <a:lnTo>
                    <a:pt x="2956" y="3466"/>
                  </a:lnTo>
                  <a:lnTo>
                    <a:pt x="2393" y="3358"/>
                  </a:lnTo>
                  <a:lnTo>
                    <a:pt x="2107" y="3350"/>
                  </a:lnTo>
                  <a:lnTo>
                    <a:pt x="2304" y="3144"/>
                  </a:lnTo>
                  <a:lnTo>
                    <a:pt x="2625" y="2662"/>
                  </a:lnTo>
                  <a:lnTo>
                    <a:pt x="2858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79" y="1251"/>
                  </a:lnTo>
                  <a:lnTo>
                    <a:pt x="2099" y="1367"/>
                  </a:lnTo>
                  <a:lnTo>
                    <a:pt x="1563" y="1599"/>
                  </a:lnTo>
                  <a:lnTo>
                    <a:pt x="1081" y="1921"/>
                  </a:lnTo>
                  <a:lnTo>
                    <a:pt x="875" y="2117"/>
                  </a:lnTo>
                  <a:lnTo>
                    <a:pt x="866" y="1831"/>
                  </a:lnTo>
                  <a:lnTo>
                    <a:pt x="759" y="1260"/>
                  </a:lnTo>
                  <a:lnTo>
                    <a:pt x="536" y="724"/>
                  </a:lnTo>
                  <a:lnTo>
                    <a:pt x="205" y="2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36"/>
            <p:cNvSpPr/>
            <p:nvPr/>
          </p:nvSpPr>
          <p:spPr>
            <a:xfrm>
              <a:off x="1097345" y="4029019"/>
              <a:ext cx="155288" cy="155123"/>
            </a:xfrm>
            <a:custGeom>
              <a:rect b="b" l="l" r="r" t="t"/>
              <a:pathLst>
                <a:path extrusionOk="0" h="8457" w="8466">
                  <a:moveTo>
                    <a:pt x="8466" y="0"/>
                  </a:moveTo>
                  <a:lnTo>
                    <a:pt x="5983" y="2474"/>
                  </a:lnTo>
                  <a:lnTo>
                    <a:pt x="2483" y="2474"/>
                  </a:lnTo>
                  <a:lnTo>
                    <a:pt x="2483" y="5983"/>
                  </a:lnTo>
                  <a:lnTo>
                    <a:pt x="0" y="8457"/>
                  </a:lnTo>
                  <a:lnTo>
                    <a:pt x="2090" y="8457"/>
                  </a:lnTo>
                  <a:lnTo>
                    <a:pt x="3956" y="6590"/>
                  </a:lnTo>
                  <a:lnTo>
                    <a:pt x="3956" y="3956"/>
                  </a:lnTo>
                  <a:lnTo>
                    <a:pt x="6600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36"/>
            <p:cNvSpPr/>
            <p:nvPr/>
          </p:nvSpPr>
          <p:spPr>
            <a:xfrm>
              <a:off x="1252652" y="4184141"/>
              <a:ext cx="155123" cy="155306"/>
            </a:xfrm>
            <a:custGeom>
              <a:rect b="b" l="l" r="r" t="t"/>
              <a:pathLst>
                <a:path extrusionOk="0" h="8467" w="8457">
                  <a:moveTo>
                    <a:pt x="6367" y="1"/>
                  </a:moveTo>
                  <a:lnTo>
                    <a:pt x="4501" y="1867"/>
                  </a:lnTo>
                  <a:lnTo>
                    <a:pt x="4501" y="4510"/>
                  </a:lnTo>
                  <a:lnTo>
                    <a:pt x="1866" y="4510"/>
                  </a:lnTo>
                  <a:lnTo>
                    <a:pt x="0" y="6368"/>
                  </a:lnTo>
                  <a:lnTo>
                    <a:pt x="0" y="8466"/>
                  </a:lnTo>
                  <a:lnTo>
                    <a:pt x="2474" y="5984"/>
                  </a:lnTo>
                  <a:lnTo>
                    <a:pt x="5983" y="5984"/>
                  </a:lnTo>
                  <a:lnTo>
                    <a:pt x="5983" y="2483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36"/>
            <p:cNvSpPr/>
            <p:nvPr/>
          </p:nvSpPr>
          <p:spPr>
            <a:xfrm>
              <a:off x="1097345" y="4184141"/>
              <a:ext cx="155288" cy="155306"/>
            </a:xfrm>
            <a:custGeom>
              <a:rect b="b" l="l" r="r" t="t"/>
              <a:pathLst>
                <a:path extrusionOk="0" h="8467" w="8466">
                  <a:moveTo>
                    <a:pt x="0" y="1"/>
                  </a:moveTo>
                  <a:lnTo>
                    <a:pt x="2483" y="2483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66"/>
                  </a:lnTo>
                  <a:lnTo>
                    <a:pt x="8466" y="6377"/>
                  </a:lnTo>
                  <a:lnTo>
                    <a:pt x="6600" y="4510"/>
                  </a:lnTo>
                  <a:lnTo>
                    <a:pt x="3956" y="4510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6"/>
            <p:cNvSpPr/>
            <p:nvPr/>
          </p:nvSpPr>
          <p:spPr>
            <a:xfrm>
              <a:off x="1252652" y="4029019"/>
              <a:ext cx="155123" cy="155123"/>
            </a:xfrm>
            <a:custGeom>
              <a:rect b="b" l="l" r="r" t="t"/>
              <a:pathLst>
                <a:path extrusionOk="0" h="8457" w="8457">
                  <a:moveTo>
                    <a:pt x="0" y="0"/>
                  </a:moveTo>
                  <a:lnTo>
                    <a:pt x="0" y="2090"/>
                  </a:lnTo>
                  <a:lnTo>
                    <a:pt x="1866" y="3956"/>
                  </a:lnTo>
                  <a:lnTo>
                    <a:pt x="4501" y="3956"/>
                  </a:lnTo>
                  <a:lnTo>
                    <a:pt x="4501" y="6590"/>
                  </a:lnTo>
                  <a:lnTo>
                    <a:pt x="6367" y="8457"/>
                  </a:lnTo>
                  <a:lnTo>
                    <a:pt x="8457" y="8457"/>
                  </a:lnTo>
                  <a:lnTo>
                    <a:pt x="5983" y="5983"/>
                  </a:lnTo>
                  <a:lnTo>
                    <a:pt x="5983" y="2474"/>
                  </a:lnTo>
                  <a:lnTo>
                    <a:pt x="2474" y="2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6"/>
            <p:cNvSpPr/>
            <p:nvPr/>
          </p:nvSpPr>
          <p:spPr>
            <a:xfrm>
              <a:off x="3264980" y="1892544"/>
              <a:ext cx="77332" cy="77497"/>
            </a:xfrm>
            <a:custGeom>
              <a:rect b="b" l="l" r="r" t="t"/>
              <a:pathLst>
                <a:path extrusionOk="0" h="4225" w="4216">
                  <a:moveTo>
                    <a:pt x="1" y="1"/>
                  </a:moveTo>
                  <a:lnTo>
                    <a:pt x="1" y="4224"/>
                  </a:lnTo>
                  <a:lnTo>
                    <a:pt x="206" y="4001"/>
                  </a:lnTo>
                  <a:lnTo>
                    <a:pt x="537" y="3510"/>
                  </a:lnTo>
                  <a:lnTo>
                    <a:pt x="751" y="2965"/>
                  </a:lnTo>
                  <a:lnTo>
                    <a:pt x="867" y="2403"/>
                  </a:lnTo>
                  <a:lnTo>
                    <a:pt x="876" y="2117"/>
                  </a:lnTo>
                  <a:lnTo>
                    <a:pt x="1081" y="2313"/>
                  </a:lnTo>
                  <a:lnTo>
                    <a:pt x="1555" y="2635"/>
                  </a:lnTo>
                  <a:lnTo>
                    <a:pt x="2090" y="2858"/>
                  </a:lnTo>
                  <a:lnTo>
                    <a:pt x="2680" y="2983"/>
                  </a:lnTo>
                  <a:lnTo>
                    <a:pt x="2983" y="2992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49" y="2099"/>
                  </a:lnTo>
                  <a:lnTo>
                    <a:pt x="2626" y="1563"/>
                  </a:lnTo>
                  <a:lnTo>
                    <a:pt x="2305" y="1090"/>
                  </a:lnTo>
                  <a:lnTo>
                    <a:pt x="2108" y="885"/>
                  </a:lnTo>
                  <a:lnTo>
                    <a:pt x="2394" y="876"/>
                  </a:lnTo>
                  <a:lnTo>
                    <a:pt x="2957" y="760"/>
                  </a:lnTo>
                  <a:lnTo>
                    <a:pt x="3501" y="545"/>
                  </a:lnTo>
                  <a:lnTo>
                    <a:pt x="3992" y="215"/>
                  </a:lnTo>
                  <a:lnTo>
                    <a:pt x="4216" y="10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6"/>
            <p:cNvSpPr/>
            <p:nvPr/>
          </p:nvSpPr>
          <p:spPr>
            <a:xfrm>
              <a:off x="3187657" y="1815222"/>
              <a:ext cx="77332" cy="77332"/>
            </a:xfrm>
            <a:custGeom>
              <a:rect b="b" l="l" r="r" t="t"/>
              <a:pathLst>
                <a:path extrusionOk="0" h="4216" w="4216">
                  <a:moveTo>
                    <a:pt x="4216" y="1"/>
                  </a:moveTo>
                  <a:lnTo>
                    <a:pt x="4001" y="224"/>
                  </a:lnTo>
                  <a:lnTo>
                    <a:pt x="3680" y="724"/>
                  </a:lnTo>
                  <a:lnTo>
                    <a:pt x="3457" y="1260"/>
                  </a:lnTo>
                  <a:lnTo>
                    <a:pt x="3350" y="1822"/>
                  </a:lnTo>
                  <a:lnTo>
                    <a:pt x="3341" y="2108"/>
                  </a:lnTo>
                  <a:lnTo>
                    <a:pt x="3126" y="1912"/>
                  </a:lnTo>
                  <a:lnTo>
                    <a:pt x="2653" y="1590"/>
                  </a:lnTo>
                  <a:lnTo>
                    <a:pt x="2117" y="1367"/>
                  </a:lnTo>
                  <a:lnTo>
                    <a:pt x="1537" y="1251"/>
                  </a:lnTo>
                  <a:lnTo>
                    <a:pt x="1224" y="1242"/>
                  </a:lnTo>
                  <a:lnTo>
                    <a:pt x="1242" y="1546"/>
                  </a:lnTo>
                  <a:lnTo>
                    <a:pt x="1358" y="2126"/>
                  </a:lnTo>
                  <a:lnTo>
                    <a:pt x="1581" y="2662"/>
                  </a:lnTo>
                  <a:lnTo>
                    <a:pt x="1903" y="3135"/>
                  </a:lnTo>
                  <a:lnTo>
                    <a:pt x="2099" y="3349"/>
                  </a:lnTo>
                  <a:lnTo>
                    <a:pt x="1814" y="3358"/>
                  </a:lnTo>
                  <a:lnTo>
                    <a:pt x="1260" y="3466"/>
                  </a:lnTo>
                  <a:lnTo>
                    <a:pt x="724" y="3680"/>
                  </a:lnTo>
                  <a:lnTo>
                    <a:pt x="224" y="4010"/>
                  </a:lnTo>
                  <a:lnTo>
                    <a:pt x="1" y="4216"/>
                  </a:lnTo>
                  <a:lnTo>
                    <a:pt x="4216" y="4216"/>
                  </a:lnTo>
                  <a:lnTo>
                    <a:pt x="421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6"/>
            <p:cNvSpPr/>
            <p:nvPr/>
          </p:nvSpPr>
          <p:spPr>
            <a:xfrm>
              <a:off x="3187492" y="1892544"/>
              <a:ext cx="77497" cy="77497"/>
            </a:xfrm>
            <a:custGeom>
              <a:rect b="b" l="l" r="r" t="t"/>
              <a:pathLst>
                <a:path extrusionOk="0" h="4225" w="4225">
                  <a:moveTo>
                    <a:pt x="10" y="1"/>
                  </a:moveTo>
                  <a:lnTo>
                    <a:pt x="1" y="10"/>
                  </a:lnTo>
                  <a:lnTo>
                    <a:pt x="224" y="215"/>
                  </a:lnTo>
                  <a:lnTo>
                    <a:pt x="724" y="545"/>
                  </a:lnTo>
                  <a:lnTo>
                    <a:pt x="1260" y="760"/>
                  </a:lnTo>
                  <a:lnTo>
                    <a:pt x="1823" y="876"/>
                  </a:lnTo>
                  <a:lnTo>
                    <a:pt x="2108" y="885"/>
                  </a:lnTo>
                  <a:lnTo>
                    <a:pt x="1912" y="1090"/>
                  </a:lnTo>
                  <a:lnTo>
                    <a:pt x="1590" y="1563"/>
                  </a:lnTo>
                  <a:lnTo>
                    <a:pt x="1367" y="2099"/>
                  </a:lnTo>
                  <a:lnTo>
                    <a:pt x="1251" y="2689"/>
                  </a:lnTo>
                  <a:lnTo>
                    <a:pt x="1233" y="2992"/>
                  </a:lnTo>
                  <a:lnTo>
                    <a:pt x="1233" y="2992"/>
                  </a:lnTo>
                  <a:lnTo>
                    <a:pt x="1546" y="2983"/>
                  </a:lnTo>
                  <a:lnTo>
                    <a:pt x="2126" y="2858"/>
                  </a:lnTo>
                  <a:lnTo>
                    <a:pt x="2662" y="2635"/>
                  </a:lnTo>
                  <a:lnTo>
                    <a:pt x="3135" y="2313"/>
                  </a:lnTo>
                  <a:lnTo>
                    <a:pt x="3350" y="2117"/>
                  </a:lnTo>
                  <a:lnTo>
                    <a:pt x="3359" y="2403"/>
                  </a:lnTo>
                  <a:lnTo>
                    <a:pt x="3466" y="2965"/>
                  </a:lnTo>
                  <a:lnTo>
                    <a:pt x="3689" y="3510"/>
                  </a:lnTo>
                  <a:lnTo>
                    <a:pt x="4010" y="4001"/>
                  </a:lnTo>
                  <a:lnTo>
                    <a:pt x="4225" y="4224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6"/>
            <p:cNvSpPr/>
            <p:nvPr/>
          </p:nvSpPr>
          <p:spPr>
            <a:xfrm>
              <a:off x="3264980" y="1815222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1" y="1"/>
                  </a:moveTo>
                  <a:lnTo>
                    <a:pt x="1" y="4216"/>
                  </a:lnTo>
                  <a:lnTo>
                    <a:pt x="4207" y="4216"/>
                  </a:lnTo>
                  <a:lnTo>
                    <a:pt x="3983" y="4010"/>
                  </a:lnTo>
                  <a:lnTo>
                    <a:pt x="3492" y="3680"/>
                  </a:lnTo>
                  <a:lnTo>
                    <a:pt x="2957" y="3466"/>
                  </a:lnTo>
                  <a:lnTo>
                    <a:pt x="2394" y="3358"/>
                  </a:lnTo>
                  <a:lnTo>
                    <a:pt x="2108" y="3349"/>
                  </a:lnTo>
                  <a:lnTo>
                    <a:pt x="2305" y="3135"/>
                  </a:lnTo>
                  <a:lnTo>
                    <a:pt x="2626" y="2662"/>
                  </a:lnTo>
                  <a:lnTo>
                    <a:pt x="2849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80" y="1251"/>
                  </a:lnTo>
                  <a:lnTo>
                    <a:pt x="2090" y="1367"/>
                  </a:lnTo>
                  <a:lnTo>
                    <a:pt x="1555" y="1590"/>
                  </a:lnTo>
                  <a:lnTo>
                    <a:pt x="1081" y="1912"/>
                  </a:lnTo>
                  <a:lnTo>
                    <a:pt x="876" y="2108"/>
                  </a:lnTo>
                  <a:lnTo>
                    <a:pt x="867" y="1822"/>
                  </a:lnTo>
                  <a:lnTo>
                    <a:pt x="751" y="1260"/>
                  </a:lnTo>
                  <a:lnTo>
                    <a:pt x="537" y="724"/>
                  </a:lnTo>
                  <a:lnTo>
                    <a:pt x="206" y="2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6"/>
            <p:cNvSpPr/>
            <p:nvPr/>
          </p:nvSpPr>
          <p:spPr>
            <a:xfrm>
              <a:off x="3109691" y="1737257"/>
              <a:ext cx="155288" cy="155288"/>
            </a:xfrm>
            <a:custGeom>
              <a:rect b="b" l="l" r="r" t="t"/>
              <a:pathLst>
                <a:path extrusionOk="0" h="8466" w="8466">
                  <a:moveTo>
                    <a:pt x="8466" y="0"/>
                  </a:moveTo>
                  <a:lnTo>
                    <a:pt x="5983" y="2483"/>
                  </a:lnTo>
                  <a:lnTo>
                    <a:pt x="2483" y="2483"/>
                  </a:lnTo>
                  <a:lnTo>
                    <a:pt x="2483" y="5983"/>
                  </a:lnTo>
                  <a:lnTo>
                    <a:pt x="0" y="8466"/>
                  </a:lnTo>
                  <a:lnTo>
                    <a:pt x="2090" y="8466"/>
                  </a:lnTo>
                  <a:lnTo>
                    <a:pt x="3956" y="6599"/>
                  </a:lnTo>
                  <a:lnTo>
                    <a:pt x="3956" y="3956"/>
                  </a:lnTo>
                  <a:lnTo>
                    <a:pt x="6599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6"/>
            <p:cNvSpPr/>
            <p:nvPr/>
          </p:nvSpPr>
          <p:spPr>
            <a:xfrm>
              <a:off x="3264980" y="1892544"/>
              <a:ext cx="155141" cy="155141"/>
            </a:xfrm>
            <a:custGeom>
              <a:rect b="b" l="l" r="r" t="t"/>
              <a:pathLst>
                <a:path extrusionOk="0" h="8458" w="8458">
                  <a:moveTo>
                    <a:pt x="6368" y="1"/>
                  </a:moveTo>
                  <a:lnTo>
                    <a:pt x="4501" y="1867"/>
                  </a:lnTo>
                  <a:lnTo>
                    <a:pt x="4501" y="4501"/>
                  </a:lnTo>
                  <a:lnTo>
                    <a:pt x="1867" y="4501"/>
                  </a:lnTo>
                  <a:lnTo>
                    <a:pt x="1" y="6368"/>
                  </a:lnTo>
                  <a:lnTo>
                    <a:pt x="1" y="8457"/>
                  </a:lnTo>
                  <a:lnTo>
                    <a:pt x="2474" y="5984"/>
                  </a:lnTo>
                  <a:lnTo>
                    <a:pt x="5984" y="5984"/>
                  </a:lnTo>
                  <a:lnTo>
                    <a:pt x="5984" y="2474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6"/>
            <p:cNvSpPr/>
            <p:nvPr/>
          </p:nvSpPr>
          <p:spPr>
            <a:xfrm>
              <a:off x="3109691" y="1892544"/>
              <a:ext cx="155288" cy="155141"/>
            </a:xfrm>
            <a:custGeom>
              <a:rect b="b" l="l" r="r" t="t"/>
              <a:pathLst>
                <a:path extrusionOk="0" h="8458" w="8466">
                  <a:moveTo>
                    <a:pt x="0" y="1"/>
                  </a:moveTo>
                  <a:lnTo>
                    <a:pt x="2483" y="2474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57"/>
                  </a:lnTo>
                  <a:lnTo>
                    <a:pt x="8466" y="6368"/>
                  </a:lnTo>
                  <a:lnTo>
                    <a:pt x="6599" y="4501"/>
                  </a:lnTo>
                  <a:lnTo>
                    <a:pt x="3956" y="4501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6"/>
            <p:cNvSpPr/>
            <p:nvPr/>
          </p:nvSpPr>
          <p:spPr>
            <a:xfrm>
              <a:off x="3264980" y="1737257"/>
              <a:ext cx="155141" cy="155288"/>
            </a:xfrm>
            <a:custGeom>
              <a:rect b="b" l="l" r="r" t="t"/>
              <a:pathLst>
                <a:path extrusionOk="0" h="8466" w="8458">
                  <a:moveTo>
                    <a:pt x="1" y="0"/>
                  </a:moveTo>
                  <a:lnTo>
                    <a:pt x="1" y="2090"/>
                  </a:lnTo>
                  <a:lnTo>
                    <a:pt x="1867" y="3956"/>
                  </a:lnTo>
                  <a:lnTo>
                    <a:pt x="4501" y="3956"/>
                  </a:lnTo>
                  <a:lnTo>
                    <a:pt x="4501" y="6599"/>
                  </a:lnTo>
                  <a:lnTo>
                    <a:pt x="6368" y="8466"/>
                  </a:lnTo>
                  <a:lnTo>
                    <a:pt x="8457" y="8466"/>
                  </a:lnTo>
                  <a:lnTo>
                    <a:pt x="5984" y="5983"/>
                  </a:lnTo>
                  <a:lnTo>
                    <a:pt x="5984" y="2483"/>
                  </a:lnTo>
                  <a:lnTo>
                    <a:pt x="2474" y="24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6"/>
            <p:cNvSpPr/>
            <p:nvPr/>
          </p:nvSpPr>
          <p:spPr>
            <a:xfrm>
              <a:off x="3316914" y="4053087"/>
              <a:ext cx="160368" cy="227209"/>
            </a:xfrm>
            <a:custGeom>
              <a:rect b="b" l="l" r="r" t="t"/>
              <a:pathLst>
                <a:path extrusionOk="0" h="12387" w="8743">
                  <a:moveTo>
                    <a:pt x="1" y="1"/>
                  </a:moveTo>
                  <a:lnTo>
                    <a:pt x="1" y="12387"/>
                  </a:lnTo>
                  <a:lnTo>
                    <a:pt x="313" y="12065"/>
                  </a:lnTo>
                  <a:lnTo>
                    <a:pt x="876" y="11378"/>
                  </a:lnTo>
                  <a:lnTo>
                    <a:pt x="1358" y="10645"/>
                  </a:lnTo>
                  <a:lnTo>
                    <a:pt x="1760" y="9886"/>
                  </a:lnTo>
                  <a:lnTo>
                    <a:pt x="2072" y="9100"/>
                  </a:lnTo>
                  <a:lnTo>
                    <a:pt x="2313" y="8288"/>
                  </a:lnTo>
                  <a:lnTo>
                    <a:pt x="2474" y="7457"/>
                  </a:lnTo>
                  <a:lnTo>
                    <a:pt x="2554" y="6627"/>
                  </a:lnTo>
                  <a:lnTo>
                    <a:pt x="2563" y="6207"/>
                  </a:lnTo>
                  <a:lnTo>
                    <a:pt x="2867" y="6502"/>
                  </a:lnTo>
                  <a:lnTo>
                    <a:pt x="3510" y="7029"/>
                  </a:lnTo>
                  <a:lnTo>
                    <a:pt x="4207" y="7502"/>
                  </a:lnTo>
                  <a:lnTo>
                    <a:pt x="4957" y="7904"/>
                  </a:lnTo>
                  <a:lnTo>
                    <a:pt x="5734" y="8243"/>
                  </a:lnTo>
                  <a:lnTo>
                    <a:pt x="6555" y="8493"/>
                  </a:lnTo>
                  <a:lnTo>
                    <a:pt x="7412" y="8672"/>
                  </a:lnTo>
                  <a:lnTo>
                    <a:pt x="8296" y="8761"/>
                  </a:lnTo>
                  <a:lnTo>
                    <a:pt x="8743" y="8761"/>
                  </a:lnTo>
                  <a:lnTo>
                    <a:pt x="8743" y="87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6"/>
            <p:cNvSpPr/>
            <p:nvPr/>
          </p:nvSpPr>
          <p:spPr>
            <a:xfrm>
              <a:off x="3090686" y="3893214"/>
              <a:ext cx="226218" cy="159873"/>
            </a:xfrm>
            <a:custGeom>
              <a:rect b="b" l="l" r="r" t="t"/>
              <a:pathLst>
                <a:path extrusionOk="0" h="8716" w="12333">
                  <a:moveTo>
                    <a:pt x="3590" y="0"/>
                  </a:moveTo>
                  <a:lnTo>
                    <a:pt x="3599" y="447"/>
                  </a:lnTo>
                  <a:lnTo>
                    <a:pt x="3688" y="1331"/>
                  </a:lnTo>
                  <a:lnTo>
                    <a:pt x="3867" y="2179"/>
                  </a:lnTo>
                  <a:lnTo>
                    <a:pt x="4117" y="3001"/>
                  </a:lnTo>
                  <a:lnTo>
                    <a:pt x="4447" y="3786"/>
                  </a:lnTo>
                  <a:lnTo>
                    <a:pt x="4858" y="4528"/>
                  </a:lnTo>
                  <a:lnTo>
                    <a:pt x="5331" y="5233"/>
                  </a:lnTo>
                  <a:lnTo>
                    <a:pt x="5858" y="5876"/>
                  </a:lnTo>
                  <a:lnTo>
                    <a:pt x="6153" y="6180"/>
                  </a:lnTo>
                  <a:lnTo>
                    <a:pt x="5733" y="6189"/>
                  </a:lnTo>
                  <a:lnTo>
                    <a:pt x="4903" y="6269"/>
                  </a:lnTo>
                  <a:lnTo>
                    <a:pt x="4081" y="6421"/>
                  </a:lnTo>
                  <a:lnTo>
                    <a:pt x="3278" y="6662"/>
                  </a:lnTo>
                  <a:lnTo>
                    <a:pt x="2492" y="6974"/>
                  </a:lnTo>
                  <a:lnTo>
                    <a:pt x="1733" y="7376"/>
                  </a:lnTo>
                  <a:lnTo>
                    <a:pt x="1009" y="7850"/>
                  </a:lnTo>
                  <a:lnTo>
                    <a:pt x="322" y="8403"/>
                  </a:lnTo>
                  <a:lnTo>
                    <a:pt x="0" y="8716"/>
                  </a:lnTo>
                  <a:lnTo>
                    <a:pt x="12333" y="8716"/>
                  </a:lnTo>
                  <a:lnTo>
                    <a:pt x="3617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6"/>
            <p:cNvSpPr/>
            <p:nvPr/>
          </p:nvSpPr>
          <p:spPr>
            <a:xfrm>
              <a:off x="3090191" y="4053087"/>
              <a:ext cx="226713" cy="227209"/>
            </a:xfrm>
            <a:custGeom>
              <a:rect b="b" l="l" r="r" t="t"/>
              <a:pathLst>
                <a:path extrusionOk="0" h="12387" w="12360">
                  <a:moveTo>
                    <a:pt x="27" y="1"/>
                  </a:moveTo>
                  <a:lnTo>
                    <a:pt x="0" y="28"/>
                  </a:lnTo>
                  <a:lnTo>
                    <a:pt x="322" y="340"/>
                  </a:lnTo>
                  <a:lnTo>
                    <a:pt x="1010" y="894"/>
                  </a:lnTo>
                  <a:lnTo>
                    <a:pt x="1733" y="1376"/>
                  </a:lnTo>
                  <a:lnTo>
                    <a:pt x="2501" y="1778"/>
                  </a:lnTo>
                  <a:lnTo>
                    <a:pt x="3287" y="2099"/>
                  </a:lnTo>
                  <a:lnTo>
                    <a:pt x="4099" y="2340"/>
                  </a:lnTo>
                  <a:lnTo>
                    <a:pt x="4921" y="2501"/>
                  </a:lnTo>
                  <a:lnTo>
                    <a:pt x="5760" y="2582"/>
                  </a:lnTo>
                  <a:lnTo>
                    <a:pt x="6180" y="2582"/>
                  </a:lnTo>
                  <a:lnTo>
                    <a:pt x="5885" y="2885"/>
                  </a:lnTo>
                  <a:lnTo>
                    <a:pt x="5349" y="3537"/>
                  </a:lnTo>
                  <a:lnTo>
                    <a:pt x="4885" y="4234"/>
                  </a:lnTo>
                  <a:lnTo>
                    <a:pt x="4474" y="4975"/>
                  </a:lnTo>
                  <a:lnTo>
                    <a:pt x="4144" y="5761"/>
                  </a:lnTo>
                  <a:lnTo>
                    <a:pt x="3894" y="6582"/>
                  </a:lnTo>
                  <a:lnTo>
                    <a:pt x="3715" y="7431"/>
                  </a:lnTo>
                  <a:lnTo>
                    <a:pt x="3626" y="8315"/>
                  </a:lnTo>
                  <a:lnTo>
                    <a:pt x="3617" y="8770"/>
                  </a:lnTo>
                  <a:lnTo>
                    <a:pt x="4073" y="8761"/>
                  </a:lnTo>
                  <a:lnTo>
                    <a:pt x="4948" y="8672"/>
                  </a:lnTo>
                  <a:lnTo>
                    <a:pt x="5805" y="8493"/>
                  </a:lnTo>
                  <a:lnTo>
                    <a:pt x="6626" y="8243"/>
                  </a:lnTo>
                  <a:lnTo>
                    <a:pt x="7412" y="7904"/>
                  </a:lnTo>
                  <a:lnTo>
                    <a:pt x="8154" y="7502"/>
                  </a:lnTo>
                  <a:lnTo>
                    <a:pt x="8850" y="7029"/>
                  </a:lnTo>
                  <a:lnTo>
                    <a:pt x="9502" y="6502"/>
                  </a:lnTo>
                  <a:lnTo>
                    <a:pt x="9797" y="6207"/>
                  </a:lnTo>
                  <a:lnTo>
                    <a:pt x="9806" y="6627"/>
                  </a:lnTo>
                  <a:lnTo>
                    <a:pt x="9886" y="7466"/>
                  </a:lnTo>
                  <a:lnTo>
                    <a:pt x="10047" y="8288"/>
                  </a:lnTo>
                  <a:lnTo>
                    <a:pt x="10288" y="9100"/>
                  </a:lnTo>
                  <a:lnTo>
                    <a:pt x="10609" y="9886"/>
                  </a:lnTo>
                  <a:lnTo>
                    <a:pt x="11011" y="10654"/>
                  </a:lnTo>
                  <a:lnTo>
                    <a:pt x="11484" y="11378"/>
                  </a:lnTo>
                  <a:lnTo>
                    <a:pt x="12047" y="12065"/>
                  </a:lnTo>
                  <a:lnTo>
                    <a:pt x="12360" y="12387"/>
                  </a:lnTo>
                  <a:lnTo>
                    <a:pt x="12360" y="1"/>
                  </a:lnTo>
                  <a:close/>
                </a:path>
              </a:pathLst>
            </a:custGeom>
            <a:solidFill>
              <a:srgbClr val="F46C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6"/>
            <p:cNvSpPr/>
            <p:nvPr/>
          </p:nvSpPr>
          <p:spPr>
            <a:xfrm>
              <a:off x="2210652" y="2210337"/>
              <a:ext cx="737607" cy="737754"/>
            </a:xfrm>
            <a:custGeom>
              <a:rect b="b" l="l" r="r" t="t"/>
              <a:pathLst>
                <a:path extrusionOk="0" h="40221" w="40213">
                  <a:moveTo>
                    <a:pt x="0" y="0"/>
                  </a:moveTo>
                  <a:lnTo>
                    <a:pt x="0" y="40220"/>
                  </a:lnTo>
                  <a:lnTo>
                    <a:pt x="40212" y="40220"/>
                  </a:lnTo>
                  <a:lnTo>
                    <a:pt x="4021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6"/>
            <p:cNvSpPr/>
            <p:nvPr/>
          </p:nvSpPr>
          <p:spPr>
            <a:xfrm>
              <a:off x="2210652" y="2579247"/>
              <a:ext cx="368886" cy="368886"/>
            </a:xfrm>
            <a:custGeom>
              <a:rect b="b" l="l" r="r" t="t"/>
              <a:pathLst>
                <a:path extrusionOk="0" h="20111" w="20111">
                  <a:moveTo>
                    <a:pt x="0" y="0"/>
                  </a:moveTo>
                  <a:lnTo>
                    <a:pt x="0" y="20110"/>
                  </a:lnTo>
                  <a:lnTo>
                    <a:pt x="20111" y="20110"/>
                  </a:lnTo>
                  <a:lnTo>
                    <a:pt x="20111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6"/>
            <p:cNvSpPr/>
            <p:nvPr/>
          </p:nvSpPr>
          <p:spPr>
            <a:xfrm>
              <a:off x="2579565" y="2210337"/>
              <a:ext cx="368739" cy="368886"/>
            </a:xfrm>
            <a:custGeom>
              <a:rect b="b" l="l" r="r" t="t"/>
              <a:pathLst>
                <a:path extrusionOk="0" h="20111" w="20103">
                  <a:moveTo>
                    <a:pt x="1" y="0"/>
                  </a:moveTo>
                  <a:lnTo>
                    <a:pt x="1" y="20110"/>
                  </a:lnTo>
                  <a:lnTo>
                    <a:pt x="20102" y="20110"/>
                  </a:lnTo>
                  <a:lnTo>
                    <a:pt x="20102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6"/>
            <p:cNvSpPr/>
            <p:nvPr/>
          </p:nvSpPr>
          <p:spPr>
            <a:xfrm>
              <a:off x="2433926" y="2433774"/>
              <a:ext cx="291095" cy="290912"/>
            </a:xfrm>
            <a:custGeom>
              <a:rect b="b" l="l" r="r" t="t"/>
              <a:pathLst>
                <a:path extrusionOk="0" h="15860" w="15870">
                  <a:moveTo>
                    <a:pt x="4654" y="0"/>
                  </a:moveTo>
                  <a:lnTo>
                    <a:pt x="1" y="4644"/>
                  </a:lnTo>
                  <a:lnTo>
                    <a:pt x="1" y="11216"/>
                  </a:lnTo>
                  <a:lnTo>
                    <a:pt x="4654" y="15860"/>
                  </a:lnTo>
                  <a:lnTo>
                    <a:pt x="11226" y="15860"/>
                  </a:lnTo>
                  <a:lnTo>
                    <a:pt x="15870" y="11216"/>
                  </a:lnTo>
                  <a:lnTo>
                    <a:pt x="15870" y="4644"/>
                  </a:lnTo>
                  <a:lnTo>
                    <a:pt x="11226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6"/>
            <p:cNvSpPr/>
            <p:nvPr/>
          </p:nvSpPr>
          <p:spPr>
            <a:xfrm>
              <a:off x="2245048" y="2244733"/>
              <a:ext cx="668969" cy="668969"/>
            </a:xfrm>
            <a:custGeom>
              <a:rect b="b" l="l" r="r" t="t"/>
              <a:pathLst>
                <a:path extrusionOk="0" fill="none" h="36471" w="36471">
                  <a:moveTo>
                    <a:pt x="28853" y="22629"/>
                  </a:moveTo>
                  <a:lnTo>
                    <a:pt x="36471" y="18235"/>
                  </a:lnTo>
                  <a:lnTo>
                    <a:pt x="28853" y="13833"/>
                  </a:lnTo>
                  <a:lnTo>
                    <a:pt x="31131" y="5340"/>
                  </a:lnTo>
                  <a:lnTo>
                    <a:pt x="22629" y="7618"/>
                  </a:lnTo>
                  <a:lnTo>
                    <a:pt x="18236" y="0"/>
                  </a:lnTo>
                  <a:lnTo>
                    <a:pt x="13833" y="7618"/>
                  </a:lnTo>
                  <a:lnTo>
                    <a:pt x="5341" y="5340"/>
                  </a:lnTo>
                  <a:lnTo>
                    <a:pt x="7618" y="13833"/>
                  </a:lnTo>
                  <a:lnTo>
                    <a:pt x="1" y="18235"/>
                  </a:lnTo>
                  <a:lnTo>
                    <a:pt x="7618" y="22629"/>
                  </a:lnTo>
                  <a:lnTo>
                    <a:pt x="5341" y="31130"/>
                  </a:lnTo>
                  <a:lnTo>
                    <a:pt x="13833" y="28853"/>
                  </a:lnTo>
                  <a:lnTo>
                    <a:pt x="18236" y="36470"/>
                  </a:lnTo>
                  <a:lnTo>
                    <a:pt x="22629" y="28853"/>
                  </a:lnTo>
                  <a:lnTo>
                    <a:pt x="31122" y="31130"/>
                  </a:lnTo>
                  <a:lnTo>
                    <a:pt x="28853" y="226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6"/>
            <p:cNvSpPr/>
            <p:nvPr/>
          </p:nvSpPr>
          <p:spPr>
            <a:xfrm>
              <a:off x="2453922" y="2470463"/>
              <a:ext cx="251127" cy="217377"/>
            </a:xfrm>
            <a:custGeom>
              <a:rect b="b" l="l" r="r" t="t"/>
              <a:pathLst>
                <a:path extrusionOk="0" h="11851" w="13691">
                  <a:moveTo>
                    <a:pt x="3421" y="1"/>
                  </a:moveTo>
                  <a:lnTo>
                    <a:pt x="0" y="5930"/>
                  </a:lnTo>
                  <a:lnTo>
                    <a:pt x="3421" y="11851"/>
                  </a:lnTo>
                  <a:lnTo>
                    <a:pt x="10270" y="11851"/>
                  </a:lnTo>
                  <a:lnTo>
                    <a:pt x="13690" y="5930"/>
                  </a:lnTo>
                  <a:lnTo>
                    <a:pt x="1027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6"/>
            <p:cNvSpPr/>
            <p:nvPr/>
          </p:nvSpPr>
          <p:spPr>
            <a:xfrm>
              <a:off x="2521247" y="2528781"/>
              <a:ext cx="116475" cy="100920"/>
            </a:xfrm>
            <a:custGeom>
              <a:rect b="b" l="l" r="r" t="t"/>
              <a:pathLst>
                <a:path extrusionOk="0" h="5502" w="6350">
                  <a:moveTo>
                    <a:pt x="1590" y="1"/>
                  </a:moveTo>
                  <a:lnTo>
                    <a:pt x="1" y="2751"/>
                  </a:lnTo>
                  <a:lnTo>
                    <a:pt x="1590" y="5502"/>
                  </a:lnTo>
                  <a:lnTo>
                    <a:pt x="4760" y="5502"/>
                  </a:lnTo>
                  <a:lnTo>
                    <a:pt x="6350" y="275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6"/>
            <p:cNvSpPr/>
            <p:nvPr/>
          </p:nvSpPr>
          <p:spPr>
            <a:xfrm>
              <a:off x="2210652" y="2210337"/>
              <a:ext cx="170200" cy="170200"/>
            </a:xfrm>
            <a:custGeom>
              <a:rect b="b" l="l" r="r" t="t"/>
              <a:pathLst>
                <a:path extrusionOk="0" h="9279" w="9279">
                  <a:moveTo>
                    <a:pt x="4037" y="0"/>
                  </a:moveTo>
                  <a:lnTo>
                    <a:pt x="4037" y="1670"/>
                  </a:lnTo>
                  <a:lnTo>
                    <a:pt x="1670" y="4036"/>
                  </a:lnTo>
                  <a:lnTo>
                    <a:pt x="0" y="4036"/>
                  </a:lnTo>
                  <a:lnTo>
                    <a:pt x="0" y="9278"/>
                  </a:lnTo>
                  <a:lnTo>
                    <a:pt x="2233" y="5403"/>
                  </a:lnTo>
                  <a:lnTo>
                    <a:pt x="6564" y="6564"/>
                  </a:lnTo>
                  <a:lnTo>
                    <a:pt x="5403" y="224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6"/>
            <p:cNvSpPr/>
            <p:nvPr/>
          </p:nvSpPr>
          <p:spPr>
            <a:xfrm>
              <a:off x="2778110" y="2210337"/>
              <a:ext cx="170218" cy="170200"/>
            </a:xfrm>
            <a:custGeom>
              <a:rect b="b" l="l" r="r" t="t"/>
              <a:pathLst>
                <a:path extrusionOk="0" h="9279" w="9280">
                  <a:moveTo>
                    <a:pt x="1" y="0"/>
                  </a:moveTo>
                  <a:lnTo>
                    <a:pt x="3876" y="2241"/>
                  </a:lnTo>
                  <a:lnTo>
                    <a:pt x="2724" y="6564"/>
                  </a:lnTo>
                  <a:lnTo>
                    <a:pt x="2724" y="6564"/>
                  </a:lnTo>
                  <a:lnTo>
                    <a:pt x="7047" y="5403"/>
                  </a:lnTo>
                  <a:lnTo>
                    <a:pt x="9279" y="9278"/>
                  </a:lnTo>
                  <a:lnTo>
                    <a:pt x="9279" y="4036"/>
                  </a:lnTo>
                  <a:lnTo>
                    <a:pt x="7609" y="4036"/>
                  </a:lnTo>
                  <a:lnTo>
                    <a:pt x="5243" y="1670"/>
                  </a:lnTo>
                  <a:lnTo>
                    <a:pt x="524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6"/>
            <p:cNvSpPr/>
            <p:nvPr/>
          </p:nvSpPr>
          <p:spPr>
            <a:xfrm>
              <a:off x="2778110" y="2777790"/>
              <a:ext cx="170218" cy="170365"/>
            </a:xfrm>
            <a:custGeom>
              <a:rect b="b" l="l" r="r" t="t"/>
              <a:pathLst>
                <a:path extrusionOk="0" h="9288" w="9280">
                  <a:moveTo>
                    <a:pt x="9279" y="0"/>
                  </a:moveTo>
                  <a:lnTo>
                    <a:pt x="7047" y="3885"/>
                  </a:lnTo>
                  <a:lnTo>
                    <a:pt x="2724" y="2724"/>
                  </a:lnTo>
                  <a:lnTo>
                    <a:pt x="2724" y="2724"/>
                  </a:lnTo>
                  <a:lnTo>
                    <a:pt x="3876" y="7046"/>
                  </a:lnTo>
                  <a:lnTo>
                    <a:pt x="1" y="9287"/>
                  </a:lnTo>
                  <a:lnTo>
                    <a:pt x="5243" y="9287"/>
                  </a:lnTo>
                  <a:lnTo>
                    <a:pt x="5243" y="7609"/>
                  </a:lnTo>
                  <a:lnTo>
                    <a:pt x="7609" y="5251"/>
                  </a:lnTo>
                  <a:lnTo>
                    <a:pt x="9279" y="5251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36"/>
            <p:cNvSpPr/>
            <p:nvPr/>
          </p:nvSpPr>
          <p:spPr>
            <a:xfrm>
              <a:off x="2210652" y="2777790"/>
              <a:ext cx="170200" cy="170365"/>
            </a:xfrm>
            <a:custGeom>
              <a:rect b="b" l="l" r="r" t="t"/>
              <a:pathLst>
                <a:path extrusionOk="0" h="9288" w="9279">
                  <a:moveTo>
                    <a:pt x="0" y="0"/>
                  </a:moveTo>
                  <a:lnTo>
                    <a:pt x="0" y="5251"/>
                  </a:lnTo>
                  <a:lnTo>
                    <a:pt x="1670" y="5251"/>
                  </a:lnTo>
                  <a:lnTo>
                    <a:pt x="4037" y="7609"/>
                  </a:lnTo>
                  <a:lnTo>
                    <a:pt x="4037" y="9287"/>
                  </a:lnTo>
                  <a:lnTo>
                    <a:pt x="9279" y="9287"/>
                  </a:lnTo>
                  <a:lnTo>
                    <a:pt x="5403" y="7046"/>
                  </a:lnTo>
                  <a:lnTo>
                    <a:pt x="6564" y="2724"/>
                  </a:lnTo>
                  <a:lnTo>
                    <a:pt x="2233" y="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7" name="Google Shape;3807;p36"/>
            <p:cNvGrpSpPr/>
            <p:nvPr/>
          </p:nvGrpSpPr>
          <p:grpSpPr>
            <a:xfrm>
              <a:off x="1474268" y="3684590"/>
              <a:ext cx="737236" cy="1474271"/>
              <a:chOff x="5286826" y="2572144"/>
              <a:chExt cx="1285952" cy="2571552"/>
            </a:xfrm>
          </p:grpSpPr>
          <p:sp>
            <p:nvSpPr>
              <p:cNvPr id="3808" name="Google Shape;3808;p36"/>
              <p:cNvSpPr/>
              <p:nvPr/>
            </p:nvSpPr>
            <p:spPr>
              <a:xfrm>
                <a:off x="5286826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36"/>
              <p:cNvSpPr/>
              <p:nvPr/>
            </p:nvSpPr>
            <p:spPr>
              <a:xfrm>
                <a:off x="5286826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36"/>
              <p:cNvSpPr/>
              <p:nvPr/>
            </p:nvSpPr>
            <p:spPr>
              <a:xfrm>
                <a:off x="5286826" y="2572144"/>
                <a:ext cx="1285952" cy="1285952"/>
              </a:xfrm>
              <a:custGeom>
                <a:rect b="b" l="l" r="r" t="t"/>
                <a:pathLst>
                  <a:path extrusionOk="0" h="40186" w="40186">
                    <a:moveTo>
                      <a:pt x="0" y="0"/>
                    </a:moveTo>
                    <a:lnTo>
                      <a:pt x="0" y="40185"/>
                    </a:lnTo>
                    <a:lnTo>
                      <a:pt x="40185" y="40185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1C37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36"/>
              <p:cNvSpPr/>
              <p:nvPr/>
            </p:nvSpPr>
            <p:spPr>
              <a:xfrm>
                <a:off x="5286826" y="2572144"/>
                <a:ext cx="1285952" cy="1285664"/>
              </a:xfrm>
              <a:custGeom>
                <a:rect b="b" l="l" r="r" t="t"/>
                <a:pathLst>
                  <a:path extrusionOk="0" h="40177" w="40186">
                    <a:moveTo>
                      <a:pt x="0" y="0"/>
                    </a:moveTo>
                    <a:lnTo>
                      <a:pt x="0" y="20093"/>
                    </a:lnTo>
                    <a:lnTo>
                      <a:pt x="9" y="20611"/>
                    </a:lnTo>
                    <a:lnTo>
                      <a:pt x="63" y="21638"/>
                    </a:lnTo>
                    <a:lnTo>
                      <a:pt x="161" y="22647"/>
                    </a:lnTo>
                    <a:lnTo>
                      <a:pt x="313" y="23647"/>
                    </a:lnTo>
                    <a:lnTo>
                      <a:pt x="518" y="24629"/>
                    </a:lnTo>
                    <a:lnTo>
                      <a:pt x="768" y="25594"/>
                    </a:lnTo>
                    <a:lnTo>
                      <a:pt x="1054" y="26531"/>
                    </a:lnTo>
                    <a:lnTo>
                      <a:pt x="1393" y="27460"/>
                    </a:lnTo>
                    <a:lnTo>
                      <a:pt x="1777" y="28362"/>
                    </a:lnTo>
                    <a:lnTo>
                      <a:pt x="2197" y="29237"/>
                    </a:lnTo>
                    <a:lnTo>
                      <a:pt x="2661" y="30094"/>
                    </a:lnTo>
                    <a:lnTo>
                      <a:pt x="3170" y="30916"/>
                    </a:lnTo>
                    <a:lnTo>
                      <a:pt x="3706" y="31720"/>
                    </a:lnTo>
                    <a:lnTo>
                      <a:pt x="4287" y="32496"/>
                    </a:lnTo>
                    <a:lnTo>
                      <a:pt x="4903" y="33238"/>
                    </a:lnTo>
                    <a:lnTo>
                      <a:pt x="5555" y="33952"/>
                    </a:lnTo>
                    <a:lnTo>
                      <a:pt x="6233" y="34631"/>
                    </a:lnTo>
                    <a:lnTo>
                      <a:pt x="6948" y="35283"/>
                    </a:lnTo>
                    <a:lnTo>
                      <a:pt x="7689" y="35899"/>
                    </a:lnTo>
                    <a:lnTo>
                      <a:pt x="8466" y="36479"/>
                    </a:lnTo>
                    <a:lnTo>
                      <a:pt x="9261" y="37015"/>
                    </a:lnTo>
                    <a:lnTo>
                      <a:pt x="10091" y="37524"/>
                    </a:lnTo>
                    <a:lnTo>
                      <a:pt x="10948" y="37979"/>
                    </a:lnTo>
                    <a:lnTo>
                      <a:pt x="11824" y="38408"/>
                    </a:lnTo>
                    <a:lnTo>
                      <a:pt x="12726" y="38792"/>
                    </a:lnTo>
                    <a:lnTo>
                      <a:pt x="13654" y="39123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4"/>
                    </a:lnTo>
                    <a:lnTo>
                      <a:pt x="17539" y="40024"/>
                    </a:lnTo>
                    <a:lnTo>
                      <a:pt x="18548" y="40123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3"/>
                    </a:lnTo>
                    <a:lnTo>
                      <a:pt x="22656" y="40024"/>
                    </a:lnTo>
                    <a:lnTo>
                      <a:pt x="23647" y="39864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3"/>
                    </a:lnTo>
                    <a:lnTo>
                      <a:pt x="27460" y="38792"/>
                    </a:lnTo>
                    <a:lnTo>
                      <a:pt x="28362" y="38408"/>
                    </a:lnTo>
                    <a:lnTo>
                      <a:pt x="29246" y="37979"/>
                    </a:lnTo>
                    <a:lnTo>
                      <a:pt x="30094" y="37524"/>
                    </a:lnTo>
                    <a:lnTo>
                      <a:pt x="30925" y="37015"/>
                    </a:lnTo>
                    <a:lnTo>
                      <a:pt x="31728" y="36479"/>
                    </a:lnTo>
                    <a:lnTo>
                      <a:pt x="32496" y="35899"/>
                    </a:lnTo>
                    <a:lnTo>
                      <a:pt x="33247" y="35283"/>
                    </a:lnTo>
                    <a:lnTo>
                      <a:pt x="33961" y="34631"/>
                    </a:lnTo>
                    <a:lnTo>
                      <a:pt x="34640" y="33952"/>
                    </a:lnTo>
                    <a:lnTo>
                      <a:pt x="35292" y="33238"/>
                    </a:lnTo>
                    <a:lnTo>
                      <a:pt x="35899" y="32496"/>
                    </a:lnTo>
                    <a:lnTo>
                      <a:pt x="36479" y="31720"/>
                    </a:lnTo>
                    <a:lnTo>
                      <a:pt x="37024" y="30916"/>
                    </a:lnTo>
                    <a:lnTo>
                      <a:pt x="37524" y="30094"/>
                    </a:lnTo>
                    <a:lnTo>
                      <a:pt x="37988" y="29237"/>
                    </a:lnTo>
                    <a:lnTo>
                      <a:pt x="38417" y="28362"/>
                    </a:lnTo>
                    <a:lnTo>
                      <a:pt x="38792" y="27460"/>
                    </a:lnTo>
                    <a:lnTo>
                      <a:pt x="39131" y="26531"/>
                    </a:lnTo>
                    <a:lnTo>
                      <a:pt x="39426" y="25594"/>
                    </a:lnTo>
                    <a:lnTo>
                      <a:pt x="39676" y="24629"/>
                    </a:lnTo>
                    <a:lnTo>
                      <a:pt x="39873" y="23647"/>
                    </a:lnTo>
                    <a:lnTo>
                      <a:pt x="40024" y="22647"/>
                    </a:lnTo>
                    <a:lnTo>
                      <a:pt x="40132" y="21638"/>
                    </a:lnTo>
                    <a:lnTo>
                      <a:pt x="40185" y="20611"/>
                    </a:lnTo>
                    <a:lnTo>
                      <a:pt x="40185" y="20093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36"/>
              <p:cNvSpPr/>
              <p:nvPr/>
            </p:nvSpPr>
            <p:spPr>
              <a:xfrm>
                <a:off x="5929770" y="2572144"/>
                <a:ext cx="643008" cy="1285664"/>
              </a:xfrm>
              <a:custGeom>
                <a:rect b="b" l="l" r="r" t="t"/>
                <a:pathLst>
                  <a:path extrusionOk="0" h="40177" w="20094">
                    <a:moveTo>
                      <a:pt x="1" y="0"/>
                    </a:moveTo>
                    <a:lnTo>
                      <a:pt x="1" y="40176"/>
                    </a:lnTo>
                    <a:lnTo>
                      <a:pt x="519" y="40176"/>
                    </a:lnTo>
                    <a:lnTo>
                      <a:pt x="1546" y="40123"/>
                    </a:lnTo>
                    <a:lnTo>
                      <a:pt x="2564" y="40024"/>
                    </a:lnTo>
                    <a:lnTo>
                      <a:pt x="3555" y="39864"/>
                    </a:lnTo>
                    <a:lnTo>
                      <a:pt x="4537" y="39667"/>
                    </a:lnTo>
                    <a:lnTo>
                      <a:pt x="5502" y="39417"/>
                    </a:lnTo>
                    <a:lnTo>
                      <a:pt x="6448" y="39123"/>
                    </a:lnTo>
                    <a:lnTo>
                      <a:pt x="7368" y="38792"/>
                    </a:lnTo>
                    <a:lnTo>
                      <a:pt x="8270" y="38408"/>
                    </a:lnTo>
                    <a:lnTo>
                      <a:pt x="9154" y="37979"/>
                    </a:lnTo>
                    <a:lnTo>
                      <a:pt x="10002" y="37524"/>
                    </a:lnTo>
                    <a:lnTo>
                      <a:pt x="10833" y="37015"/>
                    </a:lnTo>
                    <a:lnTo>
                      <a:pt x="11636" y="36479"/>
                    </a:lnTo>
                    <a:lnTo>
                      <a:pt x="12404" y="35899"/>
                    </a:lnTo>
                    <a:lnTo>
                      <a:pt x="13155" y="35283"/>
                    </a:lnTo>
                    <a:lnTo>
                      <a:pt x="13869" y="34631"/>
                    </a:lnTo>
                    <a:lnTo>
                      <a:pt x="14548" y="33952"/>
                    </a:lnTo>
                    <a:lnTo>
                      <a:pt x="15200" y="33238"/>
                    </a:lnTo>
                    <a:lnTo>
                      <a:pt x="15807" y="32496"/>
                    </a:lnTo>
                    <a:lnTo>
                      <a:pt x="16387" y="31720"/>
                    </a:lnTo>
                    <a:lnTo>
                      <a:pt x="16932" y="30916"/>
                    </a:lnTo>
                    <a:lnTo>
                      <a:pt x="17432" y="30094"/>
                    </a:lnTo>
                    <a:lnTo>
                      <a:pt x="17896" y="29237"/>
                    </a:lnTo>
                    <a:lnTo>
                      <a:pt x="18325" y="28362"/>
                    </a:lnTo>
                    <a:lnTo>
                      <a:pt x="18700" y="27460"/>
                    </a:lnTo>
                    <a:lnTo>
                      <a:pt x="19039" y="26531"/>
                    </a:lnTo>
                    <a:lnTo>
                      <a:pt x="19334" y="25594"/>
                    </a:lnTo>
                    <a:lnTo>
                      <a:pt x="19584" y="24629"/>
                    </a:lnTo>
                    <a:lnTo>
                      <a:pt x="19781" y="23647"/>
                    </a:lnTo>
                    <a:lnTo>
                      <a:pt x="19932" y="22647"/>
                    </a:lnTo>
                    <a:lnTo>
                      <a:pt x="20040" y="21638"/>
                    </a:lnTo>
                    <a:lnTo>
                      <a:pt x="20093" y="20611"/>
                    </a:lnTo>
                    <a:lnTo>
                      <a:pt x="20093" y="20093"/>
                    </a:lnTo>
                    <a:lnTo>
                      <a:pt x="20093" y="0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36"/>
              <p:cNvSpPr/>
              <p:nvPr/>
            </p:nvSpPr>
            <p:spPr>
              <a:xfrm>
                <a:off x="5622026" y="2861616"/>
                <a:ext cx="607840" cy="607840"/>
              </a:xfrm>
              <a:custGeom>
                <a:rect b="b" l="l" r="r" t="t"/>
                <a:pathLst>
                  <a:path extrusionOk="0" h="18995" w="18995">
                    <a:moveTo>
                      <a:pt x="9493" y="0"/>
                    </a:moveTo>
                    <a:lnTo>
                      <a:pt x="9011" y="9"/>
                    </a:lnTo>
                    <a:lnTo>
                      <a:pt x="8046" y="108"/>
                    </a:lnTo>
                    <a:lnTo>
                      <a:pt x="7126" y="295"/>
                    </a:lnTo>
                    <a:lnTo>
                      <a:pt x="6233" y="572"/>
                    </a:lnTo>
                    <a:lnTo>
                      <a:pt x="5376" y="938"/>
                    </a:lnTo>
                    <a:lnTo>
                      <a:pt x="4572" y="1376"/>
                    </a:lnTo>
                    <a:lnTo>
                      <a:pt x="3813" y="1885"/>
                    </a:lnTo>
                    <a:lnTo>
                      <a:pt x="3108" y="2465"/>
                    </a:lnTo>
                    <a:lnTo>
                      <a:pt x="2465" y="3108"/>
                    </a:lnTo>
                    <a:lnTo>
                      <a:pt x="1884" y="3814"/>
                    </a:lnTo>
                    <a:lnTo>
                      <a:pt x="1375" y="4573"/>
                    </a:lnTo>
                    <a:lnTo>
                      <a:pt x="938" y="5376"/>
                    </a:lnTo>
                    <a:lnTo>
                      <a:pt x="572" y="6234"/>
                    </a:lnTo>
                    <a:lnTo>
                      <a:pt x="295" y="7127"/>
                    </a:lnTo>
                    <a:lnTo>
                      <a:pt x="107" y="8055"/>
                    </a:lnTo>
                    <a:lnTo>
                      <a:pt x="9" y="9011"/>
                    </a:lnTo>
                    <a:lnTo>
                      <a:pt x="0" y="9502"/>
                    </a:lnTo>
                    <a:lnTo>
                      <a:pt x="9" y="9993"/>
                    </a:lnTo>
                    <a:lnTo>
                      <a:pt x="107" y="10949"/>
                    </a:lnTo>
                    <a:lnTo>
                      <a:pt x="295" y="11877"/>
                    </a:lnTo>
                    <a:lnTo>
                      <a:pt x="572" y="12770"/>
                    </a:lnTo>
                    <a:lnTo>
                      <a:pt x="938" y="13619"/>
                    </a:lnTo>
                    <a:lnTo>
                      <a:pt x="1375" y="14422"/>
                    </a:lnTo>
                    <a:lnTo>
                      <a:pt x="1884" y="15181"/>
                    </a:lnTo>
                    <a:lnTo>
                      <a:pt x="2465" y="15887"/>
                    </a:lnTo>
                    <a:lnTo>
                      <a:pt x="3108" y="16530"/>
                    </a:lnTo>
                    <a:lnTo>
                      <a:pt x="3813" y="17110"/>
                    </a:lnTo>
                    <a:lnTo>
                      <a:pt x="4572" y="17628"/>
                    </a:lnTo>
                    <a:lnTo>
                      <a:pt x="5376" y="18066"/>
                    </a:lnTo>
                    <a:lnTo>
                      <a:pt x="6233" y="18423"/>
                    </a:lnTo>
                    <a:lnTo>
                      <a:pt x="7126" y="18700"/>
                    </a:lnTo>
                    <a:lnTo>
                      <a:pt x="8046" y="18887"/>
                    </a:lnTo>
                    <a:lnTo>
                      <a:pt x="9011" y="18986"/>
                    </a:lnTo>
                    <a:lnTo>
                      <a:pt x="9493" y="18994"/>
                    </a:lnTo>
                    <a:lnTo>
                      <a:pt x="9984" y="18986"/>
                    </a:lnTo>
                    <a:lnTo>
                      <a:pt x="10948" y="18887"/>
                    </a:lnTo>
                    <a:lnTo>
                      <a:pt x="11868" y="18700"/>
                    </a:lnTo>
                    <a:lnTo>
                      <a:pt x="12761" y="18423"/>
                    </a:lnTo>
                    <a:lnTo>
                      <a:pt x="13618" y="18066"/>
                    </a:lnTo>
                    <a:lnTo>
                      <a:pt x="14422" y="17628"/>
                    </a:lnTo>
                    <a:lnTo>
                      <a:pt x="15181" y="17110"/>
                    </a:lnTo>
                    <a:lnTo>
                      <a:pt x="15887" y="16530"/>
                    </a:lnTo>
                    <a:lnTo>
                      <a:pt x="16530" y="15887"/>
                    </a:lnTo>
                    <a:lnTo>
                      <a:pt x="17110" y="15181"/>
                    </a:lnTo>
                    <a:lnTo>
                      <a:pt x="17619" y="14422"/>
                    </a:lnTo>
                    <a:lnTo>
                      <a:pt x="18057" y="13619"/>
                    </a:lnTo>
                    <a:lnTo>
                      <a:pt x="18423" y="12770"/>
                    </a:lnTo>
                    <a:lnTo>
                      <a:pt x="18700" y="11877"/>
                    </a:lnTo>
                    <a:lnTo>
                      <a:pt x="18887" y="10949"/>
                    </a:lnTo>
                    <a:lnTo>
                      <a:pt x="18985" y="9993"/>
                    </a:lnTo>
                    <a:lnTo>
                      <a:pt x="18994" y="9502"/>
                    </a:lnTo>
                    <a:lnTo>
                      <a:pt x="18985" y="9011"/>
                    </a:lnTo>
                    <a:lnTo>
                      <a:pt x="18887" y="8055"/>
                    </a:lnTo>
                    <a:lnTo>
                      <a:pt x="18700" y="7127"/>
                    </a:lnTo>
                    <a:lnTo>
                      <a:pt x="18423" y="6234"/>
                    </a:lnTo>
                    <a:lnTo>
                      <a:pt x="18057" y="5376"/>
                    </a:lnTo>
                    <a:lnTo>
                      <a:pt x="17619" y="4573"/>
                    </a:lnTo>
                    <a:lnTo>
                      <a:pt x="17110" y="3814"/>
                    </a:lnTo>
                    <a:lnTo>
                      <a:pt x="16530" y="3108"/>
                    </a:lnTo>
                    <a:lnTo>
                      <a:pt x="15887" y="2465"/>
                    </a:lnTo>
                    <a:lnTo>
                      <a:pt x="15181" y="1885"/>
                    </a:lnTo>
                    <a:lnTo>
                      <a:pt x="14422" y="1376"/>
                    </a:lnTo>
                    <a:lnTo>
                      <a:pt x="13618" y="938"/>
                    </a:lnTo>
                    <a:lnTo>
                      <a:pt x="12761" y="572"/>
                    </a:lnTo>
                    <a:lnTo>
                      <a:pt x="11868" y="295"/>
                    </a:lnTo>
                    <a:lnTo>
                      <a:pt x="10948" y="108"/>
                    </a:lnTo>
                    <a:lnTo>
                      <a:pt x="9984" y="9"/>
                    </a:lnTo>
                    <a:lnTo>
                      <a:pt x="949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36"/>
              <p:cNvSpPr/>
              <p:nvPr/>
            </p:nvSpPr>
            <p:spPr>
              <a:xfrm>
                <a:off x="5666602" y="4236688"/>
                <a:ext cx="526400" cy="526400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36"/>
              <p:cNvSpPr/>
              <p:nvPr/>
            </p:nvSpPr>
            <p:spPr>
              <a:xfrm>
                <a:off x="5828042" y="4382992"/>
                <a:ext cx="209792" cy="209504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36"/>
              <p:cNvSpPr/>
              <p:nvPr/>
            </p:nvSpPr>
            <p:spPr>
              <a:xfrm>
                <a:off x="5914922" y="3164240"/>
                <a:ext cx="32" cy="32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B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36"/>
              <p:cNvSpPr/>
              <p:nvPr/>
            </p:nvSpPr>
            <p:spPr>
              <a:xfrm>
                <a:off x="5914922" y="3165392"/>
                <a:ext cx="136896" cy="136896"/>
              </a:xfrm>
              <a:custGeom>
                <a:rect b="b" l="l" r="r" t="t"/>
                <a:pathLst>
                  <a:path extrusionOk="0" h="4278" w="4278">
                    <a:moveTo>
                      <a:pt x="0" y="0"/>
                    </a:moveTo>
                    <a:lnTo>
                      <a:pt x="0" y="4277"/>
                    </a:lnTo>
                    <a:lnTo>
                      <a:pt x="215" y="4054"/>
                    </a:lnTo>
                    <a:lnTo>
                      <a:pt x="545" y="3554"/>
                    </a:lnTo>
                    <a:lnTo>
                      <a:pt x="768" y="3009"/>
                    </a:lnTo>
                    <a:lnTo>
                      <a:pt x="876" y="2438"/>
                    </a:lnTo>
                    <a:lnTo>
                      <a:pt x="884" y="2143"/>
                    </a:lnTo>
                    <a:lnTo>
                      <a:pt x="1099" y="2340"/>
                    </a:lnTo>
                    <a:lnTo>
                      <a:pt x="1581" y="2670"/>
                    </a:lnTo>
                    <a:lnTo>
                      <a:pt x="2126" y="2902"/>
                    </a:lnTo>
                    <a:lnTo>
                      <a:pt x="2715" y="3018"/>
                    </a:lnTo>
                    <a:lnTo>
                      <a:pt x="3019" y="3027"/>
                    </a:lnTo>
                    <a:lnTo>
                      <a:pt x="3010" y="2715"/>
                    </a:lnTo>
                    <a:lnTo>
                      <a:pt x="2894" y="2125"/>
                    </a:lnTo>
                    <a:lnTo>
                      <a:pt x="2662" y="1590"/>
                    </a:lnTo>
                    <a:lnTo>
                      <a:pt x="2340" y="1107"/>
                    </a:lnTo>
                    <a:lnTo>
                      <a:pt x="2135" y="893"/>
                    </a:lnTo>
                    <a:lnTo>
                      <a:pt x="2429" y="884"/>
                    </a:lnTo>
                    <a:lnTo>
                      <a:pt x="3001" y="777"/>
                    </a:lnTo>
                    <a:lnTo>
                      <a:pt x="3546" y="554"/>
                    </a:lnTo>
                    <a:lnTo>
                      <a:pt x="4046" y="223"/>
                    </a:lnTo>
                    <a:lnTo>
                      <a:pt x="4278" y="9"/>
                    </a:lnTo>
                    <a:lnTo>
                      <a:pt x="4260" y="0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36"/>
              <p:cNvSpPr/>
              <p:nvPr/>
            </p:nvSpPr>
            <p:spPr>
              <a:xfrm>
                <a:off x="5778314" y="3028784"/>
                <a:ext cx="136640" cy="136608"/>
              </a:xfrm>
              <a:custGeom>
                <a:rect b="b" l="l" r="r" t="t"/>
                <a:pathLst>
                  <a:path extrusionOk="0" h="4269" w="4270">
                    <a:moveTo>
                      <a:pt x="4269" y="1"/>
                    </a:moveTo>
                    <a:lnTo>
                      <a:pt x="4055" y="233"/>
                    </a:lnTo>
                    <a:lnTo>
                      <a:pt x="3725" y="733"/>
                    </a:lnTo>
                    <a:lnTo>
                      <a:pt x="3501" y="1277"/>
                    </a:lnTo>
                    <a:lnTo>
                      <a:pt x="3394" y="1849"/>
                    </a:lnTo>
                    <a:lnTo>
                      <a:pt x="3385" y="2135"/>
                    </a:lnTo>
                    <a:lnTo>
                      <a:pt x="3171" y="1938"/>
                    </a:lnTo>
                    <a:lnTo>
                      <a:pt x="2689" y="1617"/>
                    </a:lnTo>
                    <a:lnTo>
                      <a:pt x="2144" y="1385"/>
                    </a:lnTo>
                    <a:lnTo>
                      <a:pt x="1555" y="1269"/>
                    </a:lnTo>
                    <a:lnTo>
                      <a:pt x="1242" y="1251"/>
                    </a:lnTo>
                    <a:lnTo>
                      <a:pt x="1260" y="1563"/>
                    </a:lnTo>
                    <a:lnTo>
                      <a:pt x="1376" y="2153"/>
                    </a:lnTo>
                    <a:lnTo>
                      <a:pt x="1608" y="2697"/>
                    </a:lnTo>
                    <a:lnTo>
                      <a:pt x="1930" y="3180"/>
                    </a:lnTo>
                    <a:lnTo>
                      <a:pt x="2135" y="3394"/>
                    </a:lnTo>
                    <a:lnTo>
                      <a:pt x="1840" y="3403"/>
                    </a:lnTo>
                    <a:lnTo>
                      <a:pt x="1278" y="3510"/>
                    </a:lnTo>
                    <a:lnTo>
                      <a:pt x="733" y="3724"/>
                    </a:lnTo>
                    <a:lnTo>
                      <a:pt x="233" y="4055"/>
                    </a:lnTo>
                    <a:lnTo>
                      <a:pt x="1" y="4269"/>
                    </a:lnTo>
                    <a:lnTo>
                      <a:pt x="4269" y="4269"/>
                    </a:lnTo>
                    <a:lnTo>
                      <a:pt x="4269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36"/>
              <p:cNvSpPr/>
              <p:nvPr/>
            </p:nvSpPr>
            <p:spPr>
              <a:xfrm>
                <a:off x="5778026" y="3165392"/>
                <a:ext cx="136928" cy="136896"/>
              </a:xfrm>
              <a:custGeom>
                <a:rect b="b" l="l" r="r" t="t"/>
                <a:pathLst>
                  <a:path extrusionOk="0" h="4278" w="4279">
                    <a:moveTo>
                      <a:pt x="10" y="0"/>
                    </a:moveTo>
                    <a:lnTo>
                      <a:pt x="1" y="9"/>
                    </a:lnTo>
                    <a:lnTo>
                      <a:pt x="233" y="223"/>
                    </a:lnTo>
                    <a:lnTo>
                      <a:pt x="733" y="554"/>
                    </a:lnTo>
                    <a:lnTo>
                      <a:pt x="1278" y="777"/>
                    </a:lnTo>
                    <a:lnTo>
                      <a:pt x="1849" y="884"/>
                    </a:lnTo>
                    <a:lnTo>
                      <a:pt x="2144" y="893"/>
                    </a:lnTo>
                    <a:lnTo>
                      <a:pt x="1939" y="1107"/>
                    </a:lnTo>
                    <a:lnTo>
                      <a:pt x="1617" y="1590"/>
                    </a:lnTo>
                    <a:lnTo>
                      <a:pt x="1385" y="2125"/>
                    </a:lnTo>
                    <a:lnTo>
                      <a:pt x="1269" y="2715"/>
                    </a:lnTo>
                    <a:lnTo>
                      <a:pt x="1251" y="3027"/>
                    </a:lnTo>
                    <a:lnTo>
                      <a:pt x="1564" y="3018"/>
                    </a:lnTo>
                    <a:lnTo>
                      <a:pt x="2153" y="2902"/>
                    </a:lnTo>
                    <a:lnTo>
                      <a:pt x="2698" y="2670"/>
                    </a:lnTo>
                    <a:lnTo>
                      <a:pt x="3180" y="2340"/>
                    </a:lnTo>
                    <a:lnTo>
                      <a:pt x="3394" y="2143"/>
                    </a:lnTo>
                    <a:lnTo>
                      <a:pt x="3403" y="2438"/>
                    </a:lnTo>
                    <a:lnTo>
                      <a:pt x="3510" y="3009"/>
                    </a:lnTo>
                    <a:lnTo>
                      <a:pt x="3734" y="3554"/>
                    </a:lnTo>
                    <a:lnTo>
                      <a:pt x="4064" y="4054"/>
                    </a:lnTo>
                    <a:lnTo>
                      <a:pt x="4278" y="4277"/>
                    </a:lnTo>
                    <a:lnTo>
                      <a:pt x="4278" y="0"/>
                    </a:lnTo>
                    <a:close/>
                  </a:path>
                </a:pathLst>
              </a:custGeom>
              <a:solidFill>
                <a:srgbClr val="F8A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36"/>
              <p:cNvSpPr/>
              <p:nvPr/>
            </p:nvSpPr>
            <p:spPr>
              <a:xfrm>
                <a:off x="5914922" y="3028784"/>
                <a:ext cx="136320" cy="136608"/>
              </a:xfrm>
              <a:custGeom>
                <a:rect b="b" l="l" r="r" t="t"/>
                <a:pathLst>
                  <a:path extrusionOk="0" h="4269" w="4260">
                    <a:moveTo>
                      <a:pt x="0" y="1"/>
                    </a:moveTo>
                    <a:lnTo>
                      <a:pt x="0" y="4269"/>
                    </a:lnTo>
                    <a:lnTo>
                      <a:pt x="4260" y="4269"/>
                    </a:lnTo>
                    <a:lnTo>
                      <a:pt x="4037" y="4055"/>
                    </a:lnTo>
                    <a:lnTo>
                      <a:pt x="3537" y="3724"/>
                    </a:lnTo>
                    <a:lnTo>
                      <a:pt x="2992" y="3510"/>
                    </a:lnTo>
                    <a:lnTo>
                      <a:pt x="2429" y="3403"/>
                    </a:lnTo>
                    <a:lnTo>
                      <a:pt x="2135" y="3394"/>
                    </a:lnTo>
                    <a:lnTo>
                      <a:pt x="2340" y="3180"/>
                    </a:lnTo>
                    <a:lnTo>
                      <a:pt x="2662" y="2697"/>
                    </a:lnTo>
                    <a:lnTo>
                      <a:pt x="2894" y="2153"/>
                    </a:lnTo>
                    <a:lnTo>
                      <a:pt x="3010" y="1563"/>
                    </a:lnTo>
                    <a:lnTo>
                      <a:pt x="3019" y="1251"/>
                    </a:lnTo>
                    <a:lnTo>
                      <a:pt x="3019" y="1251"/>
                    </a:lnTo>
                    <a:lnTo>
                      <a:pt x="2715" y="1269"/>
                    </a:lnTo>
                    <a:lnTo>
                      <a:pt x="2126" y="1385"/>
                    </a:lnTo>
                    <a:lnTo>
                      <a:pt x="1581" y="1617"/>
                    </a:lnTo>
                    <a:lnTo>
                      <a:pt x="1099" y="1938"/>
                    </a:lnTo>
                    <a:lnTo>
                      <a:pt x="884" y="2135"/>
                    </a:lnTo>
                    <a:lnTo>
                      <a:pt x="876" y="1849"/>
                    </a:lnTo>
                    <a:lnTo>
                      <a:pt x="768" y="1277"/>
                    </a:lnTo>
                    <a:lnTo>
                      <a:pt x="545" y="733"/>
                    </a:lnTo>
                    <a:lnTo>
                      <a:pt x="215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8A4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36"/>
              <p:cNvSpPr/>
              <p:nvPr/>
            </p:nvSpPr>
            <p:spPr>
              <a:xfrm>
                <a:off x="5914922" y="3165392"/>
                <a:ext cx="32" cy="0"/>
              </a:xfrm>
              <a:custGeom>
                <a:rect b="b" l="l" r="r" t="t"/>
                <a:pathLst>
                  <a:path extrusionOk="0" h="0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B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22" name="Google Shape;3822;p36"/>
            <p:cNvSpPr/>
            <p:nvPr/>
          </p:nvSpPr>
          <p:spPr>
            <a:xfrm>
              <a:off x="2211312" y="4421685"/>
              <a:ext cx="736947" cy="736928"/>
            </a:xfrm>
            <a:custGeom>
              <a:rect b="b" l="l" r="r" t="t"/>
              <a:pathLst>
                <a:path extrusionOk="0" h="40176" w="40177">
                  <a:moveTo>
                    <a:pt x="0" y="0"/>
                  </a:moveTo>
                  <a:lnTo>
                    <a:pt x="0" y="40176"/>
                  </a:lnTo>
                  <a:lnTo>
                    <a:pt x="40176" y="40176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6"/>
            <p:cNvSpPr/>
            <p:nvPr/>
          </p:nvSpPr>
          <p:spPr>
            <a:xfrm>
              <a:off x="2211312" y="3684508"/>
              <a:ext cx="736947" cy="737112"/>
            </a:xfrm>
            <a:custGeom>
              <a:rect b="b" l="l" r="r" t="t"/>
              <a:pathLst>
                <a:path extrusionOk="0" h="40186" w="40177">
                  <a:moveTo>
                    <a:pt x="0" y="0"/>
                  </a:moveTo>
                  <a:lnTo>
                    <a:pt x="0" y="40185"/>
                  </a:lnTo>
                  <a:lnTo>
                    <a:pt x="40176" y="40185"/>
                  </a:lnTo>
                  <a:lnTo>
                    <a:pt x="40176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6"/>
            <p:cNvSpPr/>
            <p:nvPr/>
          </p:nvSpPr>
          <p:spPr>
            <a:xfrm>
              <a:off x="2211300" y="4053075"/>
              <a:ext cx="359054" cy="373129"/>
            </a:xfrm>
            <a:custGeom>
              <a:rect b="b" l="l" r="r" t="t"/>
              <a:pathLst>
                <a:path extrusionOk="0" h="20085" w="19575">
                  <a:moveTo>
                    <a:pt x="0" y="1"/>
                  </a:moveTo>
                  <a:lnTo>
                    <a:pt x="0" y="20084"/>
                  </a:lnTo>
                  <a:lnTo>
                    <a:pt x="19575" y="20084"/>
                  </a:lnTo>
                  <a:lnTo>
                    <a:pt x="18548" y="20031"/>
                  </a:lnTo>
                  <a:lnTo>
                    <a:pt x="17530" y="19932"/>
                  </a:lnTo>
                  <a:lnTo>
                    <a:pt x="16530" y="19772"/>
                  </a:lnTo>
                  <a:lnTo>
                    <a:pt x="15556" y="19575"/>
                  </a:lnTo>
                  <a:lnTo>
                    <a:pt x="14592" y="19325"/>
                  </a:lnTo>
                  <a:lnTo>
                    <a:pt x="13645" y="19031"/>
                  </a:lnTo>
                  <a:lnTo>
                    <a:pt x="12725" y="18691"/>
                  </a:lnTo>
                  <a:lnTo>
                    <a:pt x="11823" y="18316"/>
                  </a:lnTo>
                  <a:lnTo>
                    <a:pt x="10948" y="17887"/>
                  </a:lnTo>
                  <a:lnTo>
                    <a:pt x="10091" y="17423"/>
                  </a:lnTo>
                  <a:lnTo>
                    <a:pt x="9261" y="16923"/>
                  </a:lnTo>
                  <a:lnTo>
                    <a:pt x="8457" y="16378"/>
                  </a:lnTo>
                  <a:lnTo>
                    <a:pt x="7689" y="15807"/>
                  </a:lnTo>
                  <a:lnTo>
                    <a:pt x="6948" y="15191"/>
                  </a:lnTo>
                  <a:lnTo>
                    <a:pt x="6233" y="14539"/>
                  </a:lnTo>
                  <a:lnTo>
                    <a:pt x="5885" y="14199"/>
                  </a:lnTo>
                  <a:lnTo>
                    <a:pt x="5546" y="13860"/>
                  </a:lnTo>
                  <a:lnTo>
                    <a:pt x="4903" y="13146"/>
                  </a:lnTo>
                  <a:lnTo>
                    <a:pt x="4287" y="12404"/>
                  </a:lnTo>
                  <a:lnTo>
                    <a:pt x="3706" y="11628"/>
                  </a:lnTo>
                  <a:lnTo>
                    <a:pt x="3161" y="10824"/>
                  </a:lnTo>
                  <a:lnTo>
                    <a:pt x="2661" y="10002"/>
                  </a:lnTo>
                  <a:lnTo>
                    <a:pt x="2197" y="9145"/>
                  </a:lnTo>
                  <a:lnTo>
                    <a:pt x="1777" y="8270"/>
                  </a:lnTo>
                  <a:lnTo>
                    <a:pt x="1393" y="7368"/>
                  </a:lnTo>
                  <a:lnTo>
                    <a:pt x="1054" y="6439"/>
                  </a:lnTo>
                  <a:lnTo>
                    <a:pt x="759" y="5502"/>
                  </a:lnTo>
                  <a:lnTo>
                    <a:pt x="518" y="4537"/>
                  </a:lnTo>
                  <a:lnTo>
                    <a:pt x="313" y="3555"/>
                  </a:lnTo>
                  <a:lnTo>
                    <a:pt x="161" y="2555"/>
                  </a:lnTo>
                  <a:lnTo>
                    <a:pt x="54" y="1546"/>
                  </a:lnTo>
                  <a:lnTo>
                    <a:pt x="9" y="5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6"/>
            <p:cNvSpPr/>
            <p:nvPr/>
          </p:nvSpPr>
          <p:spPr>
            <a:xfrm>
              <a:off x="2211300" y="4053075"/>
              <a:ext cx="736947" cy="373146"/>
            </a:xfrm>
            <a:custGeom>
              <a:rect b="b" l="l" r="r" t="t"/>
              <a:pathLst>
                <a:path extrusionOk="0" h="20094" w="40177">
                  <a:moveTo>
                    <a:pt x="0" y="1"/>
                  </a:moveTo>
                  <a:lnTo>
                    <a:pt x="0" y="519"/>
                  </a:lnTo>
                  <a:lnTo>
                    <a:pt x="54" y="1546"/>
                  </a:lnTo>
                  <a:lnTo>
                    <a:pt x="161" y="2555"/>
                  </a:lnTo>
                  <a:lnTo>
                    <a:pt x="313" y="3555"/>
                  </a:lnTo>
                  <a:lnTo>
                    <a:pt x="509" y="4537"/>
                  </a:lnTo>
                  <a:lnTo>
                    <a:pt x="759" y="5502"/>
                  </a:lnTo>
                  <a:lnTo>
                    <a:pt x="1054" y="6439"/>
                  </a:lnTo>
                  <a:lnTo>
                    <a:pt x="1393" y="7368"/>
                  </a:lnTo>
                  <a:lnTo>
                    <a:pt x="1777" y="8270"/>
                  </a:lnTo>
                  <a:lnTo>
                    <a:pt x="2197" y="9145"/>
                  </a:lnTo>
                  <a:lnTo>
                    <a:pt x="2661" y="10002"/>
                  </a:lnTo>
                  <a:lnTo>
                    <a:pt x="3161" y="10824"/>
                  </a:lnTo>
                  <a:lnTo>
                    <a:pt x="3706" y="11628"/>
                  </a:lnTo>
                  <a:lnTo>
                    <a:pt x="4287" y="12404"/>
                  </a:lnTo>
                  <a:lnTo>
                    <a:pt x="4894" y="13146"/>
                  </a:lnTo>
                  <a:lnTo>
                    <a:pt x="5546" y="13860"/>
                  </a:lnTo>
                  <a:lnTo>
                    <a:pt x="6224" y="14539"/>
                  </a:lnTo>
                  <a:lnTo>
                    <a:pt x="6939" y="15191"/>
                  </a:lnTo>
                  <a:lnTo>
                    <a:pt x="7689" y="15807"/>
                  </a:lnTo>
                  <a:lnTo>
                    <a:pt x="8457" y="16387"/>
                  </a:lnTo>
                  <a:lnTo>
                    <a:pt x="9261" y="16923"/>
                  </a:lnTo>
                  <a:lnTo>
                    <a:pt x="10091" y="17432"/>
                  </a:lnTo>
                  <a:lnTo>
                    <a:pt x="10939" y="17896"/>
                  </a:lnTo>
                  <a:lnTo>
                    <a:pt x="11823" y="18316"/>
                  </a:lnTo>
                  <a:lnTo>
                    <a:pt x="12725" y="18700"/>
                  </a:lnTo>
                  <a:lnTo>
                    <a:pt x="13645" y="19039"/>
                  </a:lnTo>
                  <a:lnTo>
                    <a:pt x="14592" y="19325"/>
                  </a:lnTo>
                  <a:lnTo>
                    <a:pt x="15556" y="19575"/>
                  </a:lnTo>
                  <a:lnTo>
                    <a:pt x="16530" y="19781"/>
                  </a:lnTo>
                  <a:lnTo>
                    <a:pt x="17530" y="19932"/>
                  </a:lnTo>
                  <a:lnTo>
                    <a:pt x="18548" y="20031"/>
                  </a:lnTo>
                  <a:lnTo>
                    <a:pt x="19575" y="20084"/>
                  </a:lnTo>
                  <a:lnTo>
                    <a:pt x="20093" y="20093"/>
                  </a:lnTo>
                  <a:lnTo>
                    <a:pt x="40176" y="20093"/>
                  </a:lnTo>
                  <a:lnTo>
                    <a:pt x="40176" y="19566"/>
                  </a:lnTo>
                  <a:lnTo>
                    <a:pt x="40123" y="18539"/>
                  </a:lnTo>
                  <a:lnTo>
                    <a:pt x="40024" y="17530"/>
                  </a:lnTo>
                  <a:lnTo>
                    <a:pt x="39872" y="16530"/>
                  </a:lnTo>
                  <a:lnTo>
                    <a:pt x="39667" y="15548"/>
                  </a:lnTo>
                  <a:lnTo>
                    <a:pt x="39417" y="14592"/>
                  </a:lnTo>
                  <a:lnTo>
                    <a:pt x="39131" y="13646"/>
                  </a:lnTo>
                  <a:lnTo>
                    <a:pt x="38792" y="12717"/>
                  </a:lnTo>
                  <a:lnTo>
                    <a:pt x="38408" y="11824"/>
                  </a:lnTo>
                  <a:lnTo>
                    <a:pt x="37988" y="10940"/>
                  </a:lnTo>
                  <a:lnTo>
                    <a:pt x="37524" y="10092"/>
                  </a:lnTo>
                  <a:lnTo>
                    <a:pt x="37015" y="9261"/>
                  </a:lnTo>
                  <a:lnTo>
                    <a:pt x="36479" y="8457"/>
                  </a:lnTo>
                  <a:lnTo>
                    <a:pt x="35899" y="7681"/>
                  </a:lnTo>
                  <a:lnTo>
                    <a:pt x="35282" y="6939"/>
                  </a:lnTo>
                  <a:lnTo>
                    <a:pt x="34631" y="6225"/>
                  </a:lnTo>
                  <a:lnTo>
                    <a:pt x="33952" y="5546"/>
                  </a:lnTo>
                  <a:lnTo>
                    <a:pt x="33238" y="4894"/>
                  </a:lnTo>
                  <a:lnTo>
                    <a:pt x="32496" y="4278"/>
                  </a:lnTo>
                  <a:lnTo>
                    <a:pt x="31719" y="3707"/>
                  </a:lnTo>
                  <a:lnTo>
                    <a:pt x="30916" y="3162"/>
                  </a:lnTo>
                  <a:lnTo>
                    <a:pt x="30094" y="2662"/>
                  </a:lnTo>
                  <a:lnTo>
                    <a:pt x="29237" y="2198"/>
                  </a:lnTo>
                  <a:lnTo>
                    <a:pt x="28362" y="1769"/>
                  </a:lnTo>
                  <a:lnTo>
                    <a:pt x="27460" y="1394"/>
                  </a:lnTo>
                  <a:lnTo>
                    <a:pt x="26531" y="1055"/>
                  </a:lnTo>
                  <a:lnTo>
                    <a:pt x="25593" y="760"/>
                  </a:lnTo>
                  <a:lnTo>
                    <a:pt x="24629" y="510"/>
                  </a:lnTo>
                  <a:lnTo>
                    <a:pt x="23647" y="313"/>
                  </a:lnTo>
                  <a:lnTo>
                    <a:pt x="22647" y="162"/>
                  </a:lnTo>
                  <a:lnTo>
                    <a:pt x="21637" y="54"/>
                  </a:lnTo>
                  <a:lnTo>
                    <a:pt x="20611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6"/>
            <p:cNvSpPr/>
            <p:nvPr/>
          </p:nvSpPr>
          <p:spPr>
            <a:xfrm>
              <a:off x="2579895" y="4421685"/>
              <a:ext cx="368409" cy="736928"/>
            </a:xfrm>
            <a:custGeom>
              <a:rect b="b" l="l" r="r" t="t"/>
              <a:pathLst>
                <a:path extrusionOk="0" h="40176" w="20085">
                  <a:moveTo>
                    <a:pt x="1" y="0"/>
                  </a:moveTo>
                  <a:lnTo>
                    <a:pt x="1" y="20084"/>
                  </a:lnTo>
                  <a:lnTo>
                    <a:pt x="1" y="40176"/>
                  </a:lnTo>
                  <a:lnTo>
                    <a:pt x="20084" y="40176"/>
                  </a:lnTo>
                  <a:lnTo>
                    <a:pt x="2008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6"/>
            <p:cNvSpPr/>
            <p:nvPr/>
          </p:nvSpPr>
          <p:spPr>
            <a:xfrm>
              <a:off x="2366270" y="3850122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36"/>
            <p:cNvSpPr/>
            <p:nvPr/>
          </p:nvSpPr>
          <p:spPr>
            <a:xfrm>
              <a:off x="2366270" y="3850453"/>
              <a:ext cx="18" cy="1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36"/>
            <p:cNvSpPr/>
            <p:nvPr/>
          </p:nvSpPr>
          <p:spPr>
            <a:xfrm>
              <a:off x="2349723" y="3850122"/>
              <a:ext cx="36061" cy="36061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58" y="1376"/>
                  </a:lnTo>
                  <a:lnTo>
                    <a:pt x="403" y="1117"/>
                  </a:lnTo>
                  <a:lnTo>
                    <a:pt x="412" y="983"/>
                  </a:lnTo>
                  <a:lnTo>
                    <a:pt x="510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51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2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6"/>
            <p:cNvSpPr/>
            <p:nvPr/>
          </p:nvSpPr>
          <p:spPr>
            <a:xfrm>
              <a:off x="2313859" y="3814094"/>
              <a:ext cx="35878" cy="36043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9" y="1563"/>
                  </a:lnTo>
                  <a:lnTo>
                    <a:pt x="581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6"/>
            <p:cNvSpPr/>
            <p:nvPr/>
          </p:nvSpPr>
          <p:spPr>
            <a:xfrm>
              <a:off x="2313859" y="3850122"/>
              <a:ext cx="35878" cy="36061"/>
            </a:xfrm>
            <a:custGeom>
              <a:rect b="b" l="l" r="r" t="t"/>
              <a:pathLst>
                <a:path extrusionOk="0" h="1966" w="1956">
                  <a:moveTo>
                    <a:pt x="0" y="1"/>
                  </a:moveTo>
                  <a:lnTo>
                    <a:pt x="99" y="99"/>
                  </a:lnTo>
                  <a:lnTo>
                    <a:pt x="331" y="251"/>
                  </a:lnTo>
                  <a:lnTo>
                    <a:pt x="581" y="349"/>
                  </a:lnTo>
                  <a:lnTo>
                    <a:pt x="849" y="402"/>
                  </a:lnTo>
                  <a:lnTo>
                    <a:pt x="974" y="411"/>
                  </a:lnTo>
                  <a:lnTo>
                    <a:pt x="884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83" y="1331"/>
                  </a:lnTo>
                  <a:lnTo>
                    <a:pt x="1233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54" y="1117"/>
                  </a:lnTo>
                  <a:lnTo>
                    <a:pt x="1608" y="1376"/>
                  </a:lnTo>
                  <a:lnTo>
                    <a:pt x="1706" y="1626"/>
                  </a:lnTo>
                  <a:lnTo>
                    <a:pt x="1858" y="1858"/>
                  </a:lnTo>
                  <a:lnTo>
                    <a:pt x="1956" y="1965"/>
                  </a:lnTo>
                  <a:lnTo>
                    <a:pt x="1956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6"/>
            <p:cNvSpPr/>
            <p:nvPr/>
          </p:nvSpPr>
          <p:spPr>
            <a:xfrm>
              <a:off x="2349723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2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51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10" y="893"/>
                  </a:lnTo>
                  <a:lnTo>
                    <a:pt x="412" y="982"/>
                  </a:lnTo>
                  <a:lnTo>
                    <a:pt x="403" y="848"/>
                  </a:lnTo>
                  <a:lnTo>
                    <a:pt x="358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6"/>
            <p:cNvSpPr/>
            <p:nvPr/>
          </p:nvSpPr>
          <p:spPr>
            <a:xfrm>
              <a:off x="2277647" y="3777882"/>
              <a:ext cx="72086" cy="72251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6"/>
            <p:cNvSpPr/>
            <p:nvPr/>
          </p:nvSpPr>
          <p:spPr>
            <a:xfrm>
              <a:off x="2349723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66" y="1"/>
                  </a:moveTo>
                  <a:lnTo>
                    <a:pt x="2100" y="867"/>
                  </a:lnTo>
                  <a:lnTo>
                    <a:pt x="2100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6"/>
            <p:cNvSpPr/>
            <p:nvPr/>
          </p:nvSpPr>
          <p:spPr>
            <a:xfrm>
              <a:off x="2277647" y="3850122"/>
              <a:ext cx="72086" cy="72086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6"/>
            <p:cNvSpPr/>
            <p:nvPr/>
          </p:nvSpPr>
          <p:spPr>
            <a:xfrm>
              <a:off x="2349723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100" y="1840"/>
                  </a:lnTo>
                  <a:lnTo>
                    <a:pt x="2100" y="3072"/>
                  </a:lnTo>
                  <a:lnTo>
                    <a:pt x="2966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6"/>
            <p:cNvSpPr/>
            <p:nvPr/>
          </p:nvSpPr>
          <p:spPr>
            <a:xfrm>
              <a:off x="2560394" y="3850122"/>
              <a:ext cx="35896" cy="36061"/>
            </a:xfrm>
            <a:custGeom>
              <a:rect b="b" l="l" r="r" t="t"/>
              <a:pathLst>
                <a:path extrusionOk="0" h="1966" w="1957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76" y="1242"/>
                  </a:lnTo>
                  <a:lnTo>
                    <a:pt x="1323" y="974"/>
                  </a:lnTo>
                  <a:lnTo>
                    <a:pt x="1215" y="724"/>
                  </a:lnTo>
                  <a:lnTo>
                    <a:pt x="1073" y="501"/>
                  </a:lnTo>
                  <a:lnTo>
                    <a:pt x="974" y="411"/>
                  </a:lnTo>
                  <a:lnTo>
                    <a:pt x="1108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6"/>
            <p:cNvSpPr/>
            <p:nvPr/>
          </p:nvSpPr>
          <p:spPr>
            <a:xfrm>
              <a:off x="2524365" y="3814094"/>
              <a:ext cx="36043" cy="36043"/>
            </a:xfrm>
            <a:custGeom>
              <a:rect b="b" l="l" r="r" t="t"/>
              <a:pathLst>
                <a:path extrusionOk="0" h="1965" w="1965">
                  <a:moveTo>
                    <a:pt x="1965" y="0"/>
                  </a:moveTo>
                  <a:lnTo>
                    <a:pt x="1867" y="107"/>
                  </a:lnTo>
                  <a:lnTo>
                    <a:pt x="1715" y="339"/>
                  </a:lnTo>
                  <a:lnTo>
                    <a:pt x="1608" y="589"/>
                  </a:lnTo>
                  <a:lnTo>
                    <a:pt x="1563" y="848"/>
                  </a:lnTo>
                  <a:lnTo>
                    <a:pt x="1554" y="982"/>
                  </a:lnTo>
                  <a:lnTo>
                    <a:pt x="1456" y="893"/>
                  </a:lnTo>
                  <a:lnTo>
                    <a:pt x="1242" y="741"/>
                  </a:lnTo>
                  <a:lnTo>
                    <a:pt x="992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81" y="723"/>
                  </a:lnTo>
                  <a:lnTo>
                    <a:pt x="634" y="991"/>
                  </a:lnTo>
                  <a:lnTo>
                    <a:pt x="742" y="1241"/>
                  </a:lnTo>
                  <a:lnTo>
                    <a:pt x="893" y="1465"/>
                  </a:lnTo>
                  <a:lnTo>
                    <a:pt x="983" y="1563"/>
                  </a:lnTo>
                  <a:lnTo>
                    <a:pt x="849" y="1563"/>
                  </a:lnTo>
                  <a:lnTo>
                    <a:pt x="590" y="1616"/>
                  </a:lnTo>
                  <a:lnTo>
                    <a:pt x="340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65" y="1965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6"/>
            <p:cNvSpPr/>
            <p:nvPr/>
          </p:nvSpPr>
          <p:spPr>
            <a:xfrm>
              <a:off x="2524365" y="3850122"/>
              <a:ext cx="36043" cy="36061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7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34" y="974"/>
                  </a:lnTo>
                  <a:lnTo>
                    <a:pt x="581" y="1242"/>
                  </a:lnTo>
                  <a:lnTo>
                    <a:pt x="572" y="1385"/>
                  </a:lnTo>
                  <a:lnTo>
                    <a:pt x="715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56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08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6"/>
            <p:cNvSpPr/>
            <p:nvPr/>
          </p:nvSpPr>
          <p:spPr>
            <a:xfrm>
              <a:off x="2560394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49" y="1866"/>
                  </a:lnTo>
                  <a:lnTo>
                    <a:pt x="1617" y="1715"/>
                  </a:lnTo>
                  <a:lnTo>
                    <a:pt x="1367" y="1616"/>
                  </a:lnTo>
                  <a:lnTo>
                    <a:pt x="1108" y="1563"/>
                  </a:lnTo>
                  <a:lnTo>
                    <a:pt x="974" y="1563"/>
                  </a:lnTo>
                  <a:lnTo>
                    <a:pt x="1073" y="1465"/>
                  </a:lnTo>
                  <a:lnTo>
                    <a:pt x="1215" y="1241"/>
                  </a:lnTo>
                  <a:lnTo>
                    <a:pt x="1323" y="991"/>
                  </a:lnTo>
                  <a:lnTo>
                    <a:pt x="1376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6"/>
            <p:cNvSpPr/>
            <p:nvPr/>
          </p:nvSpPr>
          <p:spPr>
            <a:xfrm>
              <a:off x="2488153" y="3777882"/>
              <a:ext cx="72251" cy="72251"/>
            </a:xfrm>
            <a:custGeom>
              <a:rect b="b" l="l" r="r" t="t"/>
              <a:pathLst>
                <a:path extrusionOk="0" h="3939" w="3939">
                  <a:moveTo>
                    <a:pt x="3939" y="1"/>
                  </a:moveTo>
                  <a:lnTo>
                    <a:pt x="2787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9" y="974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6"/>
            <p:cNvSpPr/>
            <p:nvPr/>
          </p:nvSpPr>
          <p:spPr>
            <a:xfrm>
              <a:off x="2560394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44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6"/>
            <p:cNvSpPr/>
            <p:nvPr/>
          </p:nvSpPr>
          <p:spPr>
            <a:xfrm>
              <a:off x="2488153" y="3850122"/>
              <a:ext cx="72251" cy="72086"/>
            </a:xfrm>
            <a:custGeom>
              <a:rect b="b" l="l" r="r" t="t"/>
              <a:pathLst>
                <a:path extrusionOk="0" h="3930" w="3939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87" y="2778"/>
                  </a:lnTo>
                  <a:lnTo>
                    <a:pt x="3939" y="3930"/>
                  </a:lnTo>
                  <a:lnTo>
                    <a:pt x="3939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6"/>
            <p:cNvSpPr/>
            <p:nvPr/>
          </p:nvSpPr>
          <p:spPr>
            <a:xfrm>
              <a:off x="2560394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44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6"/>
            <p:cNvSpPr/>
            <p:nvPr/>
          </p:nvSpPr>
          <p:spPr>
            <a:xfrm>
              <a:off x="2770901" y="3850122"/>
              <a:ext cx="36061" cy="36061"/>
            </a:xfrm>
            <a:custGeom>
              <a:rect b="b" l="l" r="r" t="t"/>
              <a:pathLst>
                <a:path extrusionOk="0" h="1966" w="1966">
                  <a:moveTo>
                    <a:pt x="1" y="1"/>
                  </a:moveTo>
                  <a:lnTo>
                    <a:pt x="1" y="1965"/>
                  </a:lnTo>
                  <a:lnTo>
                    <a:pt x="99" y="1858"/>
                  </a:lnTo>
                  <a:lnTo>
                    <a:pt x="251" y="1626"/>
                  </a:lnTo>
                  <a:lnTo>
                    <a:pt x="349" y="1376"/>
                  </a:lnTo>
                  <a:lnTo>
                    <a:pt x="403" y="1117"/>
                  </a:lnTo>
                  <a:lnTo>
                    <a:pt x="403" y="983"/>
                  </a:lnTo>
                  <a:lnTo>
                    <a:pt x="501" y="1072"/>
                  </a:lnTo>
                  <a:lnTo>
                    <a:pt x="724" y="1224"/>
                  </a:lnTo>
                  <a:lnTo>
                    <a:pt x="974" y="1331"/>
                  </a:lnTo>
                  <a:lnTo>
                    <a:pt x="1242" y="1385"/>
                  </a:lnTo>
                  <a:lnTo>
                    <a:pt x="1385" y="1385"/>
                  </a:lnTo>
                  <a:lnTo>
                    <a:pt x="1385" y="1242"/>
                  </a:lnTo>
                  <a:lnTo>
                    <a:pt x="1331" y="974"/>
                  </a:lnTo>
                  <a:lnTo>
                    <a:pt x="1224" y="724"/>
                  </a:lnTo>
                  <a:lnTo>
                    <a:pt x="1073" y="501"/>
                  </a:lnTo>
                  <a:lnTo>
                    <a:pt x="983" y="411"/>
                  </a:lnTo>
                  <a:lnTo>
                    <a:pt x="1117" y="402"/>
                  </a:lnTo>
                  <a:lnTo>
                    <a:pt x="1376" y="349"/>
                  </a:lnTo>
                  <a:lnTo>
                    <a:pt x="1626" y="251"/>
                  </a:lnTo>
                  <a:lnTo>
                    <a:pt x="1858" y="9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6"/>
            <p:cNvSpPr/>
            <p:nvPr/>
          </p:nvSpPr>
          <p:spPr>
            <a:xfrm>
              <a:off x="2735037" y="3814094"/>
              <a:ext cx="35878" cy="36043"/>
            </a:xfrm>
            <a:custGeom>
              <a:rect b="b" l="l" r="r" t="t"/>
              <a:pathLst>
                <a:path extrusionOk="0" h="1965" w="1956">
                  <a:moveTo>
                    <a:pt x="1956" y="0"/>
                  </a:moveTo>
                  <a:lnTo>
                    <a:pt x="1858" y="107"/>
                  </a:lnTo>
                  <a:lnTo>
                    <a:pt x="1706" y="339"/>
                  </a:lnTo>
                  <a:lnTo>
                    <a:pt x="1608" y="589"/>
                  </a:lnTo>
                  <a:lnTo>
                    <a:pt x="1554" y="848"/>
                  </a:lnTo>
                  <a:lnTo>
                    <a:pt x="1545" y="982"/>
                  </a:lnTo>
                  <a:lnTo>
                    <a:pt x="1456" y="893"/>
                  </a:lnTo>
                  <a:lnTo>
                    <a:pt x="1233" y="741"/>
                  </a:lnTo>
                  <a:lnTo>
                    <a:pt x="983" y="643"/>
                  </a:lnTo>
                  <a:lnTo>
                    <a:pt x="715" y="580"/>
                  </a:lnTo>
                  <a:lnTo>
                    <a:pt x="572" y="580"/>
                  </a:lnTo>
                  <a:lnTo>
                    <a:pt x="572" y="723"/>
                  </a:lnTo>
                  <a:lnTo>
                    <a:pt x="634" y="991"/>
                  </a:lnTo>
                  <a:lnTo>
                    <a:pt x="733" y="1241"/>
                  </a:lnTo>
                  <a:lnTo>
                    <a:pt x="884" y="1465"/>
                  </a:lnTo>
                  <a:lnTo>
                    <a:pt x="974" y="1563"/>
                  </a:lnTo>
                  <a:lnTo>
                    <a:pt x="840" y="1563"/>
                  </a:lnTo>
                  <a:lnTo>
                    <a:pt x="581" y="1616"/>
                  </a:lnTo>
                  <a:lnTo>
                    <a:pt x="331" y="1715"/>
                  </a:lnTo>
                  <a:lnTo>
                    <a:pt x="107" y="1866"/>
                  </a:lnTo>
                  <a:lnTo>
                    <a:pt x="0" y="1965"/>
                  </a:lnTo>
                  <a:lnTo>
                    <a:pt x="1956" y="1965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6"/>
            <p:cNvSpPr/>
            <p:nvPr/>
          </p:nvSpPr>
          <p:spPr>
            <a:xfrm>
              <a:off x="2734871" y="3850122"/>
              <a:ext cx="36043" cy="36061"/>
            </a:xfrm>
            <a:custGeom>
              <a:rect b="b" l="l" r="r" t="t"/>
              <a:pathLst>
                <a:path extrusionOk="0" h="1966" w="1965">
                  <a:moveTo>
                    <a:pt x="0" y="1"/>
                  </a:moveTo>
                  <a:lnTo>
                    <a:pt x="108" y="99"/>
                  </a:lnTo>
                  <a:lnTo>
                    <a:pt x="340" y="251"/>
                  </a:lnTo>
                  <a:lnTo>
                    <a:pt x="590" y="349"/>
                  </a:lnTo>
                  <a:lnTo>
                    <a:pt x="849" y="402"/>
                  </a:lnTo>
                  <a:lnTo>
                    <a:pt x="983" y="411"/>
                  </a:lnTo>
                  <a:lnTo>
                    <a:pt x="893" y="501"/>
                  </a:lnTo>
                  <a:lnTo>
                    <a:pt x="742" y="724"/>
                  </a:lnTo>
                  <a:lnTo>
                    <a:pt x="643" y="974"/>
                  </a:lnTo>
                  <a:lnTo>
                    <a:pt x="581" y="1242"/>
                  </a:lnTo>
                  <a:lnTo>
                    <a:pt x="581" y="1385"/>
                  </a:lnTo>
                  <a:lnTo>
                    <a:pt x="724" y="1385"/>
                  </a:lnTo>
                  <a:lnTo>
                    <a:pt x="992" y="1331"/>
                  </a:lnTo>
                  <a:lnTo>
                    <a:pt x="1242" y="1224"/>
                  </a:lnTo>
                  <a:lnTo>
                    <a:pt x="1465" y="1072"/>
                  </a:lnTo>
                  <a:lnTo>
                    <a:pt x="1554" y="983"/>
                  </a:lnTo>
                  <a:lnTo>
                    <a:pt x="1563" y="1117"/>
                  </a:lnTo>
                  <a:lnTo>
                    <a:pt x="1617" y="1376"/>
                  </a:lnTo>
                  <a:lnTo>
                    <a:pt x="1715" y="1626"/>
                  </a:lnTo>
                  <a:lnTo>
                    <a:pt x="1867" y="1858"/>
                  </a:lnTo>
                  <a:lnTo>
                    <a:pt x="1965" y="1965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6"/>
            <p:cNvSpPr/>
            <p:nvPr/>
          </p:nvSpPr>
          <p:spPr>
            <a:xfrm>
              <a:off x="2770901" y="3814094"/>
              <a:ext cx="35896" cy="36043"/>
            </a:xfrm>
            <a:custGeom>
              <a:rect b="b" l="l" r="r" t="t"/>
              <a:pathLst>
                <a:path extrusionOk="0" h="1965" w="1957">
                  <a:moveTo>
                    <a:pt x="1" y="0"/>
                  </a:moveTo>
                  <a:lnTo>
                    <a:pt x="1" y="1965"/>
                  </a:lnTo>
                  <a:lnTo>
                    <a:pt x="1957" y="1965"/>
                  </a:lnTo>
                  <a:lnTo>
                    <a:pt x="1858" y="1866"/>
                  </a:lnTo>
                  <a:lnTo>
                    <a:pt x="1626" y="1715"/>
                  </a:lnTo>
                  <a:lnTo>
                    <a:pt x="1376" y="1616"/>
                  </a:lnTo>
                  <a:lnTo>
                    <a:pt x="1117" y="1563"/>
                  </a:lnTo>
                  <a:lnTo>
                    <a:pt x="983" y="1563"/>
                  </a:lnTo>
                  <a:lnTo>
                    <a:pt x="1073" y="1465"/>
                  </a:lnTo>
                  <a:lnTo>
                    <a:pt x="1224" y="1241"/>
                  </a:lnTo>
                  <a:lnTo>
                    <a:pt x="1331" y="991"/>
                  </a:lnTo>
                  <a:lnTo>
                    <a:pt x="1385" y="723"/>
                  </a:lnTo>
                  <a:lnTo>
                    <a:pt x="1385" y="580"/>
                  </a:lnTo>
                  <a:lnTo>
                    <a:pt x="1242" y="580"/>
                  </a:lnTo>
                  <a:lnTo>
                    <a:pt x="974" y="643"/>
                  </a:lnTo>
                  <a:lnTo>
                    <a:pt x="724" y="741"/>
                  </a:lnTo>
                  <a:lnTo>
                    <a:pt x="501" y="893"/>
                  </a:lnTo>
                  <a:lnTo>
                    <a:pt x="403" y="982"/>
                  </a:lnTo>
                  <a:lnTo>
                    <a:pt x="403" y="848"/>
                  </a:lnTo>
                  <a:lnTo>
                    <a:pt x="349" y="589"/>
                  </a:lnTo>
                  <a:lnTo>
                    <a:pt x="251" y="339"/>
                  </a:lnTo>
                  <a:lnTo>
                    <a:pt x="99" y="1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6"/>
            <p:cNvSpPr/>
            <p:nvPr/>
          </p:nvSpPr>
          <p:spPr>
            <a:xfrm>
              <a:off x="2698824" y="3777882"/>
              <a:ext cx="72086" cy="72251"/>
            </a:xfrm>
            <a:custGeom>
              <a:rect b="b" l="l" r="r" t="t"/>
              <a:pathLst>
                <a:path extrusionOk="0" h="3939" w="3930">
                  <a:moveTo>
                    <a:pt x="3930" y="1"/>
                  </a:moveTo>
                  <a:lnTo>
                    <a:pt x="2778" y="1152"/>
                  </a:lnTo>
                  <a:lnTo>
                    <a:pt x="1153" y="1152"/>
                  </a:lnTo>
                  <a:lnTo>
                    <a:pt x="1153" y="2787"/>
                  </a:lnTo>
                  <a:lnTo>
                    <a:pt x="1" y="3939"/>
                  </a:lnTo>
                  <a:lnTo>
                    <a:pt x="974" y="3939"/>
                  </a:lnTo>
                  <a:lnTo>
                    <a:pt x="1840" y="3072"/>
                  </a:lnTo>
                  <a:lnTo>
                    <a:pt x="1840" y="1840"/>
                  </a:lnTo>
                  <a:lnTo>
                    <a:pt x="3064" y="1840"/>
                  </a:lnTo>
                  <a:lnTo>
                    <a:pt x="3930" y="974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6"/>
            <p:cNvSpPr/>
            <p:nvPr/>
          </p:nvSpPr>
          <p:spPr>
            <a:xfrm>
              <a:off x="2770901" y="3850122"/>
              <a:ext cx="72104" cy="72086"/>
            </a:xfrm>
            <a:custGeom>
              <a:rect b="b" l="l" r="r" t="t"/>
              <a:pathLst>
                <a:path extrusionOk="0" h="3930" w="3931">
                  <a:moveTo>
                    <a:pt x="2957" y="1"/>
                  </a:moveTo>
                  <a:lnTo>
                    <a:pt x="2091" y="867"/>
                  </a:lnTo>
                  <a:lnTo>
                    <a:pt x="2091" y="2090"/>
                  </a:lnTo>
                  <a:lnTo>
                    <a:pt x="867" y="2090"/>
                  </a:lnTo>
                  <a:lnTo>
                    <a:pt x="1" y="2956"/>
                  </a:lnTo>
                  <a:lnTo>
                    <a:pt x="1" y="3930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2778" y="1153"/>
                  </a:lnTo>
                  <a:lnTo>
                    <a:pt x="3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6"/>
            <p:cNvSpPr/>
            <p:nvPr/>
          </p:nvSpPr>
          <p:spPr>
            <a:xfrm>
              <a:off x="2698824" y="3850122"/>
              <a:ext cx="72086" cy="72086"/>
            </a:xfrm>
            <a:custGeom>
              <a:rect b="b" l="l" r="r" t="t"/>
              <a:pathLst>
                <a:path extrusionOk="0" h="3930" w="3930">
                  <a:moveTo>
                    <a:pt x="1" y="1"/>
                  </a:moveTo>
                  <a:lnTo>
                    <a:pt x="1153" y="1153"/>
                  </a:lnTo>
                  <a:lnTo>
                    <a:pt x="1153" y="2778"/>
                  </a:lnTo>
                  <a:lnTo>
                    <a:pt x="2778" y="2778"/>
                  </a:lnTo>
                  <a:lnTo>
                    <a:pt x="3930" y="3930"/>
                  </a:lnTo>
                  <a:lnTo>
                    <a:pt x="3930" y="2956"/>
                  </a:lnTo>
                  <a:lnTo>
                    <a:pt x="3064" y="2090"/>
                  </a:lnTo>
                  <a:lnTo>
                    <a:pt x="1840" y="2090"/>
                  </a:lnTo>
                  <a:lnTo>
                    <a:pt x="1840" y="867"/>
                  </a:lnTo>
                  <a:lnTo>
                    <a:pt x="9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6"/>
            <p:cNvSpPr/>
            <p:nvPr/>
          </p:nvSpPr>
          <p:spPr>
            <a:xfrm>
              <a:off x="2770901" y="3777882"/>
              <a:ext cx="72104" cy="72251"/>
            </a:xfrm>
            <a:custGeom>
              <a:rect b="b" l="l" r="r" t="t"/>
              <a:pathLst>
                <a:path extrusionOk="0" h="3939" w="3931">
                  <a:moveTo>
                    <a:pt x="1" y="1"/>
                  </a:moveTo>
                  <a:lnTo>
                    <a:pt x="1" y="974"/>
                  </a:lnTo>
                  <a:lnTo>
                    <a:pt x="867" y="1840"/>
                  </a:lnTo>
                  <a:lnTo>
                    <a:pt x="2091" y="1840"/>
                  </a:lnTo>
                  <a:lnTo>
                    <a:pt x="2091" y="3072"/>
                  </a:lnTo>
                  <a:lnTo>
                    <a:pt x="2957" y="3939"/>
                  </a:lnTo>
                  <a:lnTo>
                    <a:pt x="3930" y="3939"/>
                  </a:lnTo>
                  <a:lnTo>
                    <a:pt x="2778" y="2787"/>
                  </a:lnTo>
                  <a:lnTo>
                    <a:pt x="2778" y="1152"/>
                  </a:lnTo>
                  <a:lnTo>
                    <a:pt x="1153" y="11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53" name="Google Shape;3853;p36"/>
            <p:cNvGrpSpPr/>
            <p:nvPr/>
          </p:nvGrpSpPr>
          <p:grpSpPr>
            <a:xfrm>
              <a:off x="2338272" y="4491264"/>
              <a:ext cx="115027" cy="597003"/>
              <a:chOff x="6793898" y="3979216"/>
              <a:chExt cx="200640" cy="1041344"/>
            </a:xfrm>
          </p:grpSpPr>
          <p:sp>
            <p:nvSpPr>
              <p:cNvPr id="3854" name="Google Shape;3854;p36"/>
              <p:cNvSpPr/>
              <p:nvPr/>
            </p:nvSpPr>
            <p:spPr>
              <a:xfrm>
                <a:off x="6793898" y="3979216"/>
                <a:ext cx="200640" cy="242080"/>
              </a:xfrm>
              <a:custGeom>
                <a:rect b="b" l="l" r="r" t="t"/>
                <a:pathLst>
                  <a:path extrusionOk="0" h="7565" w="6270">
                    <a:moveTo>
                      <a:pt x="894" y="1563"/>
                    </a:moveTo>
                    <a:lnTo>
                      <a:pt x="894" y="1929"/>
                    </a:lnTo>
                    <a:lnTo>
                      <a:pt x="733" y="1929"/>
                    </a:lnTo>
                    <a:lnTo>
                      <a:pt x="733" y="1563"/>
                    </a:lnTo>
                    <a:close/>
                    <a:moveTo>
                      <a:pt x="1028" y="1563"/>
                    </a:moveTo>
                    <a:lnTo>
                      <a:pt x="1028" y="1929"/>
                    </a:lnTo>
                    <a:lnTo>
                      <a:pt x="974" y="1929"/>
                    </a:lnTo>
                    <a:lnTo>
                      <a:pt x="974" y="1563"/>
                    </a:lnTo>
                    <a:close/>
                    <a:moveTo>
                      <a:pt x="1403" y="1563"/>
                    </a:moveTo>
                    <a:lnTo>
                      <a:pt x="1403" y="1929"/>
                    </a:lnTo>
                    <a:lnTo>
                      <a:pt x="1108" y="1929"/>
                    </a:lnTo>
                    <a:lnTo>
                      <a:pt x="1108" y="1563"/>
                    </a:lnTo>
                    <a:close/>
                    <a:moveTo>
                      <a:pt x="1787" y="1563"/>
                    </a:moveTo>
                    <a:lnTo>
                      <a:pt x="1787" y="1929"/>
                    </a:lnTo>
                    <a:lnTo>
                      <a:pt x="1483" y="1929"/>
                    </a:lnTo>
                    <a:lnTo>
                      <a:pt x="1483" y="1563"/>
                    </a:lnTo>
                    <a:close/>
                    <a:moveTo>
                      <a:pt x="1992" y="1563"/>
                    </a:moveTo>
                    <a:lnTo>
                      <a:pt x="1992" y="1929"/>
                    </a:lnTo>
                    <a:lnTo>
                      <a:pt x="1867" y="1929"/>
                    </a:lnTo>
                    <a:lnTo>
                      <a:pt x="1867" y="1563"/>
                    </a:lnTo>
                    <a:close/>
                    <a:moveTo>
                      <a:pt x="2162" y="1563"/>
                    </a:moveTo>
                    <a:lnTo>
                      <a:pt x="2162" y="1929"/>
                    </a:lnTo>
                    <a:lnTo>
                      <a:pt x="2073" y="1929"/>
                    </a:lnTo>
                    <a:lnTo>
                      <a:pt x="2073" y="1563"/>
                    </a:lnTo>
                    <a:close/>
                    <a:moveTo>
                      <a:pt x="2537" y="1563"/>
                    </a:moveTo>
                    <a:lnTo>
                      <a:pt x="2537" y="1929"/>
                    </a:lnTo>
                    <a:lnTo>
                      <a:pt x="2242" y="1929"/>
                    </a:lnTo>
                    <a:lnTo>
                      <a:pt x="2242" y="1563"/>
                    </a:lnTo>
                    <a:close/>
                    <a:moveTo>
                      <a:pt x="2912" y="1563"/>
                    </a:moveTo>
                    <a:lnTo>
                      <a:pt x="2912" y="1929"/>
                    </a:lnTo>
                    <a:lnTo>
                      <a:pt x="2617" y="1929"/>
                    </a:lnTo>
                    <a:lnTo>
                      <a:pt x="2617" y="1563"/>
                    </a:lnTo>
                    <a:close/>
                    <a:moveTo>
                      <a:pt x="3091" y="1563"/>
                    </a:moveTo>
                    <a:lnTo>
                      <a:pt x="3091" y="1929"/>
                    </a:lnTo>
                    <a:lnTo>
                      <a:pt x="2993" y="1929"/>
                    </a:lnTo>
                    <a:lnTo>
                      <a:pt x="2993" y="1563"/>
                    </a:lnTo>
                    <a:close/>
                    <a:moveTo>
                      <a:pt x="3287" y="1563"/>
                    </a:moveTo>
                    <a:lnTo>
                      <a:pt x="3287" y="1929"/>
                    </a:lnTo>
                    <a:lnTo>
                      <a:pt x="3171" y="1929"/>
                    </a:lnTo>
                    <a:lnTo>
                      <a:pt x="3171" y="1563"/>
                    </a:lnTo>
                    <a:close/>
                    <a:moveTo>
                      <a:pt x="3662" y="1563"/>
                    </a:moveTo>
                    <a:lnTo>
                      <a:pt x="3662" y="1929"/>
                    </a:lnTo>
                    <a:lnTo>
                      <a:pt x="3368" y="1929"/>
                    </a:lnTo>
                    <a:lnTo>
                      <a:pt x="3368" y="1563"/>
                    </a:lnTo>
                    <a:close/>
                    <a:moveTo>
                      <a:pt x="4046" y="1563"/>
                    </a:moveTo>
                    <a:lnTo>
                      <a:pt x="4046" y="1929"/>
                    </a:lnTo>
                    <a:lnTo>
                      <a:pt x="3743" y="1929"/>
                    </a:lnTo>
                    <a:lnTo>
                      <a:pt x="3743" y="1563"/>
                    </a:lnTo>
                    <a:close/>
                    <a:moveTo>
                      <a:pt x="4198" y="1563"/>
                    </a:moveTo>
                    <a:lnTo>
                      <a:pt x="4198" y="1929"/>
                    </a:lnTo>
                    <a:lnTo>
                      <a:pt x="4118" y="1929"/>
                    </a:lnTo>
                    <a:lnTo>
                      <a:pt x="4118" y="1563"/>
                    </a:lnTo>
                    <a:close/>
                    <a:moveTo>
                      <a:pt x="4421" y="1563"/>
                    </a:moveTo>
                    <a:lnTo>
                      <a:pt x="4421" y="1929"/>
                    </a:lnTo>
                    <a:lnTo>
                      <a:pt x="4278" y="1929"/>
                    </a:lnTo>
                    <a:lnTo>
                      <a:pt x="4278" y="1563"/>
                    </a:lnTo>
                    <a:close/>
                    <a:moveTo>
                      <a:pt x="4796" y="1563"/>
                    </a:moveTo>
                    <a:lnTo>
                      <a:pt x="4796" y="1929"/>
                    </a:lnTo>
                    <a:lnTo>
                      <a:pt x="4502" y="1929"/>
                    </a:lnTo>
                    <a:lnTo>
                      <a:pt x="4502" y="1563"/>
                    </a:lnTo>
                    <a:close/>
                    <a:moveTo>
                      <a:pt x="5171" y="1563"/>
                    </a:moveTo>
                    <a:lnTo>
                      <a:pt x="5171" y="1929"/>
                    </a:lnTo>
                    <a:lnTo>
                      <a:pt x="4877" y="1929"/>
                    </a:lnTo>
                    <a:lnTo>
                      <a:pt x="4877" y="1563"/>
                    </a:lnTo>
                    <a:close/>
                    <a:moveTo>
                      <a:pt x="5296" y="1563"/>
                    </a:moveTo>
                    <a:lnTo>
                      <a:pt x="5296" y="1929"/>
                    </a:lnTo>
                    <a:lnTo>
                      <a:pt x="5252" y="1929"/>
                    </a:lnTo>
                    <a:lnTo>
                      <a:pt x="5252" y="1563"/>
                    </a:lnTo>
                    <a:close/>
                    <a:moveTo>
                      <a:pt x="5546" y="1563"/>
                    </a:moveTo>
                    <a:lnTo>
                      <a:pt x="5546" y="1929"/>
                    </a:lnTo>
                    <a:lnTo>
                      <a:pt x="5377" y="1929"/>
                    </a:lnTo>
                    <a:lnTo>
                      <a:pt x="5377" y="1563"/>
                    </a:lnTo>
                    <a:close/>
                    <a:moveTo>
                      <a:pt x="3930" y="2742"/>
                    </a:moveTo>
                    <a:lnTo>
                      <a:pt x="3930" y="3572"/>
                    </a:lnTo>
                    <a:lnTo>
                      <a:pt x="2341" y="3572"/>
                    </a:lnTo>
                    <a:lnTo>
                      <a:pt x="2341" y="2742"/>
                    </a:lnTo>
                    <a:close/>
                    <a:moveTo>
                      <a:pt x="2073" y="2742"/>
                    </a:moveTo>
                    <a:lnTo>
                      <a:pt x="2073" y="4323"/>
                    </a:lnTo>
                    <a:lnTo>
                      <a:pt x="1385" y="4323"/>
                    </a:lnTo>
                    <a:lnTo>
                      <a:pt x="1385" y="2742"/>
                    </a:lnTo>
                    <a:close/>
                    <a:moveTo>
                      <a:pt x="4886" y="2742"/>
                    </a:moveTo>
                    <a:lnTo>
                      <a:pt x="4886" y="4323"/>
                    </a:lnTo>
                    <a:lnTo>
                      <a:pt x="4198" y="4323"/>
                    </a:lnTo>
                    <a:lnTo>
                      <a:pt x="4198" y="2742"/>
                    </a:lnTo>
                    <a:close/>
                    <a:moveTo>
                      <a:pt x="1028" y="4448"/>
                    </a:moveTo>
                    <a:lnTo>
                      <a:pt x="1028" y="4814"/>
                    </a:lnTo>
                    <a:lnTo>
                      <a:pt x="733" y="4814"/>
                    </a:lnTo>
                    <a:lnTo>
                      <a:pt x="733" y="4448"/>
                    </a:lnTo>
                    <a:close/>
                    <a:moveTo>
                      <a:pt x="1189" y="4448"/>
                    </a:moveTo>
                    <a:lnTo>
                      <a:pt x="1189" y="4814"/>
                    </a:lnTo>
                    <a:lnTo>
                      <a:pt x="1108" y="4814"/>
                    </a:lnTo>
                    <a:lnTo>
                      <a:pt x="1108" y="4448"/>
                    </a:lnTo>
                    <a:close/>
                    <a:moveTo>
                      <a:pt x="1403" y="4448"/>
                    </a:moveTo>
                    <a:lnTo>
                      <a:pt x="1403" y="4814"/>
                    </a:lnTo>
                    <a:lnTo>
                      <a:pt x="1385" y="4814"/>
                    </a:lnTo>
                    <a:lnTo>
                      <a:pt x="1385" y="4448"/>
                    </a:lnTo>
                    <a:close/>
                    <a:moveTo>
                      <a:pt x="1787" y="4448"/>
                    </a:moveTo>
                    <a:lnTo>
                      <a:pt x="1787" y="4814"/>
                    </a:lnTo>
                    <a:lnTo>
                      <a:pt x="1483" y="4814"/>
                    </a:lnTo>
                    <a:lnTo>
                      <a:pt x="1483" y="4448"/>
                    </a:lnTo>
                    <a:close/>
                    <a:moveTo>
                      <a:pt x="2073" y="4448"/>
                    </a:moveTo>
                    <a:lnTo>
                      <a:pt x="2073" y="4814"/>
                    </a:lnTo>
                    <a:lnTo>
                      <a:pt x="1867" y="4814"/>
                    </a:lnTo>
                    <a:lnTo>
                      <a:pt x="1867" y="4448"/>
                    </a:lnTo>
                    <a:close/>
                    <a:moveTo>
                      <a:pt x="4421" y="4448"/>
                    </a:moveTo>
                    <a:lnTo>
                      <a:pt x="4421" y="4814"/>
                    </a:lnTo>
                    <a:lnTo>
                      <a:pt x="4198" y="4814"/>
                    </a:lnTo>
                    <a:lnTo>
                      <a:pt x="4198" y="4448"/>
                    </a:lnTo>
                    <a:close/>
                    <a:moveTo>
                      <a:pt x="4796" y="4448"/>
                    </a:moveTo>
                    <a:lnTo>
                      <a:pt x="4796" y="4814"/>
                    </a:lnTo>
                    <a:lnTo>
                      <a:pt x="4502" y="4814"/>
                    </a:lnTo>
                    <a:lnTo>
                      <a:pt x="4502" y="4448"/>
                    </a:lnTo>
                    <a:close/>
                    <a:moveTo>
                      <a:pt x="4886" y="4448"/>
                    </a:moveTo>
                    <a:lnTo>
                      <a:pt x="4886" y="4814"/>
                    </a:lnTo>
                    <a:lnTo>
                      <a:pt x="4877" y="4814"/>
                    </a:lnTo>
                    <a:lnTo>
                      <a:pt x="4877" y="4448"/>
                    </a:lnTo>
                    <a:close/>
                    <a:moveTo>
                      <a:pt x="5171" y="4448"/>
                    </a:moveTo>
                    <a:lnTo>
                      <a:pt x="5171" y="4814"/>
                    </a:lnTo>
                    <a:lnTo>
                      <a:pt x="5082" y="4814"/>
                    </a:lnTo>
                    <a:lnTo>
                      <a:pt x="5082" y="4448"/>
                    </a:lnTo>
                    <a:close/>
                    <a:moveTo>
                      <a:pt x="5546" y="4448"/>
                    </a:moveTo>
                    <a:lnTo>
                      <a:pt x="5546" y="4814"/>
                    </a:lnTo>
                    <a:lnTo>
                      <a:pt x="5252" y="4814"/>
                    </a:lnTo>
                    <a:lnTo>
                      <a:pt x="5252" y="4448"/>
                    </a:lnTo>
                    <a:close/>
                    <a:moveTo>
                      <a:pt x="1073" y="5832"/>
                    </a:moveTo>
                    <a:lnTo>
                      <a:pt x="1073" y="6573"/>
                    </a:lnTo>
                    <a:lnTo>
                      <a:pt x="590" y="6573"/>
                    </a:lnTo>
                    <a:lnTo>
                      <a:pt x="590" y="5832"/>
                    </a:lnTo>
                    <a:close/>
                    <a:moveTo>
                      <a:pt x="1733" y="5832"/>
                    </a:moveTo>
                    <a:lnTo>
                      <a:pt x="1733" y="6573"/>
                    </a:lnTo>
                    <a:lnTo>
                      <a:pt x="1198" y="6573"/>
                    </a:lnTo>
                    <a:lnTo>
                      <a:pt x="1198" y="5832"/>
                    </a:lnTo>
                    <a:close/>
                    <a:moveTo>
                      <a:pt x="2394" y="5832"/>
                    </a:moveTo>
                    <a:lnTo>
                      <a:pt x="2394" y="6573"/>
                    </a:lnTo>
                    <a:lnTo>
                      <a:pt x="1858" y="6573"/>
                    </a:lnTo>
                    <a:lnTo>
                      <a:pt x="1858" y="5832"/>
                    </a:lnTo>
                    <a:close/>
                    <a:moveTo>
                      <a:pt x="3046" y="5832"/>
                    </a:moveTo>
                    <a:lnTo>
                      <a:pt x="3046" y="6573"/>
                    </a:lnTo>
                    <a:lnTo>
                      <a:pt x="2510" y="6573"/>
                    </a:lnTo>
                    <a:lnTo>
                      <a:pt x="2510" y="5832"/>
                    </a:lnTo>
                    <a:close/>
                    <a:moveTo>
                      <a:pt x="3707" y="5832"/>
                    </a:moveTo>
                    <a:lnTo>
                      <a:pt x="3707" y="6573"/>
                    </a:lnTo>
                    <a:lnTo>
                      <a:pt x="3171" y="6573"/>
                    </a:lnTo>
                    <a:lnTo>
                      <a:pt x="3171" y="5832"/>
                    </a:lnTo>
                    <a:close/>
                    <a:moveTo>
                      <a:pt x="4359" y="5832"/>
                    </a:moveTo>
                    <a:lnTo>
                      <a:pt x="4359" y="6573"/>
                    </a:lnTo>
                    <a:lnTo>
                      <a:pt x="3823" y="6573"/>
                    </a:lnTo>
                    <a:lnTo>
                      <a:pt x="3823" y="5832"/>
                    </a:lnTo>
                    <a:close/>
                    <a:moveTo>
                      <a:pt x="5020" y="5832"/>
                    </a:moveTo>
                    <a:lnTo>
                      <a:pt x="5020" y="6573"/>
                    </a:lnTo>
                    <a:lnTo>
                      <a:pt x="4484" y="6573"/>
                    </a:lnTo>
                    <a:lnTo>
                      <a:pt x="4484" y="5832"/>
                    </a:lnTo>
                    <a:close/>
                    <a:moveTo>
                      <a:pt x="5680" y="5832"/>
                    </a:moveTo>
                    <a:lnTo>
                      <a:pt x="5680" y="6573"/>
                    </a:lnTo>
                    <a:lnTo>
                      <a:pt x="5145" y="6573"/>
                    </a:lnTo>
                    <a:lnTo>
                      <a:pt x="5145" y="5832"/>
                    </a:lnTo>
                    <a:close/>
                    <a:moveTo>
                      <a:pt x="894" y="0"/>
                    </a:moveTo>
                    <a:lnTo>
                      <a:pt x="894" y="36"/>
                    </a:lnTo>
                    <a:lnTo>
                      <a:pt x="269" y="36"/>
                    </a:lnTo>
                    <a:lnTo>
                      <a:pt x="269" y="518"/>
                    </a:lnTo>
                    <a:lnTo>
                      <a:pt x="894" y="518"/>
                    </a:lnTo>
                    <a:lnTo>
                      <a:pt x="894" y="1438"/>
                    </a:lnTo>
                    <a:lnTo>
                      <a:pt x="590" y="1438"/>
                    </a:lnTo>
                    <a:lnTo>
                      <a:pt x="590" y="1563"/>
                    </a:lnTo>
                    <a:lnTo>
                      <a:pt x="653" y="1563"/>
                    </a:lnTo>
                    <a:lnTo>
                      <a:pt x="653" y="1929"/>
                    </a:lnTo>
                    <a:lnTo>
                      <a:pt x="590" y="1929"/>
                    </a:lnTo>
                    <a:lnTo>
                      <a:pt x="590" y="2054"/>
                    </a:lnTo>
                    <a:lnTo>
                      <a:pt x="876" y="2054"/>
                    </a:lnTo>
                    <a:lnTo>
                      <a:pt x="876" y="2608"/>
                    </a:lnTo>
                    <a:lnTo>
                      <a:pt x="1189" y="2608"/>
                    </a:lnTo>
                    <a:lnTo>
                      <a:pt x="1189" y="4323"/>
                    </a:lnTo>
                    <a:lnTo>
                      <a:pt x="590" y="4323"/>
                    </a:lnTo>
                    <a:lnTo>
                      <a:pt x="590" y="4448"/>
                    </a:lnTo>
                    <a:lnTo>
                      <a:pt x="653" y="4448"/>
                    </a:lnTo>
                    <a:lnTo>
                      <a:pt x="653" y="4814"/>
                    </a:lnTo>
                    <a:lnTo>
                      <a:pt x="590" y="4814"/>
                    </a:lnTo>
                    <a:lnTo>
                      <a:pt x="590" y="4939"/>
                    </a:lnTo>
                    <a:lnTo>
                      <a:pt x="974" y="4939"/>
                    </a:lnTo>
                    <a:lnTo>
                      <a:pt x="974" y="5332"/>
                    </a:lnTo>
                    <a:lnTo>
                      <a:pt x="1" y="5332"/>
                    </a:lnTo>
                    <a:lnTo>
                      <a:pt x="1" y="5725"/>
                    </a:lnTo>
                    <a:lnTo>
                      <a:pt x="314" y="5725"/>
                    </a:lnTo>
                    <a:lnTo>
                      <a:pt x="314" y="7564"/>
                    </a:lnTo>
                    <a:lnTo>
                      <a:pt x="5957" y="7564"/>
                    </a:lnTo>
                    <a:lnTo>
                      <a:pt x="5957" y="5725"/>
                    </a:lnTo>
                    <a:lnTo>
                      <a:pt x="6270" y="5725"/>
                    </a:lnTo>
                    <a:lnTo>
                      <a:pt x="6270" y="5332"/>
                    </a:lnTo>
                    <a:lnTo>
                      <a:pt x="5296" y="5332"/>
                    </a:lnTo>
                    <a:lnTo>
                      <a:pt x="5296" y="4939"/>
                    </a:lnTo>
                    <a:lnTo>
                      <a:pt x="5680" y="4939"/>
                    </a:lnTo>
                    <a:lnTo>
                      <a:pt x="5680" y="4814"/>
                    </a:lnTo>
                    <a:lnTo>
                      <a:pt x="5627" y="4814"/>
                    </a:lnTo>
                    <a:lnTo>
                      <a:pt x="5627" y="4448"/>
                    </a:lnTo>
                    <a:lnTo>
                      <a:pt x="5680" y="4448"/>
                    </a:lnTo>
                    <a:lnTo>
                      <a:pt x="5680" y="4323"/>
                    </a:lnTo>
                    <a:lnTo>
                      <a:pt x="5082" y="4323"/>
                    </a:lnTo>
                    <a:lnTo>
                      <a:pt x="5082" y="2608"/>
                    </a:lnTo>
                    <a:lnTo>
                      <a:pt x="5386" y="2608"/>
                    </a:lnTo>
                    <a:lnTo>
                      <a:pt x="5386" y="2054"/>
                    </a:lnTo>
                    <a:lnTo>
                      <a:pt x="5680" y="2054"/>
                    </a:lnTo>
                    <a:lnTo>
                      <a:pt x="5680" y="1929"/>
                    </a:lnTo>
                    <a:lnTo>
                      <a:pt x="5627" y="1929"/>
                    </a:lnTo>
                    <a:lnTo>
                      <a:pt x="5627" y="1563"/>
                    </a:lnTo>
                    <a:lnTo>
                      <a:pt x="5680" y="1563"/>
                    </a:lnTo>
                    <a:lnTo>
                      <a:pt x="5680" y="1438"/>
                    </a:lnTo>
                    <a:lnTo>
                      <a:pt x="5377" y="1438"/>
                    </a:lnTo>
                    <a:lnTo>
                      <a:pt x="5377" y="0"/>
                    </a:lnTo>
                    <a:lnTo>
                      <a:pt x="5296" y="0"/>
                    </a:lnTo>
                    <a:lnTo>
                      <a:pt x="5296" y="36"/>
                    </a:lnTo>
                    <a:lnTo>
                      <a:pt x="4671" y="36"/>
                    </a:lnTo>
                    <a:lnTo>
                      <a:pt x="4671" y="518"/>
                    </a:lnTo>
                    <a:lnTo>
                      <a:pt x="5296" y="518"/>
                    </a:lnTo>
                    <a:lnTo>
                      <a:pt x="5296" y="1438"/>
                    </a:lnTo>
                    <a:lnTo>
                      <a:pt x="4278" y="1438"/>
                    </a:lnTo>
                    <a:lnTo>
                      <a:pt x="4278" y="0"/>
                    </a:lnTo>
                    <a:lnTo>
                      <a:pt x="4198" y="0"/>
                    </a:lnTo>
                    <a:lnTo>
                      <a:pt x="4198" y="36"/>
                    </a:lnTo>
                    <a:lnTo>
                      <a:pt x="3573" y="36"/>
                    </a:lnTo>
                    <a:lnTo>
                      <a:pt x="3573" y="518"/>
                    </a:lnTo>
                    <a:lnTo>
                      <a:pt x="4198" y="518"/>
                    </a:lnTo>
                    <a:lnTo>
                      <a:pt x="4198" y="1438"/>
                    </a:lnTo>
                    <a:lnTo>
                      <a:pt x="3171" y="1438"/>
                    </a:lnTo>
                    <a:lnTo>
                      <a:pt x="3171" y="0"/>
                    </a:lnTo>
                    <a:lnTo>
                      <a:pt x="3091" y="0"/>
                    </a:lnTo>
                    <a:lnTo>
                      <a:pt x="3091" y="36"/>
                    </a:lnTo>
                    <a:lnTo>
                      <a:pt x="2475" y="36"/>
                    </a:lnTo>
                    <a:lnTo>
                      <a:pt x="2475" y="518"/>
                    </a:lnTo>
                    <a:lnTo>
                      <a:pt x="3091" y="518"/>
                    </a:lnTo>
                    <a:lnTo>
                      <a:pt x="3091" y="1438"/>
                    </a:lnTo>
                    <a:lnTo>
                      <a:pt x="2073" y="1438"/>
                    </a:lnTo>
                    <a:lnTo>
                      <a:pt x="2073" y="0"/>
                    </a:lnTo>
                    <a:lnTo>
                      <a:pt x="1992" y="0"/>
                    </a:lnTo>
                    <a:lnTo>
                      <a:pt x="1992" y="36"/>
                    </a:lnTo>
                    <a:lnTo>
                      <a:pt x="1367" y="36"/>
                    </a:lnTo>
                    <a:lnTo>
                      <a:pt x="1367" y="518"/>
                    </a:lnTo>
                    <a:lnTo>
                      <a:pt x="1992" y="518"/>
                    </a:lnTo>
                    <a:lnTo>
                      <a:pt x="1992" y="1438"/>
                    </a:lnTo>
                    <a:lnTo>
                      <a:pt x="974" y="1438"/>
                    </a:lnTo>
                    <a:lnTo>
                      <a:pt x="9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36"/>
              <p:cNvSpPr/>
              <p:nvPr/>
            </p:nvSpPr>
            <p:spPr>
              <a:xfrm>
                <a:off x="6803914" y="4226960"/>
                <a:ext cx="180640" cy="793600"/>
              </a:xfrm>
              <a:custGeom>
                <a:rect b="b" l="l" r="r" t="t"/>
                <a:pathLst>
                  <a:path extrusionOk="0" h="24800" w="5645">
                    <a:moveTo>
                      <a:pt x="1822" y="2724"/>
                    </a:moveTo>
                    <a:lnTo>
                      <a:pt x="1885" y="2733"/>
                    </a:lnTo>
                    <a:lnTo>
                      <a:pt x="1974" y="2805"/>
                    </a:lnTo>
                    <a:lnTo>
                      <a:pt x="2045" y="2983"/>
                    </a:lnTo>
                    <a:lnTo>
                      <a:pt x="2054" y="3099"/>
                    </a:lnTo>
                    <a:lnTo>
                      <a:pt x="2054" y="4528"/>
                    </a:lnTo>
                    <a:lnTo>
                      <a:pt x="1599" y="4528"/>
                    </a:lnTo>
                    <a:lnTo>
                      <a:pt x="1599" y="3099"/>
                    </a:lnTo>
                    <a:lnTo>
                      <a:pt x="1599" y="2983"/>
                    </a:lnTo>
                    <a:lnTo>
                      <a:pt x="1661" y="2805"/>
                    </a:lnTo>
                    <a:lnTo>
                      <a:pt x="1751" y="2733"/>
                    </a:lnTo>
                    <a:lnTo>
                      <a:pt x="1822" y="2724"/>
                    </a:lnTo>
                    <a:close/>
                    <a:moveTo>
                      <a:pt x="2492" y="2724"/>
                    </a:moveTo>
                    <a:lnTo>
                      <a:pt x="2554" y="2733"/>
                    </a:lnTo>
                    <a:lnTo>
                      <a:pt x="2644" y="2805"/>
                    </a:lnTo>
                    <a:lnTo>
                      <a:pt x="2706" y="2983"/>
                    </a:lnTo>
                    <a:lnTo>
                      <a:pt x="2715" y="3099"/>
                    </a:lnTo>
                    <a:lnTo>
                      <a:pt x="2715" y="4528"/>
                    </a:lnTo>
                    <a:lnTo>
                      <a:pt x="2260" y="4528"/>
                    </a:lnTo>
                    <a:lnTo>
                      <a:pt x="2260" y="3099"/>
                    </a:lnTo>
                    <a:lnTo>
                      <a:pt x="2269" y="2983"/>
                    </a:lnTo>
                    <a:lnTo>
                      <a:pt x="2331" y="2805"/>
                    </a:lnTo>
                    <a:lnTo>
                      <a:pt x="2421" y="2733"/>
                    </a:lnTo>
                    <a:lnTo>
                      <a:pt x="2492" y="2724"/>
                    </a:lnTo>
                    <a:close/>
                    <a:moveTo>
                      <a:pt x="3153" y="2724"/>
                    </a:moveTo>
                    <a:lnTo>
                      <a:pt x="3215" y="2733"/>
                    </a:lnTo>
                    <a:lnTo>
                      <a:pt x="3305" y="2805"/>
                    </a:lnTo>
                    <a:lnTo>
                      <a:pt x="3376" y="2983"/>
                    </a:lnTo>
                    <a:lnTo>
                      <a:pt x="3376" y="3099"/>
                    </a:lnTo>
                    <a:lnTo>
                      <a:pt x="3376" y="4528"/>
                    </a:lnTo>
                    <a:lnTo>
                      <a:pt x="2930" y="4528"/>
                    </a:lnTo>
                    <a:lnTo>
                      <a:pt x="2930" y="3099"/>
                    </a:lnTo>
                    <a:lnTo>
                      <a:pt x="2930" y="2983"/>
                    </a:lnTo>
                    <a:lnTo>
                      <a:pt x="2992" y="2805"/>
                    </a:lnTo>
                    <a:lnTo>
                      <a:pt x="3081" y="2733"/>
                    </a:lnTo>
                    <a:lnTo>
                      <a:pt x="3153" y="2724"/>
                    </a:lnTo>
                    <a:close/>
                    <a:moveTo>
                      <a:pt x="3823" y="2724"/>
                    </a:moveTo>
                    <a:lnTo>
                      <a:pt x="3885" y="2733"/>
                    </a:lnTo>
                    <a:lnTo>
                      <a:pt x="3974" y="2805"/>
                    </a:lnTo>
                    <a:lnTo>
                      <a:pt x="4037" y="2983"/>
                    </a:lnTo>
                    <a:lnTo>
                      <a:pt x="4046" y="3099"/>
                    </a:lnTo>
                    <a:lnTo>
                      <a:pt x="4046" y="4528"/>
                    </a:lnTo>
                    <a:lnTo>
                      <a:pt x="3590" y="4528"/>
                    </a:lnTo>
                    <a:lnTo>
                      <a:pt x="3590" y="3099"/>
                    </a:lnTo>
                    <a:lnTo>
                      <a:pt x="3599" y="2983"/>
                    </a:lnTo>
                    <a:lnTo>
                      <a:pt x="3653" y="2805"/>
                    </a:lnTo>
                    <a:lnTo>
                      <a:pt x="3751" y="2733"/>
                    </a:lnTo>
                    <a:lnTo>
                      <a:pt x="3823" y="2724"/>
                    </a:lnTo>
                    <a:close/>
                    <a:moveTo>
                      <a:pt x="1885" y="5966"/>
                    </a:moveTo>
                    <a:lnTo>
                      <a:pt x="1974" y="6037"/>
                    </a:lnTo>
                    <a:lnTo>
                      <a:pt x="2045" y="6216"/>
                    </a:lnTo>
                    <a:lnTo>
                      <a:pt x="2054" y="6332"/>
                    </a:lnTo>
                    <a:lnTo>
                      <a:pt x="2054" y="7761"/>
                    </a:lnTo>
                    <a:lnTo>
                      <a:pt x="1599" y="7761"/>
                    </a:lnTo>
                    <a:lnTo>
                      <a:pt x="1599" y="6332"/>
                    </a:lnTo>
                    <a:lnTo>
                      <a:pt x="1599" y="6216"/>
                    </a:lnTo>
                    <a:lnTo>
                      <a:pt x="1661" y="6037"/>
                    </a:lnTo>
                    <a:lnTo>
                      <a:pt x="1751" y="5966"/>
                    </a:lnTo>
                    <a:close/>
                    <a:moveTo>
                      <a:pt x="2554" y="5966"/>
                    </a:moveTo>
                    <a:lnTo>
                      <a:pt x="2644" y="6037"/>
                    </a:lnTo>
                    <a:lnTo>
                      <a:pt x="2706" y="6216"/>
                    </a:lnTo>
                    <a:lnTo>
                      <a:pt x="2715" y="6332"/>
                    </a:lnTo>
                    <a:lnTo>
                      <a:pt x="2715" y="7761"/>
                    </a:lnTo>
                    <a:lnTo>
                      <a:pt x="2260" y="7761"/>
                    </a:lnTo>
                    <a:lnTo>
                      <a:pt x="2260" y="6332"/>
                    </a:lnTo>
                    <a:lnTo>
                      <a:pt x="2269" y="6216"/>
                    </a:lnTo>
                    <a:lnTo>
                      <a:pt x="2331" y="6037"/>
                    </a:lnTo>
                    <a:lnTo>
                      <a:pt x="2421" y="5966"/>
                    </a:lnTo>
                    <a:close/>
                    <a:moveTo>
                      <a:pt x="3215" y="5966"/>
                    </a:moveTo>
                    <a:lnTo>
                      <a:pt x="3305" y="6037"/>
                    </a:lnTo>
                    <a:lnTo>
                      <a:pt x="3376" y="6216"/>
                    </a:lnTo>
                    <a:lnTo>
                      <a:pt x="3376" y="6332"/>
                    </a:lnTo>
                    <a:lnTo>
                      <a:pt x="3376" y="7761"/>
                    </a:lnTo>
                    <a:lnTo>
                      <a:pt x="2930" y="7761"/>
                    </a:lnTo>
                    <a:lnTo>
                      <a:pt x="2930" y="6332"/>
                    </a:lnTo>
                    <a:lnTo>
                      <a:pt x="2930" y="6216"/>
                    </a:lnTo>
                    <a:lnTo>
                      <a:pt x="2992" y="6037"/>
                    </a:lnTo>
                    <a:lnTo>
                      <a:pt x="3081" y="5966"/>
                    </a:lnTo>
                    <a:close/>
                    <a:moveTo>
                      <a:pt x="3885" y="5966"/>
                    </a:moveTo>
                    <a:lnTo>
                      <a:pt x="3974" y="6037"/>
                    </a:lnTo>
                    <a:lnTo>
                      <a:pt x="4037" y="6216"/>
                    </a:lnTo>
                    <a:lnTo>
                      <a:pt x="4046" y="6332"/>
                    </a:lnTo>
                    <a:lnTo>
                      <a:pt x="4046" y="7761"/>
                    </a:lnTo>
                    <a:lnTo>
                      <a:pt x="3590" y="7761"/>
                    </a:lnTo>
                    <a:lnTo>
                      <a:pt x="3590" y="6332"/>
                    </a:lnTo>
                    <a:lnTo>
                      <a:pt x="3599" y="6216"/>
                    </a:lnTo>
                    <a:lnTo>
                      <a:pt x="3653" y="6037"/>
                    </a:lnTo>
                    <a:lnTo>
                      <a:pt x="3751" y="5966"/>
                    </a:lnTo>
                    <a:close/>
                    <a:moveTo>
                      <a:pt x="1822" y="9199"/>
                    </a:moveTo>
                    <a:lnTo>
                      <a:pt x="1885" y="9207"/>
                    </a:lnTo>
                    <a:lnTo>
                      <a:pt x="1974" y="9279"/>
                    </a:lnTo>
                    <a:lnTo>
                      <a:pt x="2045" y="9458"/>
                    </a:lnTo>
                    <a:lnTo>
                      <a:pt x="2054" y="9574"/>
                    </a:lnTo>
                    <a:lnTo>
                      <a:pt x="2054" y="10993"/>
                    </a:lnTo>
                    <a:lnTo>
                      <a:pt x="1599" y="10993"/>
                    </a:lnTo>
                    <a:lnTo>
                      <a:pt x="1599" y="9574"/>
                    </a:lnTo>
                    <a:lnTo>
                      <a:pt x="1599" y="9458"/>
                    </a:lnTo>
                    <a:lnTo>
                      <a:pt x="1661" y="9279"/>
                    </a:lnTo>
                    <a:lnTo>
                      <a:pt x="1751" y="9207"/>
                    </a:lnTo>
                    <a:lnTo>
                      <a:pt x="1822" y="9199"/>
                    </a:lnTo>
                    <a:close/>
                    <a:moveTo>
                      <a:pt x="2492" y="9199"/>
                    </a:moveTo>
                    <a:lnTo>
                      <a:pt x="2554" y="9207"/>
                    </a:lnTo>
                    <a:lnTo>
                      <a:pt x="2644" y="9279"/>
                    </a:lnTo>
                    <a:lnTo>
                      <a:pt x="2706" y="9458"/>
                    </a:lnTo>
                    <a:lnTo>
                      <a:pt x="2715" y="9574"/>
                    </a:lnTo>
                    <a:lnTo>
                      <a:pt x="2715" y="10993"/>
                    </a:lnTo>
                    <a:lnTo>
                      <a:pt x="2260" y="10993"/>
                    </a:lnTo>
                    <a:lnTo>
                      <a:pt x="2260" y="9574"/>
                    </a:lnTo>
                    <a:lnTo>
                      <a:pt x="2269" y="9458"/>
                    </a:lnTo>
                    <a:lnTo>
                      <a:pt x="2331" y="9279"/>
                    </a:lnTo>
                    <a:lnTo>
                      <a:pt x="2421" y="9207"/>
                    </a:lnTo>
                    <a:lnTo>
                      <a:pt x="2492" y="9199"/>
                    </a:lnTo>
                    <a:close/>
                    <a:moveTo>
                      <a:pt x="3153" y="9199"/>
                    </a:moveTo>
                    <a:lnTo>
                      <a:pt x="3215" y="9207"/>
                    </a:lnTo>
                    <a:lnTo>
                      <a:pt x="3305" y="9279"/>
                    </a:lnTo>
                    <a:lnTo>
                      <a:pt x="3376" y="9458"/>
                    </a:lnTo>
                    <a:lnTo>
                      <a:pt x="3376" y="9574"/>
                    </a:lnTo>
                    <a:lnTo>
                      <a:pt x="3376" y="10993"/>
                    </a:lnTo>
                    <a:lnTo>
                      <a:pt x="2930" y="10993"/>
                    </a:lnTo>
                    <a:lnTo>
                      <a:pt x="2930" y="9574"/>
                    </a:lnTo>
                    <a:lnTo>
                      <a:pt x="2930" y="9458"/>
                    </a:lnTo>
                    <a:lnTo>
                      <a:pt x="2992" y="9279"/>
                    </a:lnTo>
                    <a:lnTo>
                      <a:pt x="3081" y="9207"/>
                    </a:lnTo>
                    <a:lnTo>
                      <a:pt x="3153" y="9199"/>
                    </a:lnTo>
                    <a:close/>
                    <a:moveTo>
                      <a:pt x="3823" y="9199"/>
                    </a:moveTo>
                    <a:lnTo>
                      <a:pt x="3885" y="9207"/>
                    </a:lnTo>
                    <a:lnTo>
                      <a:pt x="3974" y="9279"/>
                    </a:lnTo>
                    <a:lnTo>
                      <a:pt x="4037" y="9458"/>
                    </a:lnTo>
                    <a:lnTo>
                      <a:pt x="4046" y="9574"/>
                    </a:lnTo>
                    <a:lnTo>
                      <a:pt x="4046" y="10993"/>
                    </a:lnTo>
                    <a:lnTo>
                      <a:pt x="3590" y="10993"/>
                    </a:lnTo>
                    <a:lnTo>
                      <a:pt x="3590" y="9574"/>
                    </a:lnTo>
                    <a:lnTo>
                      <a:pt x="3599" y="9458"/>
                    </a:lnTo>
                    <a:lnTo>
                      <a:pt x="3653" y="9279"/>
                    </a:lnTo>
                    <a:lnTo>
                      <a:pt x="3751" y="9207"/>
                    </a:lnTo>
                    <a:lnTo>
                      <a:pt x="3823" y="9199"/>
                    </a:lnTo>
                    <a:close/>
                    <a:moveTo>
                      <a:pt x="1822" y="12431"/>
                    </a:moveTo>
                    <a:lnTo>
                      <a:pt x="1885" y="12440"/>
                    </a:lnTo>
                    <a:lnTo>
                      <a:pt x="1974" y="12512"/>
                    </a:lnTo>
                    <a:lnTo>
                      <a:pt x="2045" y="12690"/>
                    </a:lnTo>
                    <a:lnTo>
                      <a:pt x="2054" y="12806"/>
                    </a:lnTo>
                    <a:lnTo>
                      <a:pt x="2054" y="14235"/>
                    </a:lnTo>
                    <a:lnTo>
                      <a:pt x="1599" y="14235"/>
                    </a:lnTo>
                    <a:lnTo>
                      <a:pt x="1599" y="12806"/>
                    </a:lnTo>
                    <a:lnTo>
                      <a:pt x="1599" y="12690"/>
                    </a:lnTo>
                    <a:lnTo>
                      <a:pt x="1661" y="12512"/>
                    </a:lnTo>
                    <a:lnTo>
                      <a:pt x="1751" y="12440"/>
                    </a:lnTo>
                    <a:lnTo>
                      <a:pt x="1822" y="12431"/>
                    </a:lnTo>
                    <a:close/>
                    <a:moveTo>
                      <a:pt x="2492" y="12431"/>
                    </a:moveTo>
                    <a:lnTo>
                      <a:pt x="2554" y="12440"/>
                    </a:lnTo>
                    <a:lnTo>
                      <a:pt x="2644" y="12512"/>
                    </a:lnTo>
                    <a:lnTo>
                      <a:pt x="2706" y="12690"/>
                    </a:lnTo>
                    <a:lnTo>
                      <a:pt x="2715" y="12806"/>
                    </a:lnTo>
                    <a:lnTo>
                      <a:pt x="2715" y="14235"/>
                    </a:lnTo>
                    <a:lnTo>
                      <a:pt x="2260" y="14235"/>
                    </a:lnTo>
                    <a:lnTo>
                      <a:pt x="2260" y="12806"/>
                    </a:lnTo>
                    <a:lnTo>
                      <a:pt x="2269" y="12690"/>
                    </a:lnTo>
                    <a:lnTo>
                      <a:pt x="2331" y="12512"/>
                    </a:lnTo>
                    <a:lnTo>
                      <a:pt x="2421" y="12440"/>
                    </a:lnTo>
                    <a:lnTo>
                      <a:pt x="2492" y="12431"/>
                    </a:lnTo>
                    <a:close/>
                    <a:moveTo>
                      <a:pt x="3153" y="12431"/>
                    </a:moveTo>
                    <a:lnTo>
                      <a:pt x="3215" y="12440"/>
                    </a:lnTo>
                    <a:lnTo>
                      <a:pt x="3305" y="12512"/>
                    </a:lnTo>
                    <a:lnTo>
                      <a:pt x="3376" y="12690"/>
                    </a:lnTo>
                    <a:lnTo>
                      <a:pt x="3376" y="12806"/>
                    </a:lnTo>
                    <a:lnTo>
                      <a:pt x="3376" y="14235"/>
                    </a:lnTo>
                    <a:lnTo>
                      <a:pt x="2930" y="14235"/>
                    </a:lnTo>
                    <a:lnTo>
                      <a:pt x="2930" y="12806"/>
                    </a:lnTo>
                    <a:lnTo>
                      <a:pt x="2930" y="12690"/>
                    </a:lnTo>
                    <a:lnTo>
                      <a:pt x="2992" y="12512"/>
                    </a:lnTo>
                    <a:lnTo>
                      <a:pt x="3081" y="12440"/>
                    </a:lnTo>
                    <a:lnTo>
                      <a:pt x="3153" y="12431"/>
                    </a:lnTo>
                    <a:close/>
                    <a:moveTo>
                      <a:pt x="3823" y="12431"/>
                    </a:moveTo>
                    <a:lnTo>
                      <a:pt x="3885" y="12440"/>
                    </a:lnTo>
                    <a:lnTo>
                      <a:pt x="3974" y="12512"/>
                    </a:lnTo>
                    <a:lnTo>
                      <a:pt x="4037" y="12690"/>
                    </a:lnTo>
                    <a:lnTo>
                      <a:pt x="4046" y="12806"/>
                    </a:lnTo>
                    <a:lnTo>
                      <a:pt x="4046" y="14235"/>
                    </a:lnTo>
                    <a:lnTo>
                      <a:pt x="3590" y="14235"/>
                    </a:lnTo>
                    <a:lnTo>
                      <a:pt x="3590" y="12806"/>
                    </a:lnTo>
                    <a:lnTo>
                      <a:pt x="3599" y="12690"/>
                    </a:lnTo>
                    <a:lnTo>
                      <a:pt x="3653" y="12512"/>
                    </a:lnTo>
                    <a:lnTo>
                      <a:pt x="3751" y="12440"/>
                    </a:lnTo>
                    <a:lnTo>
                      <a:pt x="3823" y="12431"/>
                    </a:lnTo>
                    <a:close/>
                    <a:moveTo>
                      <a:pt x="1822" y="15673"/>
                    </a:moveTo>
                    <a:lnTo>
                      <a:pt x="1885" y="15682"/>
                    </a:lnTo>
                    <a:lnTo>
                      <a:pt x="1974" y="15753"/>
                    </a:lnTo>
                    <a:lnTo>
                      <a:pt x="2045" y="15932"/>
                    </a:lnTo>
                    <a:lnTo>
                      <a:pt x="2054" y="16039"/>
                    </a:lnTo>
                    <a:lnTo>
                      <a:pt x="2054" y="17468"/>
                    </a:lnTo>
                    <a:lnTo>
                      <a:pt x="1599" y="17468"/>
                    </a:lnTo>
                    <a:lnTo>
                      <a:pt x="1599" y="16039"/>
                    </a:lnTo>
                    <a:lnTo>
                      <a:pt x="1599" y="15932"/>
                    </a:lnTo>
                    <a:lnTo>
                      <a:pt x="1661" y="15753"/>
                    </a:lnTo>
                    <a:lnTo>
                      <a:pt x="1751" y="15682"/>
                    </a:lnTo>
                    <a:lnTo>
                      <a:pt x="1822" y="15673"/>
                    </a:lnTo>
                    <a:close/>
                    <a:moveTo>
                      <a:pt x="2492" y="15673"/>
                    </a:moveTo>
                    <a:lnTo>
                      <a:pt x="2554" y="15682"/>
                    </a:lnTo>
                    <a:lnTo>
                      <a:pt x="2644" y="15753"/>
                    </a:lnTo>
                    <a:lnTo>
                      <a:pt x="2706" y="15932"/>
                    </a:lnTo>
                    <a:lnTo>
                      <a:pt x="2715" y="16039"/>
                    </a:lnTo>
                    <a:lnTo>
                      <a:pt x="2715" y="17468"/>
                    </a:lnTo>
                    <a:lnTo>
                      <a:pt x="2260" y="17468"/>
                    </a:lnTo>
                    <a:lnTo>
                      <a:pt x="2260" y="16039"/>
                    </a:lnTo>
                    <a:lnTo>
                      <a:pt x="2269" y="15932"/>
                    </a:lnTo>
                    <a:lnTo>
                      <a:pt x="2331" y="15753"/>
                    </a:lnTo>
                    <a:lnTo>
                      <a:pt x="2421" y="15682"/>
                    </a:lnTo>
                    <a:lnTo>
                      <a:pt x="2492" y="15673"/>
                    </a:lnTo>
                    <a:close/>
                    <a:moveTo>
                      <a:pt x="3153" y="15673"/>
                    </a:moveTo>
                    <a:lnTo>
                      <a:pt x="3215" y="15682"/>
                    </a:lnTo>
                    <a:lnTo>
                      <a:pt x="3305" y="15753"/>
                    </a:lnTo>
                    <a:lnTo>
                      <a:pt x="3376" y="15932"/>
                    </a:lnTo>
                    <a:lnTo>
                      <a:pt x="3376" y="16039"/>
                    </a:lnTo>
                    <a:lnTo>
                      <a:pt x="3376" y="17468"/>
                    </a:lnTo>
                    <a:lnTo>
                      <a:pt x="2930" y="17468"/>
                    </a:lnTo>
                    <a:lnTo>
                      <a:pt x="2930" y="16039"/>
                    </a:lnTo>
                    <a:lnTo>
                      <a:pt x="2930" y="15932"/>
                    </a:lnTo>
                    <a:lnTo>
                      <a:pt x="2992" y="15753"/>
                    </a:lnTo>
                    <a:lnTo>
                      <a:pt x="3081" y="15682"/>
                    </a:lnTo>
                    <a:lnTo>
                      <a:pt x="3153" y="15673"/>
                    </a:lnTo>
                    <a:close/>
                    <a:moveTo>
                      <a:pt x="3823" y="15673"/>
                    </a:moveTo>
                    <a:lnTo>
                      <a:pt x="3885" y="15682"/>
                    </a:lnTo>
                    <a:lnTo>
                      <a:pt x="3974" y="15753"/>
                    </a:lnTo>
                    <a:lnTo>
                      <a:pt x="4037" y="15932"/>
                    </a:lnTo>
                    <a:lnTo>
                      <a:pt x="4046" y="16039"/>
                    </a:lnTo>
                    <a:lnTo>
                      <a:pt x="4046" y="17468"/>
                    </a:lnTo>
                    <a:lnTo>
                      <a:pt x="3590" y="17468"/>
                    </a:lnTo>
                    <a:lnTo>
                      <a:pt x="3590" y="16039"/>
                    </a:lnTo>
                    <a:lnTo>
                      <a:pt x="3599" y="15932"/>
                    </a:lnTo>
                    <a:lnTo>
                      <a:pt x="3653" y="15753"/>
                    </a:lnTo>
                    <a:lnTo>
                      <a:pt x="3751" y="15682"/>
                    </a:lnTo>
                    <a:lnTo>
                      <a:pt x="3823" y="15673"/>
                    </a:lnTo>
                    <a:close/>
                    <a:moveTo>
                      <a:pt x="1822" y="18905"/>
                    </a:moveTo>
                    <a:lnTo>
                      <a:pt x="1885" y="18914"/>
                    </a:lnTo>
                    <a:lnTo>
                      <a:pt x="1974" y="18986"/>
                    </a:lnTo>
                    <a:lnTo>
                      <a:pt x="2045" y="19164"/>
                    </a:lnTo>
                    <a:lnTo>
                      <a:pt x="2054" y="19280"/>
                    </a:lnTo>
                    <a:lnTo>
                      <a:pt x="2054" y="20709"/>
                    </a:lnTo>
                    <a:lnTo>
                      <a:pt x="1599" y="20709"/>
                    </a:lnTo>
                    <a:lnTo>
                      <a:pt x="1599" y="19280"/>
                    </a:lnTo>
                    <a:lnTo>
                      <a:pt x="1599" y="19164"/>
                    </a:lnTo>
                    <a:lnTo>
                      <a:pt x="1661" y="18986"/>
                    </a:lnTo>
                    <a:lnTo>
                      <a:pt x="1751" y="18914"/>
                    </a:lnTo>
                    <a:lnTo>
                      <a:pt x="1822" y="18905"/>
                    </a:lnTo>
                    <a:close/>
                    <a:moveTo>
                      <a:pt x="2492" y="18905"/>
                    </a:moveTo>
                    <a:lnTo>
                      <a:pt x="2554" y="18914"/>
                    </a:lnTo>
                    <a:lnTo>
                      <a:pt x="2644" y="18986"/>
                    </a:lnTo>
                    <a:lnTo>
                      <a:pt x="2706" y="19164"/>
                    </a:lnTo>
                    <a:lnTo>
                      <a:pt x="2715" y="19280"/>
                    </a:lnTo>
                    <a:lnTo>
                      <a:pt x="2715" y="20709"/>
                    </a:lnTo>
                    <a:lnTo>
                      <a:pt x="2260" y="20709"/>
                    </a:lnTo>
                    <a:lnTo>
                      <a:pt x="2260" y="19280"/>
                    </a:lnTo>
                    <a:lnTo>
                      <a:pt x="2269" y="19164"/>
                    </a:lnTo>
                    <a:lnTo>
                      <a:pt x="2331" y="18986"/>
                    </a:lnTo>
                    <a:lnTo>
                      <a:pt x="2421" y="18914"/>
                    </a:lnTo>
                    <a:lnTo>
                      <a:pt x="2492" y="18905"/>
                    </a:lnTo>
                    <a:close/>
                    <a:moveTo>
                      <a:pt x="3153" y="18905"/>
                    </a:moveTo>
                    <a:lnTo>
                      <a:pt x="3215" y="18914"/>
                    </a:lnTo>
                    <a:lnTo>
                      <a:pt x="3305" y="18986"/>
                    </a:lnTo>
                    <a:lnTo>
                      <a:pt x="3376" y="19164"/>
                    </a:lnTo>
                    <a:lnTo>
                      <a:pt x="3376" y="19280"/>
                    </a:lnTo>
                    <a:lnTo>
                      <a:pt x="3376" y="20709"/>
                    </a:lnTo>
                    <a:lnTo>
                      <a:pt x="2930" y="20709"/>
                    </a:lnTo>
                    <a:lnTo>
                      <a:pt x="2930" y="19280"/>
                    </a:lnTo>
                    <a:lnTo>
                      <a:pt x="2930" y="19164"/>
                    </a:lnTo>
                    <a:lnTo>
                      <a:pt x="2992" y="18986"/>
                    </a:lnTo>
                    <a:lnTo>
                      <a:pt x="3081" y="18914"/>
                    </a:lnTo>
                    <a:lnTo>
                      <a:pt x="3153" y="18905"/>
                    </a:lnTo>
                    <a:close/>
                    <a:moveTo>
                      <a:pt x="3823" y="18905"/>
                    </a:moveTo>
                    <a:lnTo>
                      <a:pt x="3885" y="18914"/>
                    </a:lnTo>
                    <a:lnTo>
                      <a:pt x="3974" y="18986"/>
                    </a:lnTo>
                    <a:lnTo>
                      <a:pt x="4037" y="19164"/>
                    </a:lnTo>
                    <a:lnTo>
                      <a:pt x="4046" y="19280"/>
                    </a:lnTo>
                    <a:lnTo>
                      <a:pt x="4046" y="20709"/>
                    </a:lnTo>
                    <a:lnTo>
                      <a:pt x="3590" y="20709"/>
                    </a:lnTo>
                    <a:lnTo>
                      <a:pt x="3590" y="19280"/>
                    </a:lnTo>
                    <a:lnTo>
                      <a:pt x="3599" y="19164"/>
                    </a:lnTo>
                    <a:lnTo>
                      <a:pt x="3653" y="18986"/>
                    </a:lnTo>
                    <a:lnTo>
                      <a:pt x="3751" y="18914"/>
                    </a:lnTo>
                    <a:lnTo>
                      <a:pt x="3823" y="18905"/>
                    </a:lnTo>
                    <a:close/>
                    <a:moveTo>
                      <a:pt x="1" y="1"/>
                    </a:moveTo>
                    <a:lnTo>
                      <a:pt x="1224" y="1287"/>
                    </a:lnTo>
                    <a:lnTo>
                      <a:pt x="1286" y="1287"/>
                    </a:lnTo>
                    <a:lnTo>
                      <a:pt x="1286" y="1688"/>
                    </a:lnTo>
                    <a:lnTo>
                      <a:pt x="1036" y="1688"/>
                    </a:lnTo>
                    <a:lnTo>
                      <a:pt x="1036" y="2278"/>
                    </a:lnTo>
                    <a:lnTo>
                      <a:pt x="1286" y="2278"/>
                    </a:lnTo>
                    <a:lnTo>
                      <a:pt x="1286" y="4921"/>
                    </a:lnTo>
                    <a:lnTo>
                      <a:pt x="1036" y="4921"/>
                    </a:lnTo>
                    <a:lnTo>
                      <a:pt x="1036" y="5519"/>
                    </a:lnTo>
                    <a:lnTo>
                      <a:pt x="1286" y="5519"/>
                    </a:lnTo>
                    <a:lnTo>
                      <a:pt x="1286" y="8163"/>
                    </a:lnTo>
                    <a:lnTo>
                      <a:pt x="1036" y="8163"/>
                    </a:lnTo>
                    <a:lnTo>
                      <a:pt x="1036" y="8752"/>
                    </a:lnTo>
                    <a:lnTo>
                      <a:pt x="1286" y="8752"/>
                    </a:lnTo>
                    <a:lnTo>
                      <a:pt x="1286" y="11395"/>
                    </a:lnTo>
                    <a:lnTo>
                      <a:pt x="1036" y="11395"/>
                    </a:lnTo>
                    <a:lnTo>
                      <a:pt x="1036" y="11994"/>
                    </a:lnTo>
                    <a:lnTo>
                      <a:pt x="1286" y="11994"/>
                    </a:lnTo>
                    <a:lnTo>
                      <a:pt x="1286" y="14628"/>
                    </a:lnTo>
                    <a:lnTo>
                      <a:pt x="1036" y="14628"/>
                    </a:lnTo>
                    <a:lnTo>
                      <a:pt x="1036" y="15226"/>
                    </a:lnTo>
                    <a:lnTo>
                      <a:pt x="1286" y="15226"/>
                    </a:lnTo>
                    <a:lnTo>
                      <a:pt x="1286" y="17870"/>
                    </a:lnTo>
                    <a:lnTo>
                      <a:pt x="1036" y="17870"/>
                    </a:lnTo>
                    <a:lnTo>
                      <a:pt x="1036" y="18459"/>
                    </a:lnTo>
                    <a:lnTo>
                      <a:pt x="1286" y="18459"/>
                    </a:lnTo>
                    <a:lnTo>
                      <a:pt x="1286" y="21102"/>
                    </a:lnTo>
                    <a:lnTo>
                      <a:pt x="1036" y="21102"/>
                    </a:lnTo>
                    <a:lnTo>
                      <a:pt x="1036" y="21700"/>
                    </a:lnTo>
                    <a:lnTo>
                      <a:pt x="1286" y="21700"/>
                    </a:lnTo>
                    <a:lnTo>
                      <a:pt x="1286" y="24799"/>
                    </a:lnTo>
                    <a:lnTo>
                      <a:pt x="4358" y="24799"/>
                    </a:lnTo>
                    <a:lnTo>
                      <a:pt x="4358" y="21700"/>
                    </a:lnTo>
                    <a:lnTo>
                      <a:pt x="4599" y="21700"/>
                    </a:lnTo>
                    <a:lnTo>
                      <a:pt x="4599" y="21102"/>
                    </a:lnTo>
                    <a:lnTo>
                      <a:pt x="4358" y="21102"/>
                    </a:lnTo>
                    <a:lnTo>
                      <a:pt x="4358" y="18459"/>
                    </a:lnTo>
                    <a:lnTo>
                      <a:pt x="4599" y="18459"/>
                    </a:lnTo>
                    <a:lnTo>
                      <a:pt x="4599" y="17870"/>
                    </a:lnTo>
                    <a:lnTo>
                      <a:pt x="4358" y="17870"/>
                    </a:lnTo>
                    <a:lnTo>
                      <a:pt x="4358" y="15226"/>
                    </a:lnTo>
                    <a:lnTo>
                      <a:pt x="4599" y="15226"/>
                    </a:lnTo>
                    <a:lnTo>
                      <a:pt x="4599" y="14628"/>
                    </a:lnTo>
                    <a:lnTo>
                      <a:pt x="4358" y="14628"/>
                    </a:lnTo>
                    <a:lnTo>
                      <a:pt x="4358" y="11994"/>
                    </a:lnTo>
                    <a:lnTo>
                      <a:pt x="4599" y="11994"/>
                    </a:lnTo>
                    <a:lnTo>
                      <a:pt x="4599" y="11395"/>
                    </a:lnTo>
                    <a:lnTo>
                      <a:pt x="4358" y="11395"/>
                    </a:lnTo>
                    <a:lnTo>
                      <a:pt x="4358" y="8752"/>
                    </a:lnTo>
                    <a:lnTo>
                      <a:pt x="4599" y="8752"/>
                    </a:lnTo>
                    <a:lnTo>
                      <a:pt x="4599" y="8163"/>
                    </a:lnTo>
                    <a:lnTo>
                      <a:pt x="4358" y="8163"/>
                    </a:lnTo>
                    <a:lnTo>
                      <a:pt x="4358" y="5519"/>
                    </a:lnTo>
                    <a:lnTo>
                      <a:pt x="4599" y="5519"/>
                    </a:lnTo>
                    <a:lnTo>
                      <a:pt x="4599" y="4921"/>
                    </a:lnTo>
                    <a:lnTo>
                      <a:pt x="4358" y="4921"/>
                    </a:lnTo>
                    <a:lnTo>
                      <a:pt x="4358" y="2278"/>
                    </a:lnTo>
                    <a:lnTo>
                      <a:pt x="4599" y="2278"/>
                    </a:lnTo>
                    <a:lnTo>
                      <a:pt x="4599" y="1688"/>
                    </a:lnTo>
                    <a:lnTo>
                      <a:pt x="4358" y="1688"/>
                    </a:lnTo>
                    <a:lnTo>
                      <a:pt x="4358" y="1233"/>
                    </a:lnTo>
                    <a:lnTo>
                      <a:pt x="564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6" name="Google Shape;3856;p36"/>
            <p:cNvGrpSpPr/>
            <p:nvPr/>
          </p:nvGrpSpPr>
          <p:grpSpPr>
            <a:xfrm>
              <a:off x="-3" y="4421808"/>
              <a:ext cx="737236" cy="737053"/>
              <a:chOff x="2715274" y="3858064"/>
              <a:chExt cx="1285952" cy="1285632"/>
            </a:xfrm>
          </p:grpSpPr>
          <p:sp>
            <p:nvSpPr>
              <p:cNvPr id="3857" name="Google Shape;3857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8" name="Google Shape;3858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9" name="Google Shape;3859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60" name="Google Shape;3860;p36"/>
            <p:cNvSpPr/>
            <p:nvPr/>
          </p:nvSpPr>
          <p:spPr>
            <a:xfrm>
              <a:off x="2678439" y="4502605"/>
              <a:ext cx="171034" cy="574868"/>
            </a:xfrm>
            <a:custGeom>
              <a:rect b="b" l="l" r="r" t="t"/>
              <a:pathLst>
                <a:path extrusionOk="0" h="22617" w="6729">
                  <a:moveTo>
                    <a:pt x="3317" y="0"/>
                  </a:moveTo>
                  <a:lnTo>
                    <a:pt x="3188" y="16"/>
                  </a:lnTo>
                  <a:lnTo>
                    <a:pt x="2964" y="112"/>
                  </a:lnTo>
                  <a:lnTo>
                    <a:pt x="2868" y="208"/>
                  </a:lnTo>
                  <a:lnTo>
                    <a:pt x="2788" y="321"/>
                  </a:lnTo>
                  <a:lnTo>
                    <a:pt x="2708" y="609"/>
                  </a:lnTo>
                  <a:lnTo>
                    <a:pt x="2676" y="753"/>
                  </a:lnTo>
                  <a:lnTo>
                    <a:pt x="2676" y="817"/>
                  </a:lnTo>
                  <a:lnTo>
                    <a:pt x="2676" y="897"/>
                  </a:lnTo>
                  <a:lnTo>
                    <a:pt x="2420" y="1041"/>
                  </a:lnTo>
                  <a:lnTo>
                    <a:pt x="2259" y="1121"/>
                  </a:lnTo>
                  <a:lnTo>
                    <a:pt x="2035" y="1121"/>
                  </a:lnTo>
                  <a:lnTo>
                    <a:pt x="1587" y="1137"/>
                  </a:lnTo>
                  <a:lnTo>
                    <a:pt x="1170" y="1153"/>
                  </a:lnTo>
                  <a:lnTo>
                    <a:pt x="754" y="1137"/>
                  </a:lnTo>
                  <a:lnTo>
                    <a:pt x="610" y="1121"/>
                  </a:lnTo>
                  <a:lnTo>
                    <a:pt x="273" y="1137"/>
                  </a:lnTo>
                  <a:lnTo>
                    <a:pt x="129" y="1201"/>
                  </a:lnTo>
                  <a:lnTo>
                    <a:pt x="33" y="1282"/>
                  </a:lnTo>
                  <a:lnTo>
                    <a:pt x="1" y="1554"/>
                  </a:lnTo>
                  <a:lnTo>
                    <a:pt x="65" y="1666"/>
                  </a:lnTo>
                  <a:lnTo>
                    <a:pt x="241" y="1762"/>
                  </a:lnTo>
                  <a:lnTo>
                    <a:pt x="962" y="1762"/>
                  </a:lnTo>
                  <a:lnTo>
                    <a:pt x="1010" y="1826"/>
                  </a:lnTo>
                  <a:lnTo>
                    <a:pt x="1026" y="1906"/>
                  </a:lnTo>
                  <a:lnTo>
                    <a:pt x="1042" y="2114"/>
                  </a:lnTo>
                  <a:lnTo>
                    <a:pt x="1138" y="2275"/>
                  </a:lnTo>
                  <a:lnTo>
                    <a:pt x="1234" y="2339"/>
                  </a:lnTo>
                  <a:lnTo>
                    <a:pt x="1491" y="2371"/>
                  </a:lnTo>
                  <a:lnTo>
                    <a:pt x="1603" y="2371"/>
                  </a:lnTo>
                  <a:lnTo>
                    <a:pt x="2035" y="2387"/>
                  </a:lnTo>
                  <a:lnTo>
                    <a:pt x="2484" y="2403"/>
                  </a:lnTo>
                  <a:lnTo>
                    <a:pt x="2532" y="2531"/>
                  </a:lnTo>
                  <a:lnTo>
                    <a:pt x="2452" y="3684"/>
                  </a:lnTo>
                  <a:lnTo>
                    <a:pt x="2163" y="5975"/>
                  </a:lnTo>
                  <a:lnTo>
                    <a:pt x="2083" y="6487"/>
                  </a:lnTo>
                  <a:lnTo>
                    <a:pt x="1443" y="6487"/>
                  </a:lnTo>
                  <a:lnTo>
                    <a:pt x="738" y="22616"/>
                  </a:lnTo>
                  <a:lnTo>
                    <a:pt x="5927" y="22616"/>
                  </a:lnTo>
                  <a:lnTo>
                    <a:pt x="5239" y="6487"/>
                  </a:lnTo>
                  <a:lnTo>
                    <a:pt x="4630" y="6487"/>
                  </a:lnTo>
                  <a:lnTo>
                    <a:pt x="4550" y="5975"/>
                  </a:lnTo>
                  <a:lnTo>
                    <a:pt x="4262" y="3684"/>
                  </a:lnTo>
                  <a:lnTo>
                    <a:pt x="4181" y="2531"/>
                  </a:lnTo>
                  <a:lnTo>
                    <a:pt x="4229" y="2403"/>
                  </a:lnTo>
                  <a:lnTo>
                    <a:pt x="4678" y="2387"/>
                  </a:lnTo>
                  <a:lnTo>
                    <a:pt x="5110" y="2371"/>
                  </a:lnTo>
                  <a:lnTo>
                    <a:pt x="5239" y="2371"/>
                  </a:lnTo>
                  <a:lnTo>
                    <a:pt x="5479" y="2339"/>
                  </a:lnTo>
                  <a:lnTo>
                    <a:pt x="5575" y="2275"/>
                  </a:lnTo>
                  <a:lnTo>
                    <a:pt x="5671" y="2114"/>
                  </a:lnTo>
                  <a:lnTo>
                    <a:pt x="5687" y="1906"/>
                  </a:lnTo>
                  <a:lnTo>
                    <a:pt x="5703" y="1826"/>
                  </a:lnTo>
                  <a:lnTo>
                    <a:pt x="5751" y="1762"/>
                  </a:lnTo>
                  <a:lnTo>
                    <a:pt x="6472" y="1762"/>
                  </a:lnTo>
                  <a:lnTo>
                    <a:pt x="6648" y="1666"/>
                  </a:lnTo>
                  <a:lnTo>
                    <a:pt x="6728" y="1554"/>
                  </a:lnTo>
                  <a:lnTo>
                    <a:pt x="6680" y="1282"/>
                  </a:lnTo>
                  <a:lnTo>
                    <a:pt x="6584" y="1201"/>
                  </a:lnTo>
                  <a:lnTo>
                    <a:pt x="6440" y="1137"/>
                  </a:lnTo>
                  <a:lnTo>
                    <a:pt x="6103" y="1121"/>
                  </a:lnTo>
                  <a:lnTo>
                    <a:pt x="5959" y="1137"/>
                  </a:lnTo>
                  <a:lnTo>
                    <a:pt x="5543" y="1153"/>
                  </a:lnTo>
                  <a:lnTo>
                    <a:pt x="5142" y="1137"/>
                  </a:lnTo>
                  <a:lnTo>
                    <a:pt x="4678" y="1121"/>
                  </a:lnTo>
                  <a:lnTo>
                    <a:pt x="4454" y="1121"/>
                  </a:lnTo>
                  <a:lnTo>
                    <a:pt x="4310" y="1041"/>
                  </a:lnTo>
                  <a:lnTo>
                    <a:pt x="4037" y="897"/>
                  </a:lnTo>
                  <a:lnTo>
                    <a:pt x="4037" y="817"/>
                  </a:lnTo>
                  <a:lnTo>
                    <a:pt x="4037" y="785"/>
                  </a:lnTo>
                  <a:lnTo>
                    <a:pt x="4037" y="737"/>
                  </a:lnTo>
                  <a:lnTo>
                    <a:pt x="4021" y="657"/>
                  </a:lnTo>
                  <a:lnTo>
                    <a:pt x="4005" y="577"/>
                  </a:lnTo>
                  <a:lnTo>
                    <a:pt x="3973" y="433"/>
                  </a:lnTo>
                  <a:lnTo>
                    <a:pt x="3909" y="304"/>
                  </a:lnTo>
                  <a:lnTo>
                    <a:pt x="3797" y="160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61" name="Google Shape;3861;p36"/>
            <p:cNvGrpSpPr/>
            <p:nvPr/>
          </p:nvGrpSpPr>
          <p:grpSpPr>
            <a:xfrm>
              <a:off x="737024" y="1469532"/>
              <a:ext cx="737236" cy="744252"/>
              <a:chOff x="2715274" y="3858064"/>
              <a:chExt cx="1285952" cy="1285632"/>
            </a:xfrm>
          </p:grpSpPr>
          <p:sp>
            <p:nvSpPr>
              <p:cNvPr id="3862" name="Google Shape;3862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3" name="Google Shape;3863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4" name="Google Shape;3864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5" name="Google Shape;3865;p36"/>
            <p:cNvGrpSpPr/>
            <p:nvPr/>
          </p:nvGrpSpPr>
          <p:grpSpPr>
            <a:xfrm rot="-5400000">
              <a:off x="735329" y="2948605"/>
              <a:ext cx="744309" cy="741681"/>
              <a:chOff x="2715274" y="3858064"/>
              <a:chExt cx="1285952" cy="1285632"/>
            </a:xfrm>
          </p:grpSpPr>
          <p:sp>
            <p:nvSpPr>
              <p:cNvPr id="3866" name="Google Shape;3866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7" name="Google Shape;3867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8" name="Google Shape;3868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9" name="Google Shape;3869;p36"/>
            <p:cNvGrpSpPr/>
            <p:nvPr/>
          </p:nvGrpSpPr>
          <p:grpSpPr>
            <a:xfrm rot="-5400000">
              <a:off x="736552" y="2208957"/>
              <a:ext cx="737869" cy="738209"/>
              <a:chOff x="4595925" y="3627700"/>
              <a:chExt cx="1358125" cy="1358750"/>
            </a:xfrm>
          </p:grpSpPr>
          <p:sp>
            <p:nvSpPr>
              <p:cNvPr id="3870" name="Google Shape;3870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1" name="Google Shape;3871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2" name="Google Shape;3872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3" name="Google Shape;3873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4" name="Google Shape;3874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5" name="Google Shape;3875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6" name="Google Shape;3876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7" name="Google Shape;3877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8" name="Google Shape;3878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9" name="Google Shape;3879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0" name="Google Shape;3880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1" name="Google Shape;3881;p36"/>
            <p:cNvGrpSpPr/>
            <p:nvPr/>
          </p:nvGrpSpPr>
          <p:grpSpPr>
            <a:xfrm rot="-5400000">
              <a:off x="1468260" y="1471890"/>
              <a:ext cx="740858" cy="737603"/>
              <a:chOff x="8287205" y="3428644"/>
              <a:chExt cx="856582" cy="856582"/>
            </a:xfrm>
          </p:grpSpPr>
          <p:grpSp>
            <p:nvGrpSpPr>
              <p:cNvPr id="3882" name="Google Shape;3882;p36"/>
              <p:cNvGrpSpPr/>
              <p:nvPr/>
            </p:nvGrpSpPr>
            <p:grpSpPr>
              <a:xfrm>
                <a:off x="8287205" y="3428644"/>
                <a:ext cx="856582" cy="856582"/>
                <a:chOff x="8287205" y="-231"/>
                <a:chExt cx="856582" cy="856583"/>
              </a:xfrm>
            </p:grpSpPr>
            <p:sp>
              <p:nvSpPr>
                <p:cNvPr id="3883" name="Google Shape;3883;p36"/>
                <p:cNvSpPr/>
                <p:nvPr/>
              </p:nvSpPr>
              <p:spPr>
                <a:xfrm>
                  <a:off x="8287205" y="-231"/>
                  <a:ext cx="856582" cy="856583"/>
                </a:xfrm>
                <a:custGeom>
                  <a:rect b="b" l="l" r="r" t="t"/>
                  <a:pathLst>
                    <a:path extrusionOk="0" h="54300" w="54300">
                      <a:moveTo>
                        <a:pt x="1" y="0"/>
                      </a:moveTo>
                      <a:lnTo>
                        <a:pt x="1" y="54299"/>
                      </a:lnTo>
                      <a:lnTo>
                        <a:pt x="54299" y="54299"/>
                      </a:lnTo>
                      <a:lnTo>
                        <a:pt x="54299" y="0"/>
                      </a:lnTo>
                      <a:close/>
                    </a:path>
                  </a:pathLst>
                </a:custGeom>
                <a:solidFill>
                  <a:srgbClr val="FDB04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4" name="Google Shape;3884;p36"/>
                <p:cNvSpPr/>
                <p:nvPr/>
              </p:nvSpPr>
              <p:spPr>
                <a:xfrm>
                  <a:off x="8528421" y="137043"/>
                  <a:ext cx="374151" cy="582034"/>
                </a:xfrm>
                <a:custGeom>
                  <a:rect b="b" l="l" r="r" t="t"/>
                  <a:pathLst>
                    <a:path extrusionOk="0" h="36896" w="23718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513" y="1886"/>
                      </a:lnTo>
                      <a:lnTo>
                        <a:pt x="9809" y="3219"/>
                      </a:lnTo>
                      <a:lnTo>
                        <a:pt x="9231" y="4603"/>
                      </a:lnTo>
                      <a:lnTo>
                        <a:pt x="8828" y="6036"/>
                      </a:lnTo>
                      <a:lnTo>
                        <a:pt x="8552" y="7495"/>
                      </a:lnTo>
                      <a:lnTo>
                        <a:pt x="8426" y="8954"/>
                      </a:lnTo>
                      <a:lnTo>
                        <a:pt x="8451" y="10437"/>
                      </a:lnTo>
                      <a:lnTo>
                        <a:pt x="8527" y="11167"/>
                      </a:lnTo>
                      <a:lnTo>
                        <a:pt x="7848" y="10639"/>
                      </a:lnTo>
                      <a:lnTo>
                        <a:pt x="6590" y="10010"/>
                      </a:lnTo>
                      <a:lnTo>
                        <a:pt x="5660" y="9708"/>
                      </a:lnTo>
                      <a:lnTo>
                        <a:pt x="4603" y="9507"/>
                      </a:lnTo>
                      <a:lnTo>
                        <a:pt x="3446" y="9431"/>
                      </a:lnTo>
                      <a:lnTo>
                        <a:pt x="2164" y="9482"/>
                      </a:lnTo>
                      <a:lnTo>
                        <a:pt x="755" y="9708"/>
                      </a:lnTo>
                      <a:lnTo>
                        <a:pt x="1" y="9859"/>
                      </a:lnTo>
                      <a:lnTo>
                        <a:pt x="906" y="10261"/>
                      </a:lnTo>
                      <a:lnTo>
                        <a:pt x="2365" y="11242"/>
                      </a:lnTo>
                      <a:lnTo>
                        <a:pt x="3471" y="12399"/>
                      </a:lnTo>
                      <a:lnTo>
                        <a:pt x="4377" y="13657"/>
                      </a:lnTo>
                      <a:lnTo>
                        <a:pt x="5534" y="15568"/>
                      </a:lnTo>
                      <a:lnTo>
                        <a:pt x="6842" y="17228"/>
                      </a:lnTo>
                      <a:lnTo>
                        <a:pt x="7973" y="18108"/>
                      </a:lnTo>
                      <a:lnTo>
                        <a:pt x="8652" y="18435"/>
                      </a:lnTo>
                      <a:lnTo>
                        <a:pt x="7973" y="18762"/>
                      </a:lnTo>
                      <a:lnTo>
                        <a:pt x="6842" y="19642"/>
                      </a:lnTo>
                      <a:lnTo>
                        <a:pt x="5534" y="21327"/>
                      </a:lnTo>
                      <a:lnTo>
                        <a:pt x="4377" y="23239"/>
                      </a:lnTo>
                      <a:lnTo>
                        <a:pt x="3471" y="24471"/>
                      </a:lnTo>
                      <a:lnTo>
                        <a:pt x="2365" y="25628"/>
                      </a:lnTo>
                      <a:lnTo>
                        <a:pt x="906" y="26634"/>
                      </a:lnTo>
                      <a:lnTo>
                        <a:pt x="1" y="27011"/>
                      </a:lnTo>
                      <a:lnTo>
                        <a:pt x="755" y="27187"/>
                      </a:lnTo>
                      <a:lnTo>
                        <a:pt x="2164" y="27389"/>
                      </a:lnTo>
                      <a:lnTo>
                        <a:pt x="3446" y="27464"/>
                      </a:lnTo>
                      <a:lnTo>
                        <a:pt x="4603" y="27389"/>
                      </a:lnTo>
                      <a:lnTo>
                        <a:pt x="5660" y="27187"/>
                      </a:lnTo>
                      <a:lnTo>
                        <a:pt x="6590" y="26860"/>
                      </a:lnTo>
                      <a:lnTo>
                        <a:pt x="7848" y="26257"/>
                      </a:lnTo>
                      <a:lnTo>
                        <a:pt x="8527" y="25704"/>
                      </a:lnTo>
                      <a:lnTo>
                        <a:pt x="8451" y="26458"/>
                      </a:lnTo>
                      <a:lnTo>
                        <a:pt x="8426" y="27917"/>
                      </a:lnTo>
                      <a:lnTo>
                        <a:pt x="8552" y="29401"/>
                      </a:lnTo>
                      <a:lnTo>
                        <a:pt x="8828" y="30859"/>
                      </a:lnTo>
                      <a:lnTo>
                        <a:pt x="9231" y="32293"/>
                      </a:lnTo>
                      <a:lnTo>
                        <a:pt x="9809" y="33676"/>
                      </a:lnTo>
                      <a:lnTo>
                        <a:pt x="10513" y="35009"/>
                      </a:lnTo>
                      <a:lnTo>
                        <a:pt x="11369" y="36292"/>
                      </a:lnTo>
                      <a:lnTo>
                        <a:pt x="11846" y="36895"/>
                      </a:lnTo>
                      <a:lnTo>
                        <a:pt x="12349" y="36292"/>
                      </a:lnTo>
                      <a:lnTo>
                        <a:pt x="13205" y="35009"/>
                      </a:lnTo>
                      <a:lnTo>
                        <a:pt x="13909" y="33676"/>
                      </a:lnTo>
                      <a:lnTo>
                        <a:pt x="14487" y="32293"/>
                      </a:lnTo>
                      <a:lnTo>
                        <a:pt x="14890" y="30859"/>
                      </a:lnTo>
                      <a:lnTo>
                        <a:pt x="15166" y="29401"/>
                      </a:lnTo>
                      <a:lnTo>
                        <a:pt x="15292" y="27917"/>
                      </a:lnTo>
                      <a:lnTo>
                        <a:pt x="15267" y="26458"/>
                      </a:lnTo>
                      <a:lnTo>
                        <a:pt x="15191" y="25704"/>
                      </a:lnTo>
                      <a:lnTo>
                        <a:pt x="15191" y="25704"/>
                      </a:lnTo>
                      <a:lnTo>
                        <a:pt x="15870" y="26257"/>
                      </a:lnTo>
                      <a:lnTo>
                        <a:pt x="17128" y="26860"/>
                      </a:lnTo>
                      <a:lnTo>
                        <a:pt x="18059" y="27187"/>
                      </a:lnTo>
                      <a:lnTo>
                        <a:pt x="19115" y="27389"/>
                      </a:lnTo>
                      <a:lnTo>
                        <a:pt x="20272" y="27464"/>
                      </a:lnTo>
                      <a:lnTo>
                        <a:pt x="21554" y="27389"/>
                      </a:lnTo>
                      <a:lnTo>
                        <a:pt x="22963" y="27187"/>
                      </a:lnTo>
                      <a:lnTo>
                        <a:pt x="23717" y="27011"/>
                      </a:lnTo>
                      <a:lnTo>
                        <a:pt x="22812" y="26634"/>
                      </a:lnTo>
                      <a:lnTo>
                        <a:pt x="21353" y="25628"/>
                      </a:lnTo>
                      <a:lnTo>
                        <a:pt x="20247" y="24471"/>
                      </a:lnTo>
                      <a:lnTo>
                        <a:pt x="19341" y="23239"/>
                      </a:lnTo>
                      <a:lnTo>
                        <a:pt x="18184" y="21327"/>
                      </a:lnTo>
                      <a:lnTo>
                        <a:pt x="16876" y="19642"/>
                      </a:lnTo>
                      <a:lnTo>
                        <a:pt x="15745" y="18762"/>
                      </a:lnTo>
                      <a:lnTo>
                        <a:pt x="15066" y="18435"/>
                      </a:lnTo>
                      <a:lnTo>
                        <a:pt x="15745" y="18108"/>
                      </a:lnTo>
                      <a:lnTo>
                        <a:pt x="16876" y="17228"/>
                      </a:lnTo>
                      <a:lnTo>
                        <a:pt x="18184" y="15568"/>
                      </a:lnTo>
                      <a:lnTo>
                        <a:pt x="19341" y="13657"/>
                      </a:lnTo>
                      <a:lnTo>
                        <a:pt x="20247" y="12399"/>
                      </a:lnTo>
                      <a:lnTo>
                        <a:pt x="21353" y="11242"/>
                      </a:lnTo>
                      <a:lnTo>
                        <a:pt x="22812" y="10261"/>
                      </a:lnTo>
                      <a:lnTo>
                        <a:pt x="23717" y="9859"/>
                      </a:lnTo>
                      <a:lnTo>
                        <a:pt x="22963" y="9708"/>
                      </a:lnTo>
                      <a:lnTo>
                        <a:pt x="21554" y="9482"/>
                      </a:lnTo>
                      <a:lnTo>
                        <a:pt x="20272" y="9431"/>
                      </a:lnTo>
                      <a:lnTo>
                        <a:pt x="19115" y="9507"/>
                      </a:lnTo>
                      <a:lnTo>
                        <a:pt x="18059" y="9708"/>
                      </a:lnTo>
                      <a:lnTo>
                        <a:pt x="17128" y="10010"/>
                      </a:lnTo>
                      <a:lnTo>
                        <a:pt x="15870" y="10639"/>
                      </a:lnTo>
                      <a:lnTo>
                        <a:pt x="15191" y="11167"/>
                      </a:lnTo>
                      <a:lnTo>
                        <a:pt x="15267" y="10437"/>
                      </a:lnTo>
                      <a:lnTo>
                        <a:pt x="15292" y="8954"/>
                      </a:lnTo>
                      <a:lnTo>
                        <a:pt x="15166" y="7495"/>
                      </a:lnTo>
                      <a:lnTo>
                        <a:pt x="14890" y="6036"/>
                      </a:lnTo>
                      <a:lnTo>
                        <a:pt x="14487" y="4603"/>
                      </a:lnTo>
                      <a:lnTo>
                        <a:pt x="13909" y="3219"/>
                      </a:lnTo>
                      <a:lnTo>
                        <a:pt x="13205" y="1886"/>
                      </a:lnTo>
                      <a:lnTo>
                        <a:pt x="12349" y="604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5" name="Google Shape;3885;p36"/>
                <p:cNvSpPr/>
                <p:nvPr/>
              </p:nvSpPr>
              <p:spPr>
                <a:xfrm>
                  <a:off x="8287205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8577" y="1"/>
                      </a:moveTo>
                      <a:lnTo>
                        <a:pt x="8174" y="906"/>
                      </a:lnTo>
                      <a:lnTo>
                        <a:pt x="7193" y="2365"/>
                      </a:lnTo>
                      <a:lnTo>
                        <a:pt x="6037" y="3471"/>
                      </a:lnTo>
                      <a:lnTo>
                        <a:pt x="4779" y="4377"/>
                      </a:lnTo>
                      <a:lnTo>
                        <a:pt x="2868" y="5534"/>
                      </a:lnTo>
                      <a:lnTo>
                        <a:pt x="1208" y="6841"/>
                      </a:lnTo>
                      <a:lnTo>
                        <a:pt x="328" y="7973"/>
                      </a:lnTo>
                      <a:lnTo>
                        <a:pt x="1" y="8652"/>
                      </a:lnTo>
                      <a:lnTo>
                        <a:pt x="1" y="15040"/>
                      </a:lnTo>
                      <a:lnTo>
                        <a:pt x="328" y="15744"/>
                      </a:lnTo>
                      <a:lnTo>
                        <a:pt x="1208" y="16876"/>
                      </a:lnTo>
                      <a:lnTo>
                        <a:pt x="2868" y="18159"/>
                      </a:lnTo>
                      <a:lnTo>
                        <a:pt x="4779" y="19341"/>
                      </a:lnTo>
                      <a:lnTo>
                        <a:pt x="6037" y="20221"/>
                      </a:lnTo>
                      <a:lnTo>
                        <a:pt x="7193" y="21353"/>
                      </a:lnTo>
                      <a:lnTo>
                        <a:pt x="8174" y="22812"/>
                      </a:lnTo>
                      <a:lnTo>
                        <a:pt x="8577" y="23692"/>
                      </a:lnTo>
                      <a:lnTo>
                        <a:pt x="8753" y="22937"/>
                      </a:lnTo>
                      <a:lnTo>
                        <a:pt x="8954" y="21554"/>
                      </a:lnTo>
                      <a:lnTo>
                        <a:pt x="9004" y="20271"/>
                      </a:lnTo>
                      <a:lnTo>
                        <a:pt x="8929" y="19115"/>
                      </a:lnTo>
                      <a:lnTo>
                        <a:pt x="8728" y="18058"/>
                      </a:lnTo>
                      <a:lnTo>
                        <a:pt x="8426" y="17103"/>
                      </a:lnTo>
                      <a:lnTo>
                        <a:pt x="7797" y="15870"/>
                      </a:lnTo>
                      <a:lnTo>
                        <a:pt x="7269" y="15191"/>
                      </a:lnTo>
                      <a:lnTo>
                        <a:pt x="7998" y="15267"/>
                      </a:lnTo>
                      <a:lnTo>
                        <a:pt x="9482" y="15292"/>
                      </a:lnTo>
                      <a:lnTo>
                        <a:pt x="10966" y="15166"/>
                      </a:lnTo>
                      <a:lnTo>
                        <a:pt x="12400" y="14889"/>
                      </a:lnTo>
                      <a:lnTo>
                        <a:pt x="13833" y="14487"/>
                      </a:lnTo>
                      <a:lnTo>
                        <a:pt x="15241" y="13908"/>
                      </a:lnTo>
                      <a:lnTo>
                        <a:pt x="16574" y="13204"/>
                      </a:lnTo>
                      <a:lnTo>
                        <a:pt x="17832" y="12349"/>
                      </a:lnTo>
                      <a:lnTo>
                        <a:pt x="18436" y="11846"/>
                      </a:lnTo>
                      <a:lnTo>
                        <a:pt x="17832" y="11368"/>
                      </a:lnTo>
                      <a:lnTo>
                        <a:pt x="16574" y="10513"/>
                      </a:lnTo>
                      <a:lnTo>
                        <a:pt x="15241" y="9784"/>
                      </a:lnTo>
                      <a:lnTo>
                        <a:pt x="13833" y="9231"/>
                      </a:lnTo>
                      <a:lnTo>
                        <a:pt x="12400" y="8803"/>
                      </a:lnTo>
                      <a:lnTo>
                        <a:pt x="10966" y="8552"/>
                      </a:lnTo>
                      <a:lnTo>
                        <a:pt x="9482" y="8426"/>
                      </a:lnTo>
                      <a:lnTo>
                        <a:pt x="7998" y="8451"/>
                      </a:lnTo>
                      <a:lnTo>
                        <a:pt x="7269" y="8526"/>
                      </a:lnTo>
                      <a:lnTo>
                        <a:pt x="7269" y="8526"/>
                      </a:lnTo>
                      <a:lnTo>
                        <a:pt x="7797" y="7822"/>
                      </a:lnTo>
                      <a:lnTo>
                        <a:pt x="8426" y="6590"/>
                      </a:lnTo>
                      <a:lnTo>
                        <a:pt x="8728" y="5659"/>
                      </a:lnTo>
                      <a:lnTo>
                        <a:pt x="8929" y="4603"/>
                      </a:lnTo>
                      <a:lnTo>
                        <a:pt x="9004" y="3446"/>
                      </a:lnTo>
                      <a:lnTo>
                        <a:pt x="8954" y="2163"/>
                      </a:lnTo>
                      <a:lnTo>
                        <a:pt x="8753" y="755"/>
                      </a:lnTo>
                      <a:lnTo>
                        <a:pt x="8577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6" name="Google Shape;3886;p36"/>
                <p:cNvSpPr/>
                <p:nvPr/>
              </p:nvSpPr>
              <p:spPr>
                <a:xfrm>
                  <a:off x="8852960" y="240985"/>
                  <a:ext cx="290828" cy="373741"/>
                </a:xfrm>
                <a:custGeom>
                  <a:rect b="b" l="l" r="r" t="t"/>
                  <a:pathLst>
                    <a:path extrusionOk="0" h="23692" w="18436">
                      <a:moveTo>
                        <a:pt x="9859" y="1"/>
                      </a:moveTo>
                      <a:lnTo>
                        <a:pt x="9683" y="755"/>
                      </a:lnTo>
                      <a:lnTo>
                        <a:pt x="9482" y="2163"/>
                      </a:lnTo>
                      <a:lnTo>
                        <a:pt x="9432" y="3446"/>
                      </a:lnTo>
                      <a:lnTo>
                        <a:pt x="9507" y="4603"/>
                      </a:lnTo>
                      <a:lnTo>
                        <a:pt x="9708" y="5659"/>
                      </a:lnTo>
                      <a:lnTo>
                        <a:pt x="10010" y="6590"/>
                      </a:lnTo>
                      <a:lnTo>
                        <a:pt x="10639" y="7822"/>
                      </a:lnTo>
                      <a:lnTo>
                        <a:pt x="11167" y="8526"/>
                      </a:lnTo>
                      <a:lnTo>
                        <a:pt x="11167" y="8526"/>
                      </a:lnTo>
                      <a:lnTo>
                        <a:pt x="10438" y="8451"/>
                      </a:lnTo>
                      <a:lnTo>
                        <a:pt x="8954" y="8426"/>
                      </a:lnTo>
                      <a:lnTo>
                        <a:pt x="7470" y="8552"/>
                      </a:lnTo>
                      <a:lnTo>
                        <a:pt x="6011" y="8803"/>
                      </a:lnTo>
                      <a:lnTo>
                        <a:pt x="4603" y="9231"/>
                      </a:lnTo>
                      <a:lnTo>
                        <a:pt x="3195" y="9784"/>
                      </a:lnTo>
                      <a:lnTo>
                        <a:pt x="1862" y="10513"/>
                      </a:lnTo>
                      <a:lnTo>
                        <a:pt x="604" y="11368"/>
                      </a:lnTo>
                      <a:lnTo>
                        <a:pt x="1" y="11846"/>
                      </a:lnTo>
                      <a:lnTo>
                        <a:pt x="604" y="12349"/>
                      </a:lnTo>
                      <a:lnTo>
                        <a:pt x="1862" y="13204"/>
                      </a:lnTo>
                      <a:lnTo>
                        <a:pt x="3195" y="13908"/>
                      </a:lnTo>
                      <a:lnTo>
                        <a:pt x="4603" y="14487"/>
                      </a:lnTo>
                      <a:lnTo>
                        <a:pt x="6011" y="14889"/>
                      </a:lnTo>
                      <a:lnTo>
                        <a:pt x="7470" y="15166"/>
                      </a:lnTo>
                      <a:lnTo>
                        <a:pt x="8954" y="15292"/>
                      </a:lnTo>
                      <a:lnTo>
                        <a:pt x="10438" y="15267"/>
                      </a:lnTo>
                      <a:lnTo>
                        <a:pt x="11167" y="15191"/>
                      </a:lnTo>
                      <a:lnTo>
                        <a:pt x="10639" y="15870"/>
                      </a:lnTo>
                      <a:lnTo>
                        <a:pt x="10010" y="17128"/>
                      </a:lnTo>
                      <a:lnTo>
                        <a:pt x="9708" y="18058"/>
                      </a:lnTo>
                      <a:lnTo>
                        <a:pt x="9507" y="19115"/>
                      </a:lnTo>
                      <a:lnTo>
                        <a:pt x="9432" y="20271"/>
                      </a:lnTo>
                      <a:lnTo>
                        <a:pt x="9482" y="21554"/>
                      </a:lnTo>
                      <a:lnTo>
                        <a:pt x="9683" y="22937"/>
                      </a:lnTo>
                      <a:lnTo>
                        <a:pt x="9859" y="23692"/>
                      </a:lnTo>
                      <a:lnTo>
                        <a:pt x="10262" y="22812"/>
                      </a:lnTo>
                      <a:lnTo>
                        <a:pt x="11243" y="21353"/>
                      </a:lnTo>
                      <a:lnTo>
                        <a:pt x="12399" y="20246"/>
                      </a:lnTo>
                      <a:lnTo>
                        <a:pt x="13657" y="19341"/>
                      </a:lnTo>
                      <a:lnTo>
                        <a:pt x="15568" y="18159"/>
                      </a:lnTo>
                      <a:lnTo>
                        <a:pt x="17228" y="16876"/>
                      </a:lnTo>
                      <a:lnTo>
                        <a:pt x="18109" y="15744"/>
                      </a:lnTo>
                      <a:lnTo>
                        <a:pt x="18435" y="15040"/>
                      </a:lnTo>
                      <a:lnTo>
                        <a:pt x="18435" y="8652"/>
                      </a:lnTo>
                      <a:lnTo>
                        <a:pt x="18109" y="7973"/>
                      </a:lnTo>
                      <a:lnTo>
                        <a:pt x="17228" y="6841"/>
                      </a:lnTo>
                      <a:lnTo>
                        <a:pt x="15568" y="5534"/>
                      </a:lnTo>
                      <a:lnTo>
                        <a:pt x="13657" y="4377"/>
                      </a:lnTo>
                      <a:lnTo>
                        <a:pt x="12399" y="3471"/>
                      </a:lnTo>
                      <a:lnTo>
                        <a:pt x="11243" y="2365"/>
                      </a:lnTo>
                      <a:lnTo>
                        <a:pt x="10262" y="906"/>
                      </a:lnTo>
                      <a:lnTo>
                        <a:pt x="9859" y="1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7" name="Google Shape;3887;p36"/>
                <p:cNvSpPr/>
                <p:nvPr/>
              </p:nvSpPr>
              <p:spPr>
                <a:xfrm>
                  <a:off x="8287205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1" y="0"/>
                      </a:moveTo>
                      <a:lnTo>
                        <a:pt x="1" y="18435"/>
                      </a:lnTo>
                      <a:lnTo>
                        <a:pt x="478" y="17832"/>
                      </a:lnTo>
                      <a:lnTo>
                        <a:pt x="1334" y="16574"/>
                      </a:lnTo>
                      <a:lnTo>
                        <a:pt x="2063" y="15216"/>
                      </a:lnTo>
                      <a:lnTo>
                        <a:pt x="2616" y="13833"/>
                      </a:lnTo>
                      <a:lnTo>
                        <a:pt x="3044" y="12399"/>
                      </a:lnTo>
                      <a:lnTo>
                        <a:pt x="3295" y="10941"/>
                      </a:lnTo>
                      <a:lnTo>
                        <a:pt x="3421" y="9482"/>
                      </a:lnTo>
                      <a:lnTo>
                        <a:pt x="3396" y="7998"/>
                      </a:lnTo>
                      <a:lnTo>
                        <a:pt x="3346" y="7269"/>
                      </a:lnTo>
                      <a:lnTo>
                        <a:pt x="4025" y="7797"/>
                      </a:lnTo>
                      <a:lnTo>
                        <a:pt x="5257" y="8426"/>
                      </a:lnTo>
                      <a:lnTo>
                        <a:pt x="6213" y="8727"/>
                      </a:lnTo>
                      <a:lnTo>
                        <a:pt x="7244" y="8929"/>
                      </a:lnTo>
                      <a:lnTo>
                        <a:pt x="8401" y="9004"/>
                      </a:lnTo>
                      <a:lnTo>
                        <a:pt x="9683" y="8954"/>
                      </a:lnTo>
                      <a:lnTo>
                        <a:pt x="11092" y="8753"/>
                      </a:lnTo>
                      <a:lnTo>
                        <a:pt x="11846" y="8576"/>
                      </a:lnTo>
                      <a:lnTo>
                        <a:pt x="10941" y="8174"/>
                      </a:lnTo>
                      <a:lnTo>
                        <a:pt x="9482" y="7193"/>
                      </a:lnTo>
                      <a:lnTo>
                        <a:pt x="8376" y="6036"/>
                      </a:lnTo>
                      <a:lnTo>
                        <a:pt x="7470" y="4779"/>
                      </a:lnTo>
                      <a:lnTo>
                        <a:pt x="6313" y="2867"/>
                      </a:lnTo>
                      <a:lnTo>
                        <a:pt x="5005" y="1208"/>
                      </a:lnTo>
                      <a:lnTo>
                        <a:pt x="3899" y="327"/>
                      </a:lnTo>
                      <a:lnTo>
                        <a:pt x="3195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8" name="Google Shape;3888;p36"/>
                <p:cNvSpPr/>
                <p:nvPr/>
              </p:nvSpPr>
              <p:spPr>
                <a:xfrm>
                  <a:off x="8956901" y="-231"/>
                  <a:ext cx="186886" cy="290828"/>
                </a:xfrm>
                <a:custGeom>
                  <a:rect b="b" l="l" r="r" t="t"/>
                  <a:pathLst>
                    <a:path extrusionOk="0" h="18436" w="11847">
                      <a:moveTo>
                        <a:pt x="8652" y="0"/>
                      </a:moveTo>
                      <a:lnTo>
                        <a:pt x="7948" y="327"/>
                      </a:lnTo>
                      <a:lnTo>
                        <a:pt x="6842" y="1208"/>
                      </a:lnTo>
                      <a:lnTo>
                        <a:pt x="5534" y="2867"/>
                      </a:lnTo>
                      <a:lnTo>
                        <a:pt x="4377" y="4779"/>
                      </a:lnTo>
                      <a:lnTo>
                        <a:pt x="3472" y="6036"/>
                      </a:lnTo>
                      <a:lnTo>
                        <a:pt x="2340" y="7193"/>
                      </a:lnTo>
                      <a:lnTo>
                        <a:pt x="906" y="8174"/>
                      </a:lnTo>
                      <a:lnTo>
                        <a:pt x="1" y="8576"/>
                      </a:lnTo>
                      <a:lnTo>
                        <a:pt x="755" y="8727"/>
                      </a:lnTo>
                      <a:lnTo>
                        <a:pt x="2164" y="8954"/>
                      </a:lnTo>
                      <a:lnTo>
                        <a:pt x="3446" y="9004"/>
                      </a:lnTo>
                      <a:lnTo>
                        <a:pt x="4603" y="8929"/>
                      </a:lnTo>
                      <a:lnTo>
                        <a:pt x="5634" y="8727"/>
                      </a:lnTo>
                      <a:lnTo>
                        <a:pt x="6590" y="8426"/>
                      </a:lnTo>
                      <a:lnTo>
                        <a:pt x="7822" y="7797"/>
                      </a:lnTo>
                      <a:lnTo>
                        <a:pt x="8502" y="7269"/>
                      </a:lnTo>
                      <a:lnTo>
                        <a:pt x="8451" y="7998"/>
                      </a:lnTo>
                      <a:lnTo>
                        <a:pt x="8426" y="9482"/>
                      </a:lnTo>
                      <a:lnTo>
                        <a:pt x="8527" y="10941"/>
                      </a:lnTo>
                      <a:lnTo>
                        <a:pt x="8803" y="12399"/>
                      </a:lnTo>
                      <a:lnTo>
                        <a:pt x="9231" y="13833"/>
                      </a:lnTo>
                      <a:lnTo>
                        <a:pt x="9784" y="15216"/>
                      </a:lnTo>
                      <a:lnTo>
                        <a:pt x="10488" y="16574"/>
                      </a:lnTo>
                      <a:lnTo>
                        <a:pt x="11369" y="17832"/>
                      </a:lnTo>
                      <a:lnTo>
                        <a:pt x="11846" y="18435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9" name="Google Shape;3889;p36"/>
                <p:cNvSpPr/>
                <p:nvPr/>
              </p:nvSpPr>
              <p:spPr>
                <a:xfrm>
                  <a:off x="8424479" y="-231"/>
                  <a:ext cx="582034" cy="186871"/>
                </a:xfrm>
                <a:custGeom>
                  <a:rect b="b" l="l" r="r" t="t"/>
                  <a:pathLst>
                    <a:path extrusionOk="0" h="11846" w="36896">
                      <a:moveTo>
                        <a:pt x="0" y="0"/>
                      </a:moveTo>
                      <a:lnTo>
                        <a:pt x="604" y="478"/>
                      </a:lnTo>
                      <a:lnTo>
                        <a:pt x="1887" y="1333"/>
                      </a:lnTo>
                      <a:lnTo>
                        <a:pt x="3220" y="2063"/>
                      </a:lnTo>
                      <a:lnTo>
                        <a:pt x="4603" y="2616"/>
                      </a:lnTo>
                      <a:lnTo>
                        <a:pt x="6036" y="3043"/>
                      </a:lnTo>
                      <a:lnTo>
                        <a:pt x="7495" y="3295"/>
                      </a:lnTo>
                      <a:lnTo>
                        <a:pt x="8954" y="3421"/>
                      </a:lnTo>
                      <a:lnTo>
                        <a:pt x="10438" y="3396"/>
                      </a:lnTo>
                      <a:lnTo>
                        <a:pt x="11167" y="3320"/>
                      </a:lnTo>
                      <a:lnTo>
                        <a:pt x="10639" y="4024"/>
                      </a:lnTo>
                      <a:lnTo>
                        <a:pt x="10010" y="5257"/>
                      </a:lnTo>
                      <a:lnTo>
                        <a:pt x="9708" y="6187"/>
                      </a:lnTo>
                      <a:lnTo>
                        <a:pt x="9507" y="7244"/>
                      </a:lnTo>
                      <a:lnTo>
                        <a:pt x="9432" y="8400"/>
                      </a:lnTo>
                      <a:lnTo>
                        <a:pt x="9507" y="9683"/>
                      </a:lnTo>
                      <a:lnTo>
                        <a:pt x="9708" y="11091"/>
                      </a:lnTo>
                      <a:lnTo>
                        <a:pt x="9859" y="11846"/>
                      </a:lnTo>
                      <a:lnTo>
                        <a:pt x="10262" y="10941"/>
                      </a:lnTo>
                      <a:lnTo>
                        <a:pt x="11243" y="9482"/>
                      </a:lnTo>
                      <a:lnTo>
                        <a:pt x="12399" y="8375"/>
                      </a:lnTo>
                      <a:lnTo>
                        <a:pt x="13657" y="7470"/>
                      </a:lnTo>
                      <a:lnTo>
                        <a:pt x="15568" y="6313"/>
                      </a:lnTo>
                      <a:lnTo>
                        <a:pt x="17253" y="5005"/>
                      </a:lnTo>
                      <a:lnTo>
                        <a:pt x="18134" y="3873"/>
                      </a:lnTo>
                      <a:lnTo>
                        <a:pt x="18435" y="3194"/>
                      </a:lnTo>
                      <a:lnTo>
                        <a:pt x="18762" y="3873"/>
                      </a:lnTo>
                      <a:lnTo>
                        <a:pt x="19643" y="5005"/>
                      </a:lnTo>
                      <a:lnTo>
                        <a:pt x="21328" y="6313"/>
                      </a:lnTo>
                      <a:lnTo>
                        <a:pt x="23239" y="7470"/>
                      </a:lnTo>
                      <a:lnTo>
                        <a:pt x="24497" y="8375"/>
                      </a:lnTo>
                      <a:lnTo>
                        <a:pt x="25654" y="9482"/>
                      </a:lnTo>
                      <a:lnTo>
                        <a:pt x="26634" y="10941"/>
                      </a:lnTo>
                      <a:lnTo>
                        <a:pt x="27037" y="11846"/>
                      </a:lnTo>
                      <a:lnTo>
                        <a:pt x="27188" y="11091"/>
                      </a:lnTo>
                      <a:lnTo>
                        <a:pt x="27389" y="9683"/>
                      </a:lnTo>
                      <a:lnTo>
                        <a:pt x="27464" y="8400"/>
                      </a:lnTo>
                      <a:lnTo>
                        <a:pt x="27389" y="7244"/>
                      </a:lnTo>
                      <a:lnTo>
                        <a:pt x="27188" y="6187"/>
                      </a:lnTo>
                      <a:lnTo>
                        <a:pt x="26886" y="5257"/>
                      </a:lnTo>
                      <a:lnTo>
                        <a:pt x="26257" y="4024"/>
                      </a:lnTo>
                      <a:lnTo>
                        <a:pt x="25729" y="3320"/>
                      </a:lnTo>
                      <a:lnTo>
                        <a:pt x="26458" y="3396"/>
                      </a:lnTo>
                      <a:lnTo>
                        <a:pt x="27942" y="3421"/>
                      </a:lnTo>
                      <a:lnTo>
                        <a:pt x="29401" y="3295"/>
                      </a:lnTo>
                      <a:lnTo>
                        <a:pt x="30860" y="3043"/>
                      </a:lnTo>
                      <a:lnTo>
                        <a:pt x="32293" y="2616"/>
                      </a:lnTo>
                      <a:lnTo>
                        <a:pt x="33676" y="2063"/>
                      </a:lnTo>
                      <a:lnTo>
                        <a:pt x="35009" y="1333"/>
                      </a:lnTo>
                      <a:lnTo>
                        <a:pt x="36292" y="478"/>
                      </a:lnTo>
                      <a:lnTo>
                        <a:pt x="3689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0" name="Google Shape;3890;p36"/>
                <p:cNvSpPr/>
                <p:nvPr/>
              </p:nvSpPr>
              <p:spPr>
                <a:xfrm>
                  <a:off x="8287205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" y="0"/>
                      </a:moveTo>
                      <a:lnTo>
                        <a:pt x="1" y="18460"/>
                      </a:lnTo>
                      <a:lnTo>
                        <a:pt x="3195" y="18460"/>
                      </a:lnTo>
                      <a:lnTo>
                        <a:pt x="3899" y="18133"/>
                      </a:lnTo>
                      <a:lnTo>
                        <a:pt x="5005" y="17253"/>
                      </a:lnTo>
                      <a:lnTo>
                        <a:pt x="6313" y="15593"/>
                      </a:lnTo>
                      <a:lnTo>
                        <a:pt x="7470" y="13682"/>
                      </a:lnTo>
                      <a:lnTo>
                        <a:pt x="8376" y="12424"/>
                      </a:lnTo>
                      <a:lnTo>
                        <a:pt x="9482" y="11267"/>
                      </a:lnTo>
                      <a:lnTo>
                        <a:pt x="10941" y="10286"/>
                      </a:lnTo>
                      <a:lnTo>
                        <a:pt x="11846" y="9884"/>
                      </a:lnTo>
                      <a:lnTo>
                        <a:pt x="11092" y="9708"/>
                      </a:lnTo>
                      <a:lnTo>
                        <a:pt x="9683" y="9507"/>
                      </a:lnTo>
                      <a:lnTo>
                        <a:pt x="8401" y="9457"/>
                      </a:lnTo>
                      <a:lnTo>
                        <a:pt x="7244" y="9532"/>
                      </a:lnTo>
                      <a:lnTo>
                        <a:pt x="6213" y="9733"/>
                      </a:lnTo>
                      <a:lnTo>
                        <a:pt x="5257" y="10035"/>
                      </a:lnTo>
                      <a:lnTo>
                        <a:pt x="4025" y="10664"/>
                      </a:lnTo>
                      <a:lnTo>
                        <a:pt x="3346" y="11192"/>
                      </a:lnTo>
                      <a:lnTo>
                        <a:pt x="3396" y="10463"/>
                      </a:lnTo>
                      <a:lnTo>
                        <a:pt x="3421" y="8979"/>
                      </a:lnTo>
                      <a:lnTo>
                        <a:pt x="3295" y="7495"/>
                      </a:lnTo>
                      <a:lnTo>
                        <a:pt x="3044" y="6036"/>
                      </a:lnTo>
                      <a:lnTo>
                        <a:pt x="2616" y="4603"/>
                      </a:lnTo>
                      <a:lnTo>
                        <a:pt x="2063" y="3219"/>
                      </a:lnTo>
                      <a:lnTo>
                        <a:pt x="1334" y="1886"/>
                      </a:lnTo>
                      <a:lnTo>
                        <a:pt x="478" y="6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1" name="Google Shape;3891;p36"/>
                <p:cNvSpPr/>
                <p:nvPr/>
              </p:nvSpPr>
              <p:spPr>
                <a:xfrm>
                  <a:off x="8956901" y="565130"/>
                  <a:ext cx="186886" cy="291222"/>
                </a:xfrm>
                <a:custGeom>
                  <a:rect b="b" l="l" r="r" t="t"/>
                  <a:pathLst>
                    <a:path extrusionOk="0" h="18461" w="11847">
                      <a:moveTo>
                        <a:pt x="11846" y="0"/>
                      </a:moveTo>
                      <a:lnTo>
                        <a:pt x="11369" y="604"/>
                      </a:lnTo>
                      <a:lnTo>
                        <a:pt x="10488" y="1886"/>
                      </a:lnTo>
                      <a:lnTo>
                        <a:pt x="9784" y="3219"/>
                      </a:lnTo>
                      <a:lnTo>
                        <a:pt x="9231" y="4603"/>
                      </a:lnTo>
                      <a:lnTo>
                        <a:pt x="8803" y="6036"/>
                      </a:lnTo>
                      <a:lnTo>
                        <a:pt x="8527" y="7495"/>
                      </a:lnTo>
                      <a:lnTo>
                        <a:pt x="8426" y="8979"/>
                      </a:lnTo>
                      <a:lnTo>
                        <a:pt x="8451" y="10463"/>
                      </a:lnTo>
                      <a:lnTo>
                        <a:pt x="8502" y="11192"/>
                      </a:lnTo>
                      <a:lnTo>
                        <a:pt x="7822" y="10664"/>
                      </a:lnTo>
                      <a:lnTo>
                        <a:pt x="6590" y="10035"/>
                      </a:lnTo>
                      <a:lnTo>
                        <a:pt x="5634" y="9733"/>
                      </a:lnTo>
                      <a:lnTo>
                        <a:pt x="4603" y="9532"/>
                      </a:lnTo>
                      <a:lnTo>
                        <a:pt x="3446" y="9457"/>
                      </a:lnTo>
                      <a:lnTo>
                        <a:pt x="2164" y="9507"/>
                      </a:lnTo>
                      <a:lnTo>
                        <a:pt x="755" y="9708"/>
                      </a:lnTo>
                      <a:lnTo>
                        <a:pt x="1" y="9884"/>
                      </a:lnTo>
                      <a:lnTo>
                        <a:pt x="906" y="10286"/>
                      </a:lnTo>
                      <a:lnTo>
                        <a:pt x="2340" y="11267"/>
                      </a:lnTo>
                      <a:lnTo>
                        <a:pt x="3472" y="12424"/>
                      </a:lnTo>
                      <a:lnTo>
                        <a:pt x="4377" y="13682"/>
                      </a:lnTo>
                      <a:lnTo>
                        <a:pt x="5534" y="15593"/>
                      </a:lnTo>
                      <a:lnTo>
                        <a:pt x="6842" y="17253"/>
                      </a:lnTo>
                      <a:lnTo>
                        <a:pt x="7948" y="18133"/>
                      </a:lnTo>
                      <a:lnTo>
                        <a:pt x="8652" y="18460"/>
                      </a:lnTo>
                      <a:lnTo>
                        <a:pt x="11846" y="18460"/>
                      </a:lnTo>
                      <a:lnTo>
                        <a:pt x="11846" y="0"/>
                      </a:lnTo>
                      <a:close/>
                    </a:path>
                  </a:pathLst>
                </a:custGeom>
                <a:solidFill>
                  <a:srgbClr val="D13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92" name="Google Shape;3892;p36"/>
              <p:cNvSpPr/>
              <p:nvPr/>
            </p:nvSpPr>
            <p:spPr>
              <a:xfrm>
                <a:off x="8424479" y="4098340"/>
                <a:ext cx="582034" cy="186886"/>
              </a:xfrm>
              <a:custGeom>
                <a:rect b="b" l="l" r="r" t="t"/>
                <a:pathLst>
                  <a:path extrusionOk="0" h="11847" w="36896">
                    <a:moveTo>
                      <a:pt x="9859" y="1"/>
                    </a:moveTo>
                    <a:lnTo>
                      <a:pt x="9708" y="755"/>
                    </a:lnTo>
                    <a:lnTo>
                      <a:pt x="9507" y="2163"/>
                    </a:lnTo>
                    <a:lnTo>
                      <a:pt x="9432" y="3421"/>
                    </a:lnTo>
                    <a:lnTo>
                      <a:pt x="9507" y="4603"/>
                    </a:lnTo>
                    <a:lnTo>
                      <a:pt x="9708" y="5634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01"/>
                    </a:lnTo>
                    <a:lnTo>
                      <a:pt x="10438" y="8426"/>
                    </a:lnTo>
                    <a:lnTo>
                      <a:pt x="8954" y="8401"/>
                    </a:lnTo>
                    <a:lnTo>
                      <a:pt x="7495" y="8526"/>
                    </a:lnTo>
                    <a:lnTo>
                      <a:pt x="6036" y="8803"/>
                    </a:lnTo>
                    <a:lnTo>
                      <a:pt x="4603" y="9231"/>
                    </a:lnTo>
                    <a:lnTo>
                      <a:pt x="3220" y="9784"/>
                    </a:lnTo>
                    <a:lnTo>
                      <a:pt x="1887" y="10488"/>
                    </a:lnTo>
                    <a:lnTo>
                      <a:pt x="604" y="11343"/>
                    </a:lnTo>
                    <a:lnTo>
                      <a:pt x="0" y="11846"/>
                    </a:lnTo>
                    <a:lnTo>
                      <a:pt x="36896" y="11846"/>
                    </a:lnTo>
                    <a:lnTo>
                      <a:pt x="36292" y="11343"/>
                    </a:lnTo>
                    <a:lnTo>
                      <a:pt x="35009" y="10488"/>
                    </a:lnTo>
                    <a:lnTo>
                      <a:pt x="33676" y="9784"/>
                    </a:lnTo>
                    <a:lnTo>
                      <a:pt x="32293" y="9231"/>
                    </a:lnTo>
                    <a:lnTo>
                      <a:pt x="30860" y="8803"/>
                    </a:lnTo>
                    <a:lnTo>
                      <a:pt x="29401" y="8526"/>
                    </a:lnTo>
                    <a:lnTo>
                      <a:pt x="27942" y="8401"/>
                    </a:lnTo>
                    <a:lnTo>
                      <a:pt x="26458" y="8426"/>
                    </a:lnTo>
                    <a:lnTo>
                      <a:pt x="25729" y="8501"/>
                    </a:lnTo>
                    <a:lnTo>
                      <a:pt x="26257" y="7822"/>
                    </a:lnTo>
                    <a:lnTo>
                      <a:pt x="26886" y="6590"/>
                    </a:lnTo>
                    <a:lnTo>
                      <a:pt x="27188" y="5634"/>
                    </a:lnTo>
                    <a:lnTo>
                      <a:pt x="27389" y="4603"/>
                    </a:lnTo>
                    <a:lnTo>
                      <a:pt x="27464" y="3421"/>
                    </a:lnTo>
                    <a:lnTo>
                      <a:pt x="27389" y="2163"/>
                    </a:lnTo>
                    <a:lnTo>
                      <a:pt x="27188" y="755"/>
                    </a:lnTo>
                    <a:lnTo>
                      <a:pt x="27037" y="1"/>
                    </a:lnTo>
                    <a:lnTo>
                      <a:pt x="26634" y="906"/>
                    </a:lnTo>
                    <a:lnTo>
                      <a:pt x="25654" y="2340"/>
                    </a:lnTo>
                    <a:lnTo>
                      <a:pt x="24497" y="3471"/>
                    </a:lnTo>
                    <a:lnTo>
                      <a:pt x="23239" y="4352"/>
                    </a:lnTo>
                    <a:lnTo>
                      <a:pt x="21328" y="5534"/>
                    </a:lnTo>
                    <a:lnTo>
                      <a:pt x="19643" y="6841"/>
                    </a:lnTo>
                    <a:lnTo>
                      <a:pt x="18762" y="7948"/>
                    </a:lnTo>
                    <a:lnTo>
                      <a:pt x="18435" y="8652"/>
                    </a:lnTo>
                    <a:lnTo>
                      <a:pt x="18134" y="7948"/>
                    </a:lnTo>
                    <a:lnTo>
                      <a:pt x="17253" y="6841"/>
                    </a:lnTo>
                    <a:lnTo>
                      <a:pt x="15568" y="5534"/>
                    </a:lnTo>
                    <a:lnTo>
                      <a:pt x="13657" y="4352"/>
                    </a:lnTo>
                    <a:lnTo>
                      <a:pt x="12399" y="3471"/>
                    </a:lnTo>
                    <a:lnTo>
                      <a:pt x="11243" y="2340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93" name="Google Shape;3893;p36"/>
            <p:cNvGrpSpPr/>
            <p:nvPr/>
          </p:nvGrpSpPr>
          <p:grpSpPr>
            <a:xfrm rot="-5400000">
              <a:off x="2940345" y="2215124"/>
              <a:ext cx="753216" cy="738209"/>
              <a:chOff x="4595925" y="3627700"/>
              <a:chExt cx="1358125" cy="1358750"/>
            </a:xfrm>
          </p:grpSpPr>
          <p:sp>
            <p:nvSpPr>
              <p:cNvPr id="3894" name="Google Shape;3894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5" name="Google Shape;3895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6" name="Google Shape;3896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7" name="Google Shape;3897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8" name="Google Shape;3898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9" name="Google Shape;3899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0" name="Google Shape;3900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1" name="Google Shape;3901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2" name="Google Shape;3902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3" name="Google Shape;3903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4" name="Google Shape;3904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5" name="Google Shape;3905;p36"/>
            <p:cNvGrpSpPr/>
            <p:nvPr/>
          </p:nvGrpSpPr>
          <p:grpSpPr>
            <a:xfrm rot="-5400000">
              <a:off x="2208727" y="1472882"/>
              <a:ext cx="737869" cy="738209"/>
              <a:chOff x="4595925" y="3627700"/>
              <a:chExt cx="1358125" cy="1358750"/>
            </a:xfrm>
          </p:grpSpPr>
          <p:sp>
            <p:nvSpPr>
              <p:cNvPr id="3906" name="Google Shape;3906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5" name="Google Shape;3915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6" name="Google Shape;3916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7" name="Google Shape;3917;p36"/>
            <p:cNvGrpSpPr/>
            <p:nvPr/>
          </p:nvGrpSpPr>
          <p:grpSpPr>
            <a:xfrm rot="-5400000">
              <a:off x="1474481" y="734510"/>
              <a:ext cx="737093" cy="736928"/>
              <a:chOff x="7523744" y="10135"/>
              <a:chExt cx="737093" cy="736928"/>
            </a:xfrm>
          </p:grpSpPr>
          <p:sp>
            <p:nvSpPr>
              <p:cNvPr id="3918" name="Google Shape;3918;p36"/>
              <p:cNvSpPr/>
              <p:nvPr/>
            </p:nvSpPr>
            <p:spPr>
              <a:xfrm>
                <a:off x="7523744" y="10135"/>
                <a:ext cx="737093" cy="736928"/>
              </a:xfrm>
              <a:custGeom>
                <a:rect b="b" l="l" r="r" t="t"/>
                <a:pathLst>
                  <a:path extrusionOk="0" h="40176" w="40185">
                    <a:moveTo>
                      <a:pt x="0" y="0"/>
                    </a:moveTo>
                    <a:lnTo>
                      <a:pt x="0" y="40176"/>
                    </a:lnTo>
                    <a:lnTo>
                      <a:pt x="1045" y="40167"/>
                    </a:lnTo>
                    <a:lnTo>
                      <a:pt x="3099" y="40060"/>
                    </a:lnTo>
                    <a:lnTo>
                      <a:pt x="5126" y="39854"/>
                    </a:lnTo>
                    <a:lnTo>
                      <a:pt x="7117" y="39551"/>
                    </a:lnTo>
                    <a:lnTo>
                      <a:pt x="9082" y="39149"/>
                    </a:lnTo>
                    <a:lnTo>
                      <a:pt x="11002" y="38658"/>
                    </a:lnTo>
                    <a:lnTo>
                      <a:pt x="12895" y="38068"/>
                    </a:lnTo>
                    <a:lnTo>
                      <a:pt x="14743" y="37390"/>
                    </a:lnTo>
                    <a:lnTo>
                      <a:pt x="16538" y="36631"/>
                    </a:lnTo>
                    <a:lnTo>
                      <a:pt x="18298" y="35782"/>
                    </a:lnTo>
                    <a:lnTo>
                      <a:pt x="20003" y="34854"/>
                    </a:lnTo>
                    <a:lnTo>
                      <a:pt x="21664" y="33845"/>
                    </a:lnTo>
                    <a:lnTo>
                      <a:pt x="23263" y="32764"/>
                    </a:lnTo>
                    <a:lnTo>
                      <a:pt x="24816" y="31612"/>
                    </a:lnTo>
                    <a:lnTo>
                      <a:pt x="26299" y="30380"/>
                    </a:lnTo>
                    <a:lnTo>
                      <a:pt x="27728" y="29085"/>
                    </a:lnTo>
                    <a:lnTo>
                      <a:pt x="29094" y="27719"/>
                    </a:lnTo>
                    <a:lnTo>
                      <a:pt x="30389" y="26290"/>
                    </a:lnTo>
                    <a:lnTo>
                      <a:pt x="31621" y="24808"/>
                    </a:lnTo>
                    <a:lnTo>
                      <a:pt x="32773" y="23254"/>
                    </a:lnTo>
                    <a:lnTo>
                      <a:pt x="33854" y="21655"/>
                    </a:lnTo>
                    <a:lnTo>
                      <a:pt x="34863" y="19994"/>
                    </a:lnTo>
                    <a:lnTo>
                      <a:pt x="35791" y="18289"/>
                    </a:lnTo>
                    <a:lnTo>
                      <a:pt x="36640" y="16529"/>
                    </a:lnTo>
                    <a:lnTo>
                      <a:pt x="37399" y="14735"/>
                    </a:lnTo>
                    <a:lnTo>
                      <a:pt x="38077" y="12886"/>
                    </a:lnTo>
                    <a:lnTo>
                      <a:pt x="38667" y="10993"/>
                    </a:lnTo>
                    <a:lnTo>
                      <a:pt x="39158" y="9073"/>
                    </a:lnTo>
                    <a:lnTo>
                      <a:pt x="39560" y="7108"/>
                    </a:lnTo>
                    <a:lnTo>
                      <a:pt x="39863" y="5117"/>
                    </a:lnTo>
                    <a:lnTo>
                      <a:pt x="40069" y="3090"/>
                    </a:lnTo>
                    <a:lnTo>
                      <a:pt x="40176" y="103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36"/>
              <p:cNvSpPr/>
              <p:nvPr/>
            </p:nvSpPr>
            <p:spPr>
              <a:xfrm>
                <a:off x="7523744" y="10135"/>
                <a:ext cx="421456" cy="421291"/>
              </a:xfrm>
              <a:custGeom>
                <a:rect b="b" l="l" r="r" t="t"/>
                <a:pathLst>
                  <a:path extrusionOk="0" h="22968" w="22977">
                    <a:moveTo>
                      <a:pt x="0" y="0"/>
                    </a:moveTo>
                    <a:lnTo>
                      <a:pt x="0" y="22968"/>
                    </a:lnTo>
                    <a:lnTo>
                      <a:pt x="598" y="22959"/>
                    </a:lnTo>
                    <a:lnTo>
                      <a:pt x="1768" y="22905"/>
                    </a:lnTo>
                    <a:lnTo>
                      <a:pt x="2929" y="22780"/>
                    </a:lnTo>
                    <a:lnTo>
                      <a:pt x="4072" y="22611"/>
                    </a:lnTo>
                    <a:lnTo>
                      <a:pt x="5197" y="22379"/>
                    </a:lnTo>
                    <a:lnTo>
                      <a:pt x="6296" y="22093"/>
                    </a:lnTo>
                    <a:lnTo>
                      <a:pt x="7376" y="21762"/>
                    </a:lnTo>
                    <a:lnTo>
                      <a:pt x="8430" y="21378"/>
                    </a:lnTo>
                    <a:lnTo>
                      <a:pt x="9457" y="20941"/>
                    </a:lnTo>
                    <a:lnTo>
                      <a:pt x="10466" y="20459"/>
                    </a:lnTo>
                    <a:lnTo>
                      <a:pt x="11439" y="19923"/>
                    </a:lnTo>
                    <a:lnTo>
                      <a:pt x="12386" y="19351"/>
                    </a:lnTo>
                    <a:lnTo>
                      <a:pt x="13306" y="18726"/>
                    </a:lnTo>
                    <a:lnTo>
                      <a:pt x="14190" y="18065"/>
                    </a:lnTo>
                    <a:lnTo>
                      <a:pt x="15038" y="17369"/>
                    </a:lnTo>
                    <a:lnTo>
                      <a:pt x="15851" y="16628"/>
                    </a:lnTo>
                    <a:lnTo>
                      <a:pt x="16637" y="15842"/>
                    </a:lnTo>
                    <a:lnTo>
                      <a:pt x="17378" y="15029"/>
                    </a:lnTo>
                    <a:lnTo>
                      <a:pt x="18074" y="14181"/>
                    </a:lnTo>
                    <a:lnTo>
                      <a:pt x="18735" y="13297"/>
                    </a:lnTo>
                    <a:lnTo>
                      <a:pt x="19360" y="12377"/>
                    </a:lnTo>
                    <a:lnTo>
                      <a:pt x="19932" y="11430"/>
                    </a:lnTo>
                    <a:lnTo>
                      <a:pt x="20468" y="10457"/>
                    </a:lnTo>
                    <a:lnTo>
                      <a:pt x="20950" y="9448"/>
                    </a:lnTo>
                    <a:lnTo>
                      <a:pt x="21387" y="8421"/>
                    </a:lnTo>
                    <a:lnTo>
                      <a:pt x="21771" y="7367"/>
                    </a:lnTo>
                    <a:lnTo>
                      <a:pt x="22102" y="6287"/>
                    </a:lnTo>
                    <a:lnTo>
                      <a:pt x="22388" y="5188"/>
                    </a:lnTo>
                    <a:lnTo>
                      <a:pt x="22620" y="4063"/>
                    </a:lnTo>
                    <a:lnTo>
                      <a:pt x="22789" y="2920"/>
                    </a:lnTo>
                    <a:lnTo>
                      <a:pt x="22914" y="1759"/>
                    </a:lnTo>
                    <a:lnTo>
                      <a:pt x="22968" y="590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0" name="Google Shape;3920;p36"/>
            <p:cNvGrpSpPr/>
            <p:nvPr/>
          </p:nvGrpSpPr>
          <p:grpSpPr>
            <a:xfrm flipH="1" rot="5400000">
              <a:off x="2211731" y="734510"/>
              <a:ext cx="737093" cy="736928"/>
              <a:chOff x="7523744" y="10135"/>
              <a:chExt cx="737093" cy="736928"/>
            </a:xfrm>
          </p:grpSpPr>
          <p:sp>
            <p:nvSpPr>
              <p:cNvPr id="3921" name="Google Shape;3921;p36"/>
              <p:cNvSpPr/>
              <p:nvPr/>
            </p:nvSpPr>
            <p:spPr>
              <a:xfrm>
                <a:off x="7523744" y="10135"/>
                <a:ext cx="737093" cy="736928"/>
              </a:xfrm>
              <a:custGeom>
                <a:rect b="b" l="l" r="r" t="t"/>
                <a:pathLst>
                  <a:path extrusionOk="0" h="40176" w="40185">
                    <a:moveTo>
                      <a:pt x="0" y="0"/>
                    </a:moveTo>
                    <a:lnTo>
                      <a:pt x="0" y="40176"/>
                    </a:lnTo>
                    <a:lnTo>
                      <a:pt x="1045" y="40167"/>
                    </a:lnTo>
                    <a:lnTo>
                      <a:pt x="3099" y="40060"/>
                    </a:lnTo>
                    <a:lnTo>
                      <a:pt x="5126" y="39854"/>
                    </a:lnTo>
                    <a:lnTo>
                      <a:pt x="7117" y="39551"/>
                    </a:lnTo>
                    <a:lnTo>
                      <a:pt x="9082" y="39149"/>
                    </a:lnTo>
                    <a:lnTo>
                      <a:pt x="11002" y="38658"/>
                    </a:lnTo>
                    <a:lnTo>
                      <a:pt x="12895" y="38068"/>
                    </a:lnTo>
                    <a:lnTo>
                      <a:pt x="14743" y="37390"/>
                    </a:lnTo>
                    <a:lnTo>
                      <a:pt x="16538" y="36631"/>
                    </a:lnTo>
                    <a:lnTo>
                      <a:pt x="18298" y="35782"/>
                    </a:lnTo>
                    <a:lnTo>
                      <a:pt x="20003" y="34854"/>
                    </a:lnTo>
                    <a:lnTo>
                      <a:pt x="21664" y="33845"/>
                    </a:lnTo>
                    <a:lnTo>
                      <a:pt x="23263" y="32764"/>
                    </a:lnTo>
                    <a:lnTo>
                      <a:pt x="24816" y="31612"/>
                    </a:lnTo>
                    <a:lnTo>
                      <a:pt x="26299" y="30380"/>
                    </a:lnTo>
                    <a:lnTo>
                      <a:pt x="27728" y="29085"/>
                    </a:lnTo>
                    <a:lnTo>
                      <a:pt x="29094" y="27719"/>
                    </a:lnTo>
                    <a:lnTo>
                      <a:pt x="30389" y="26290"/>
                    </a:lnTo>
                    <a:lnTo>
                      <a:pt x="31621" y="24808"/>
                    </a:lnTo>
                    <a:lnTo>
                      <a:pt x="32773" y="23254"/>
                    </a:lnTo>
                    <a:lnTo>
                      <a:pt x="33854" y="21655"/>
                    </a:lnTo>
                    <a:lnTo>
                      <a:pt x="34863" y="19994"/>
                    </a:lnTo>
                    <a:lnTo>
                      <a:pt x="35791" y="18289"/>
                    </a:lnTo>
                    <a:lnTo>
                      <a:pt x="36640" y="16529"/>
                    </a:lnTo>
                    <a:lnTo>
                      <a:pt x="37399" y="14735"/>
                    </a:lnTo>
                    <a:lnTo>
                      <a:pt x="38077" y="12886"/>
                    </a:lnTo>
                    <a:lnTo>
                      <a:pt x="38667" y="10993"/>
                    </a:lnTo>
                    <a:lnTo>
                      <a:pt x="39158" y="9073"/>
                    </a:lnTo>
                    <a:lnTo>
                      <a:pt x="39560" y="7108"/>
                    </a:lnTo>
                    <a:lnTo>
                      <a:pt x="39863" y="5117"/>
                    </a:lnTo>
                    <a:lnTo>
                      <a:pt x="40069" y="3090"/>
                    </a:lnTo>
                    <a:lnTo>
                      <a:pt x="40176" y="103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2" name="Google Shape;3922;p36"/>
              <p:cNvSpPr/>
              <p:nvPr/>
            </p:nvSpPr>
            <p:spPr>
              <a:xfrm>
                <a:off x="7523744" y="10135"/>
                <a:ext cx="421456" cy="421291"/>
              </a:xfrm>
              <a:custGeom>
                <a:rect b="b" l="l" r="r" t="t"/>
                <a:pathLst>
                  <a:path extrusionOk="0" h="22968" w="22977">
                    <a:moveTo>
                      <a:pt x="0" y="0"/>
                    </a:moveTo>
                    <a:lnTo>
                      <a:pt x="0" y="22968"/>
                    </a:lnTo>
                    <a:lnTo>
                      <a:pt x="598" y="22959"/>
                    </a:lnTo>
                    <a:lnTo>
                      <a:pt x="1768" y="22905"/>
                    </a:lnTo>
                    <a:lnTo>
                      <a:pt x="2929" y="22780"/>
                    </a:lnTo>
                    <a:lnTo>
                      <a:pt x="4072" y="22611"/>
                    </a:lnTo>
                    <a:lnTo>
                      <a:pt x="5197" y="22379"/>
                    </a:lnTo>
                    <a:lnTo>
                      <a:pt x="6296" y="22093"/>
                    </a:lnTo>
                    <a:lnTo>
                      <a:pt x="7376" y="21762"/>
                    </a:lnTo>
                    <a:lnTo>
                      <a:pt x="8430" y="21378"/>
                    </a:lnTo>
                    <a:lnTo>
                      <a:pt x="9457" y="20941"/>
                    </a:lnTo>
                    <a:lnTo>
                      <a:pt x="10466" y="20459"/>
                    </a:lnTo>
                    <a:lnTo>
                      <a:pt x="11439" y="19923"/>
                    </a:lnTo>
                    <a:lnTo>
                      <a:pt x="12386" y="19351"/>
                    </a:lnTo>
                    <a:lnTo>
                      <a:pt x="13306" y="18726"/>
                    </a:lnTo>
                    <a:lnTo>
                      <a:pt x="14190" y="18065"/>
                    </a:lnTo>
                    <a:lnTo>
                      <a:pt x="15038" y="17369"/>
                    </a:lnTo>
                    <a:lnTo>
                      <a:pt x="15851" y="16628"/>
                    </a:lnTo>
                    <a:lnTo>
                      <a:pt x="16637" y="15842"/>
                    </a:lnTo>
                    <a:lnTo>
                      <a:pt x="17378" y="15029"/>
                    </a:lnTo>
                    <a:lnTo>
                      <a:pt x="18074" y="14181"/>
                    </a:lnTo>
                    <a:lnTo>
                      <a:pt x="18735" y="13297"/>
                    </a:lnTo>
                    <a:lnTo>
                      <a:pt x="19360" y="12377"/>
                    </a:lnTo>
                    <a:lnTo>
                      <a:pt x="19932" y="11430"/>
                    </a:lnTo>
                    <a:lnTo>
                      <a:pt x="20468" y="10457"/>
                    </a:lnTo>
                    <a:lnTo>
                      <a:pt x="20950" y="9448"/>
                    </a:lnTo>
                    <a:lnTo>
                      <a:pt x="21387" y="8421"/>
                    </a:lnTo>
                    <a:lnTo>
                      <a:pt x="21771" y="7367"/>
                    </a:lnTo>
                    <a:lnTo>
                      <a:pt x="22102" y="6287"/>
                    </a:lnTo>
                    <a:lnTo>
                      <a:pt x="22388" y="5188"/>
                    </a:lnTo>
                    <a:lnTo>
                      <a:pt x="22620" y="4063"/>
                    </a:lnTo>
                    <a:lnTo>
                      <a:pt x="22789" y="2920"/>
                    </a:lnTo>
                    <a:lnTo>
                      <a:pt x="22914" y="1759"/>
                    </a:lnTo>
                    <a:lnTo>
                      <a:pt x="22968" y="590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3" name="Google Shape;3923;p36"/>
            <p:cNvGrpSpPr/>
            <p:nvPr/>
          </p:nvGrpSpPr>
          <p:grpSpPr>
            <a:xfrm rot="-5400000">
              <a:off x="737203" y="733569"/>
              <a:ext cx="738244" cy="737846"/>
              <a:chOff x="3812437" y="4672193"/>
              <a:chExt cx="720801" cy="720412"/>
            </a:xfrm>
          </p:grpSpPr>
          <p:sp>
            <p:nvSpPr>
              <p:cNvPr id="3924" name="Google Shape;3924;p36"/>
              <p:cNvSpPr/>
              <p:nvPr/>
            </p:nvSpPr>
            <p:spPr>
              <a:xfrm>
                <a:off x="3812437" y="4672193"/>
                <a:ext cx="720801" cy="720412"/>
              </a:xfrm>
              <a:custGeom>
                <a:rect b="b" l="l" r="r" t="t"/>
                <a:pathLst>
                  <a:path extrusionOk="0" h="27791" w="27806">
                    <a:moveTo>
                      <a:pt x="1" y="1"/>
                    </a:moveTo>
                    <a:lnTo>
                      <a:pt x="1" y="27790"/>
                    </a:lnTo>
                    <a:lnTo>
                      <a:pt x="27806" y="27790"/>
                    </a:lnTo>
                    <a:lnTo>
                      <a:pt x="27806" y="1"/>
                    </a:lnTo>
                    <a:close/>
                  </a:path>
                </a:pathLst>
              </a:custGeom>
              <a:solidFill>
                <a:srgbClr val="1C37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36"/>
              <p:cNvSpPr/>
              <p:nvPr/>
            </p:nvSpPr>
            <p:spPr>
              <a:xfrm>
                <a:off x="3812437" y="4672193"/>
                <a:ext cx="720801" cy="720412"/>
              </a:xfrm>
              <a:custGeom>
                <a:rect b="b" l="l" r="r" t="t"/>
                <a:pathLst>
                  <a:path extrusionOk="0" h="27791" w="27806">
                    <a:moveTo>
                      <a:pt x="13182" y="1"/>
                    </a:moveTo>
                    <a:lnTo>
                      <a:pt x="11789" y="145"/>
                    </a:lnTo>
                    <a:lnTo>
                      <a:pt x="10428" y="433"/>
                    </a:lnTo>
                    <a:lnTo>
                      <a:pt x="9114" y="834"/>
                    </a:lnTo>
                    <a:lnTo>
                      <a:pt x="7881" y="1362"/>
                    </a:lnTo>
                    <a:lnTo>
                      <a:pt x="6696" y="2003"/>
                    </a:lnTo>
                    <a:lnTo>
                      <a:pt x="5590" y="2756"/>
                    </a:lnTo>
                    <a:lnTo>
                      <a:pt x="4549" y="3605"/>
                    </a:lnTo>
                    <a:lnTo>
                      <a:pt x="3604" y="4550"/>
                    </a:lnTo>
                    <a:lnTo>
                      <a:pt x="2755" y="5575"/>
                    </a:lnTo>
                    <a:lnTo>
                      <a:pt x="2019" y="6680"/>
                    </a:lnTo>
                    <a:lnTo>
                      <a:pt x="1362" y="7865"/>
                    </a:lnTo>
                    <a:lnTo>
                      <a:pt x="849" y="9114"/>
                    </a:lnTo>
                    <a:lnTo>
                      <a:pt x="433" y="10412"/>
                    </a:lnTo>
                    <a:lnTo>
                      <a:pt x="161" y="11773"/>
                    </a:lnTo>
                    <a:lnTo>
                      <a:pt x="17" y="13167"/>
                    </a:lnTo>
                    <a:lnTo>
                      <a:pt x="1" y="13887"/>
                    </a:lnTo>
                    <a:lnTo>
                      <a:pt x="1" y="27790"/>
                    </a:lnTo>
                    <a:lnTo>
                      <a:pt x="27806" y="27790"/>
                    </a:lnTo>
                    <a:lnTo>
                      <a:pt x="27806" y="13887"/>
                    </a:lnTo>
                    <a:lnTo>
                      <a:pt x="27790" y="13167"/>
                    </a:lnTo>
                    <a:lnTo>
                      <a:pt x="27646" y="11773"/>
                    </a:lnTo>
                    <a:lnTo>
                      <a:pt x="27374" y="10412"/>
                    </a:lnTo>
                    <a:lnTo>
                      <a:pt x="26957" y="9114"/>
                    </a:lnTo>
                    <a:lnTo>
                      <a:pt x="26429" y="7865"/>
                    </a:lnTo>
                    <a:lnTo>
                      <a:pt x="25788" y="6680"/>
                    </a:lnTo>
                    <a:lnTo>
                      <a:pt x="25051" y="5575"/>
                    </a:lnTo>
                    <a:lnTo>
                      <a:pt x="24202" y="4550"/>
                    </a:lnTo>
                    <a:lnTo>
                      <a:pt x="23257" y="3605"/>
                    </a:lnTo>
                    <a:lnTo>
                      <a:pt x="22216" y="2756"/>
                    </a:lnTo>
                    <a:lnTo>
                      <a:pt x="21111" y="2003"/>
                    </a:lnTo>
                    <a:lnTo>
                      <a:pt x="19926" y="1362"/>
                    </a:lnTo>
                    <a:lnTo>
                      <a:pt x="18676" y="834"/>
                    </a:lnTo>
                    <a:lnTo>
                      <a:pt x="17379" y="433"/>
                    </a:lnTo>
                    <a:lnTo>
                      <a:pt x="16017" y="145"/>
                    </a:lnTo>
                    <a:lnTo>
                      <a:pt x="14624" y="1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36"/>
              <p:cNvSpPr/>
              <p:nvPr/>
            </p:nvSpPr>
            <p:spPr>
              <a:xfrm>
                <a:off x="3812437" y="4672193"/>
                <a:ext cx="360426" cy="720412"/>
              </a:xfrm>
              <a:custGeom>
                <a:rect b="b" l="l" r="r" t="t"/>
                <a:pathLst>
                  <a:path extrusionOk="0" h="27791" w="13904">
                    <a:moveTo>
                      <a:pt x="13182" y="1"/>
                    </a:moveTo>
                    <a:lnTo>
                      <a:pt x="11789" y="145"/>
                    </a:lnTo>
                    <a:lnTo>
                      <a:pt x="10428" y="433"/>
                    </a:lnTo>
                    <a:lnTo>
                      <a:pt x="9114" y="834"/>
                    </a:lnTo>
                    <a:lnTo>
                      <a:pt x="7881" y="1362"/>
                    </a:lnTo>
                    <a:lnTo>
                      <a:pt x="6696" y="2003"/>
                    </a:lnTo>
                    <a:lnTo>
                      <a:pt x="5590" y="2756"/>
                    </a:lnTo>
                    <a:lnTo>
                      <a:pt x="4549" y="3605"/>
                    </a:lnTo>
                    <a:lnTo>
                      <a:pt x="3604" y="4550"/>
                    </a:lnTo>
                    <a:lnTo>
                      <a:pt x="2755" y="5575"/>
                    </a:lnTo>
                    <a:lnTo>
                      <a:pt x="2019" y="6680"/>
                    </a:lnTo>
                    <a:lnTo>
                      <a:pt x="1362" y="7865"/>
                    </a:lnTo>
                    <a:lnTo>
                      <a:pt x="849" y="9114"/>
                    </a:lnTo>
                    <a:lnTo>
                      <a:pt x="433" y="10412"/>
                    </a:lnTo>
                    <a:lnTo>
                      <a:pt x="161" y="11773"/>
                    </a:lnTo>
                    <a:lnTo>
                      <a:pt x="17" y="13167"/>
                    </a:lnTo>
                    <a:lnTo>
                      <a:pt x="1" y="13887"/>
                    </a:lnTo>
                    <a:lnTo>
                      <a:pt x="1" y="27790"/>
                    </a:lnTo>
                    <a:lnTo>
                      <a:pt x="13903" y="27790"/>
                    </a:lnTo>
                    <a:lnTo>
                      <a:pt x="13903" y="1"/>
                    </a:lnTo>
                    <a:close/>
                  </a:path>
                </a:pathLst>
              </a:custGeom>
              <a:solidFill>
                <a:srgbClr val="4A91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36"/>
              <p:cNvSpPr/>
              <p:nvPr/>
            </p:nvSpPr>
            <p:spPr>
              <a:xfrm>
                <a:off x="4004678" y="4889761"/>
                <a:ext cx="340492" cy="340492"/>
              </a:xfrm>
              <a:custGeom>
                <a:rect b="b" l="l" r="r" t="t"/>
                <a:pathLst>
                  <a:path extrusionOk="0" h="13135" w="13135">
                    <a:moveTo>
                      <a:pt x="6567" y="1"/>
                    </a:moveTo>
                    <a:lnTo>
                      <a:pt x="5895" y="17"/>
                    </a:lnTo>
                    <a:lnTo>
                      <a:pt x="4613" y="289"/>
                    </a:lnTo>
                    <a:lnTo>
                      <a:pt x="3428" y="785"/>
                    </a:lnTo>
                    <a:lnTo>
                      <a:pt x="2387" y="1490"/>
                    </a:lnTo>
                    <a:lnTo>
                      <a:pt x="1490" y="2387"/>
                    </a:lnTo>
                    <a:lnTo>
                      <a:pt x="785" y="3428"/>
                    </a:lnTo>
                    <a:lnTo>
                      <a:pt x="289" y="4614"/>
                    </a:lnTo>
                    <a:lnTo>
                      <a:pt x="32" y="5895"/>
                    </a:lnTo>
                    <a:lnTo>
                      <a:pt x="0" y="6568"/>
                    </a:lnTo>
                    <a:lnTo>
                      <a:pt x="32" y="7240"/>
                    </a:lnTo>
                    <a:lnTo>
                      <a:pt x="289" y="8522"/>
                    </a:lnTo>
                    <a:lnTo>
                      <a:pt x="785" y="9707"/>
                    </a:lnTo>
                    <a:lnTo>
                      <a:pt x="1490" y="10748"/>
                    </a:lnTo>
                    <a:lnTo>
                      <a:pt x="2387" y="11645"/>
                    </a:lnTo>
                    <a:lnTo>
                      <a:pt x="3428" y="12350"/>
                    </a:lnTo>
                    <a:lnTo>
                      <a:pt x="4613" y="12846"/>
                    </a:lnTo>
                    <a:lnTo>
                      <a:pt x="5895" y="13119"/>
                    </a:lnTo>
                    <a:lnTo>
                      <a:pt x="6567" y="13135"/>
                    </a:lnTo>
                    <a:lnTo>
                      <a:pt x="7240" y="13119"/>
                    </a:lnTo>
                    <a:lnTo>
                      <a:pt x="8537" y="12846"/>
                    </a:lnTo>
                    <a:lnTo>
                      <a:pt x="9707" y="12350"/>
                    </a:lnTo>
                    <a:lnTo>
                      <a:pt x="10764" y="11645"/>
                    </a:lnTo>
                    <a:lnTo>
                      <a:pt x="11645" y="10748"/>
                    </a:lnTo>
                    <a:lnTo>
                      <a:pt x="12365" y="9707"/>
                    </a:lnTo>
                    <a:lnTo>
                      <a:pt x="12862" y="8522"/>
                    </a:lnTo>
                    <a:lnTo>
                      <a:pt x="13118" y="7240"/>
                    </a:lnTo>
                    <a:lnTo>
                      <a:pt x="13134" y="6568"/>
                    </a:lnTo>
                    <a:lnTo>
                      <a:pt x="13118" y="5895"/>
                    </a:lnTo>
                    <a:lnTo>
                      <a:pt x="12862" y="4614"/>
                    </a:lnTo>
                    <a:lnTo>
                      <a:pt x="12365" y="3428"/>
                    </a:lnTo>
                    <a:lnTo>
                      <a:pt x="11645" y="2387"/>
                    </a:lnTo>
                    <a:lnTo>
                      <a:pt x="10764" y="1490"/>
                    </a:lnTo>
                    <a:lnTo>
                      <a:pt x="9707" y="785"/>
                    </a:lnTo>
                    <a:lnTo>
                      <a:pt x="8537" y="289"/>
                    </a:lnTo>
                    <a:lnTo>
                      <a:pt x="7240" y="17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8" name="Google Shape;3928;p36"/>
            <p:cNvGrpSpPr/>
            <p:nvPr/>
          </p:nvGrpSpPr>
          <p:grpSpPr>
            <a:xfrm rot="-5400000">
              <a:off x="1827723" y="-9527"/>
              <a:ext cx="747376" cy="738209"/>
              <a:chOff x="4595925" y="3627700"/>
              <a:chExt cx="1358125" cy="1358750"/>
            </a:xfrm>
          </p:grpSpPr>
          <p:sp>
            <p:nvSpPr>
              <p:cNvPr id="3929" name="Google Shape;3929;p36"/>
              <p:cNvSpPr/>
              <p:nvPr/>
            </p:nvSpPr>
            <p:spPr>
              <a:xfrm>
                <a:off x="4595925" y="3627700"/>
                <a:ext cx="1357500" cy="1358125"/>
              </a:xfrm>
              <a:custGeom>
                <a:rect b="b" l="l" r="r" t="t"/>
                <a:pathLst>
                  <a:path extrusionOk="0" h="54325" w="54300">
                    <a:moveTo>
                      <a:pt x="1" y="1"/>
                    </a:moveTo>
                    <a:lnTo>
                      <a:pt x="1" y="54325"/>
                    </a:lnTo>
                    <a:lnTo>
                      <a:pt x="54299" y="54325"/>
                    </a:lnTo>
                    <a:lnTo>
                      <a:pt x="54299" y="1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36"/>
              <p:cNvSpPr/>
              <p:nvPr/>
            </p:nvSpPr>
            <p:spPr>
              <a:xfrm>
                <a:off x="4595925" y="3627700"/>
                <a:ext cx="680325" cy="680350"/>
              </a:xfrm>
              <a:custGeom>
                <a:rect b="b" l="l" r="r" t="t"/>
                <a:pathLst>
                  <a:path extrusionOk="0" h="27214" w="27213">
                    <a:moveTo>
                      <a:pt x="1" y="1"/>
                    </a:moveTo>
                    <a:lnTo>
                      <a:pt x="1" y="27213"/>
                    </a:lnTo>
                    <a:lnTo>
                      <a:pt x="27213" y="27213"/>
                    </a:lnTo>
                    <a:lnTo>
                      <a:pt x="27213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36"/>
              <p:cNvSpPr/>
              <p:nvPr/>
            </p:nvSpPr>
            <p:spPr>
              <a:xfrm>
                <a:off x="5274350" y="4306125"/>
                <a:ext cx="679700" cy="680325"/>
              </a:xfrm>
              <a:custGeom>
                <a:rect b="b" l="l" r="r" t="t"/>
                <a:pathLst>
                  <a:path extrusionOk="0" h="27213" w="27188">
                    <a:moveTo>
                      <a:pt x="0" y="1"/>
                    </a:moveTo>
                    <a:lnTo>
                      <a:pt x="0" y="27213"/>
                    </a:lnTo>
                    <a:lnTo>
                      <a:pt x="27188" y="27213"/>
                    </a:lnTo>
                    <a:lnTo>
                      <a:pt x="27188" y="1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36"/>
              <p:cNvSpPr/>
              <p:nvPr/>
            </p:nvSpPr>
            <p:spPr>
              <a:xfrm>
                <a:off x="4597175" y="3628325"/>
                <a:ext cx="679075" cy="679075"/>
              </a:xfrm>
              <a:custGeom>
                <a:rect b="b" l="l" r="r" t="t"/>
                <a:pathLst>
                  <a:path extrusionOk="0" h="27163" w="27163">
                    <a:moveTo>
                      <a:pt x="27163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72" y="856"/>
                    </a:lnTo>
                    <a:lnTo>
                      <a:pt x="17832" y="1661"/>
                    </a:lnTo>
                    <a:lnTo>
                      <a:pt x="15393" y="2692"/>
                    </a:lnTo>
                    <a:lnTo>
                      <a:pt x="13079" y="3924"/>
                    </a:lnTo>
                    <a:lnTo>
                      <a:pt x="10916" y="5408"/>
                    </a:lnTo>
                    <a:lnTo>
                      <a:pt x="8904" y="7068"/>
                    </a:lnTo>
                    <a:lnTo>
                      <a:pt x="7068" y="8904"/>
                    </a:lnTo>
                    <a:lnTo>
                      <a:pt x="5408" y="10916"/>
                    </a:lnTo>
                    <a:lnTo>
                      <a:pt x="3924" y="13079"/>
                    </a:lnTo>
                    <a:lnTo>
                      <a:pt x="2692" y="15393"/>
                    </a:lnTo>
                    <a:lnTo>
                      <a:pt x="1661" y="17832"/>
                    </a:lnTo>
                    <a:lnTo>
                      <a:pt x="856" y="20372"/>
                    </a:lnTo>
                    <a:lnTo>
                      <a:pt x="303" y="23013"/>
                    </a:lnTo>
                    <a:lnTo>
                      <a:pt x="26" y="25755"/>
                    </a:lnTo>
                    <a:lnTo>
                      <a:pt x="1" y="27163"/>
                    </a:lnTo>
                    <a:lnTo>
                      <a:pt x="1409" y="27138"/>
                    </a:lnTo>
                    <a:lnTo>
                      <a:pt x="4151" y="26861"/>
                    </a:lnTo>
                    <a:lnTo>
                      <a:pt x="6791" y="26308"/>
                    </a:lnTo>
                    <a:lnTo>
                      <a:pt x="9357" y="25528"/>
                    </a:lnTo>
                    <a:lnTo>
                      <a:pt x="11796" y="24497"/>
                    </a:lnTo>
                    <a:lnTo>
                      <a:pt x="14085" y="23240"/>
                    </a:lnTo>
                    <a:lnTo>
                      <a:pt x="16273" y="21781"/>
                    </a:lnTo>
                    <a:lnTo>
                      <a:pt x="18285" y="20121"/>
                    </a:lnTo>
                    <a:lnTo>
                      <a:pt x="20121" y="18285"/>
                    </a:lnTo>
                    <a:lnTo>
                      <a:pt x="21781" y="16273"/>
                    </a:lnTo>
                    <a:lnTo>
                      <a:pt x="23239" y="14085"/>
                    </a:lnTo>
                    <a:lnTo>
                      <a:pt x="24497" y="11796"/>
                    </a:lnTo>
                    <a:lnTo>
                      <a:pt x="25528" y="9357"/>
                    </a:lnTo>
                    <a:lnTo>
                      <a:pt x="26308" y="6791"/>
                    </a:lnTo>
                    <a:lnTo>
                      <a:pt x="26861" y="4151"/>
                    </a:lnTo>
                    <a:lnTo>
                      <a:pt x="27138" y="1409"/>
                    </a:lnTo>
                    <a:lnTo>
                      <a:pt x="27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3" name="Google Shape;3933;p36"/>
              <p:cNvSpPr/>
              <p:nvPr/>
            </p:nvSpPr>
            <p:spPr>
              <a:xfrm>
                <a:off x="4597175" y="3738375"/>
                <a:ext cx="569675" cy="569025"/>
              </a:xfrm>
              <a:custGeom>
                <a:rect b="b" l="l" r="r" t="t"/>
                <a:pathLst>
                  <a:path extrusionOk="0" h="22761" w="22787">
                    <a:moveTo>
                      <a:pt x="22787" y="0"/>
                    </a:moveTo>
                    <a:lnTo>
                      <a:pt x="21655" y="101"/>
                    </a:lnTo>
                    <a:lnTo>
                      <a:pt x="19442" y="503"/>
                    </a:lnTo>
                    <a:lnTo>
                      <a:pt x="17329" y="1082"/>
                    </a:lnTo>
                    <a:lnTo>
                      <a:pt x="15267" y="1836"/>
                    </a:lnTo>
                    <a:lnTo>
                      <a:pt x="13305" y="2767"/>
                    </a:lnTo>
                    <a:lnTo>
                      <a:pt x="11444" y="3873"/>
                    </a:lnTo>
                    <a:lnTo>
                      <a:pt x="9684" y="5106"/>
                    </a:lnTo>
                    <a:lnTo>
                      <a:pt x="8024" y="6489"/>
                    </a:lnTo>
                    <a:lnTo>
                      <a:pt x="6515" y="8023"/>
                    </a:lnTo>
                    <a:lnTo>
                      <a:pt x="5131" y="9658"/>
                    </a:lnTo>
                    <a:lnTo>
                      <a:pt x="3874" y="11418"/>
                    </a:lnTo>
                    <a:lnTo>
                      <a:pt x="2792" y="13279"/>
                    </a:lnTo>
                    <a:lnTo>
                      <a:pt x="1862" y="15241"/>
                    </a:lnTo>
                    <a:lnTo>
                      <a:pt x="1107" y="17303"/>
                    </a:lnTo>
                    <a:lnTo>
                      <a:pt x="529" y="19441"/>
                    </a:lnTo>
                    <a:lnTo>
                      <a:pt x="127" y="21629"/>
                    </a:lnTo>
                    <a:lnTo>
                      <a:pt x="1" y="22761"/>
                    </a:lnTo>
                    <a:lnTo>
                      <a:pt x="1133" y="22635"/>
                    </a:lnTo>
                    <a:lnTo>
                      <a:pt x="3346" y="22258"/>
                    </a:lnTo>
                    <a:lnTo>
                      <a:pt x="5484" y="21680"/>
                    </a:lnTo>
                    <a:lnTo>
                      <a:pt x="7521" y="20900"/>
                    </a:lnTo>
                    <a:lnTo>
                      <a:pt x="9482" y="19969"/>
                    </a:lnTo>
                    <a:lnTo>
                      <a:pt x="11343" y="18888"/>
                    </a:lnTo>
                    <a:lnTo>
                      <a:pt x="13104" y="17656"/>
                    </a:lnTo>
                    <a:lnTo>
                      <a:pt x="14764" y="16247"/>
                    </a:lnTo>
                    <a:lnTo>
                      <a:pt x="16273" y="14738"/>
                    </a:lnTo>
                    <a:lnTo>
                      <a:pt x="17656" y="13103"/>
                    </a:lnTo>
                    <a:lnTo>
                      <a:pt x="18914" y="11343"/>
                    </a:lnTo>
                    <a:lnTo>
                      <a:pt x="19995" y="9457"/>
                    </a:lnTo>
                    <a:lnTo>
                      <a:pt x="20926" y="7495"/>
                    </a:lnTo>
                    <a:lnTo>
                      <a:pt x="21680" y="5458"/>
                    </a:lnTo>
                    <a:lnTo>
                      <a:pt x="22284" y="3320"/>
                    </a:lnTo>
                    <a:lnTo>
                      <a:pt x="22661" y="1107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4" name="Google Shape;3934;p36"/>
              <p:cNvSpPr/>
              <p:nvPr/>
            </p:nvSpPr>
            <p:spPr>
              <a:xfrm>
                <a:off x="5274975" y="36296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1" y="0"/>
                    </a:moveTo>
                    <a:lnTo>
                      <a:pt x="26" y="1383"/>
                    </a:lnTo>
                    <a:lnTo>
                      <a:pt x="302" y="4125"/>
                    </a:lnTo>
                    <a:lnTo>
                      <a:pt x="831" y="6791"/>
                    </a:lnTo>
                    <a:lnTo>
                      <a:pt x="1635" y="9331"/>
                    </a:lnTo>
                    <a:lnTo>
                      <a:pt x="2666" y="11770"/>
                    </a:lnTo>
                    <a:lnTo>
                      <a:pt x="3924" y="14084"/>
                    </a:lnTo>
                    <a:lnTo>
                      <a:pt x="5383" y="16247"/>
                    </a:lnTo>
                    <a:lnTo>
                      <a:pt x="7043" y="18259"/>
                    </a:lnTo>
                    <a:lnTo>
                      <a:pt x="8879" y="20095"/>
                    </a:lnTo>
                    <a:lnTo>
                      <a:pt x="10891" y="21755"/>
                    </a:lnTo>
                    <a:lnTo>
                      <a:pt x="13053" y="23214"/>
                    </a:lnTo>
                    <a:lnTo>
                      <a:pt x="15367" y="24471"/>
                    </a:lnTo>
                    <a:lnTo>
                      <a:pt x="17807" y="25502"/>
                    </a:lnTo>
                    <a:lnTo>
                      <a:pt x="20347" y="26307"/>
                    </a:lnTo>
                    <a:lnTo>
                      <a:pt x="23013" y="26835"/>
                    </a:lnTo>
                    <a:lnTo>
                      <a:pt x="25754" y="27112"/>
                    </a:lnTo>
                    <a:lnTo>
                      <a:pt x="27137" y="27137"/>
                    </a:lnTo>
                    <a:lnTo>
                      <a:pt x="27112" y="25729"/>
                    </a:lnTo>
                    <a:lnTo>
                      <a:pt x="26836" y="23013"/>
                    </a:lnTo>
                    <a:lnTo>
                      <a:pt x="26307" y="20347"/>
                    </a:lnTo>
                    <a:lnTo>
                      <a:pt x="25503" y="17806"/>
                    </a:lnTo>
                    <a:lnTo>
                      <a:pt x="24472" y="15367"/>
                    </a:lnTo>
                    <a:lnTo>
                      <a:pt x="23214" y="13053"/>
                    </a:lnTo>
                    <a:lnTo>
                      <a:pt x="21755" y="10890"/>
                    </a:lnTo>
                    <a:lnTo>
                      <a:pt x="20095" y="8878"/>
                    </a:lnTo>
                    <a:lnTo>
                      <a:pt x="18259" y="7042"/>
                    </a:lnTo>
                    <a:lnTo>
                      <a:pt x="16247" y="5382"/>
                    </a:lnTo>
                    <a:lnTo>
                      <a:pt x="14085" y="3898"/>
                    </a:lnTo>
                    <a:lnTo>
                      <a:pt x="11771" y="2666"/>
                    </a:lnTo>
                    <a:lnTo>
                      <a:pt x="9331" y="1635"/>
                    </a:lnTo>
                    <a:lnTo>
                      <a:pt x="6791" y="830"/>
                    </a:lnTo>
                    <a:lnTo>
                      <a:pt x="4125" y="302"/>
                    </a:lnTo>
                    <a:lnTo>
                      <a:pt x="1384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36"/>
              <p:cNvSpPr/>
              <p:nvPr/>
            </p:nvSpPr>
            <p:spPr>
              <a:xfrm>
                <a:off x="5384375" y="37390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1" y="0"/>
                    </a:moveTo>
                    <a:lnTo>
                      <a:pt x="126" y="1132"/>
                    </a:lnTo>
                    <a:lnTo>
                      <a:pt x="504" y="3320"/>
                    </a:lnTo>
                    <a:lnTo>
                      <a:pt x="1082" y="5458"/>
                    </a:lnTo>
                    <a:lnTo>
                      <a:pt x="1862" y="7495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06" y="13104"/>
                    </a:lnTo>
                    <a:lnTo>
                      <a:pt x="6515" y="14738"/>
                    </a:lnTo>
                    <a:lnTo>
                      <a:pt x="8024" y="16272"/>
                    </a:lnTo>
                    <a:lnTo>
                      <a:pt x="9658" y="17656"/>
                    </a:lnTo>
                    <a:lnTo>
                      <a:pt x="11419" y="18888"/>
                    </a:lnTo>
                    <a:lnTo>
                      <a:pt x="13305" y="19969"/>
                    </a:lnTo>
                    <a:lnTo>
                      <a:pt x="15267" y="20900"/>
                    </a:lnTo>
                    <a:lnTo>
                      <a:pt x="17304" y="21680"/>
                    </a:lnTo>
                    <a:lnTo>
                      <a:pt x="19442" y="22258"/>
                    </a:lnTo>
                    <a:lnTo>
                      <a:pt x="21655" y="22661"/>
                    </a:lnTo>
                    <a:lnTo>
                      <a:pt x="22761" y="22761"/>
                    </a:lnTo>
                    <a:lnTo>
                      <a:pt x="22661" y="21629"/>
                    </a:lnTo>
                    <a:lnTo>
                      <a:pt x="22258" y="19441"/>
                    </a:lnTo>
                    <a:lnTo>
                      <a:pt x="21680" y="17304"/>
                    </a:lnTo>
                    <a:lnTo>
                      <a:pt x="20925" y="15241"/>
                    </a:lnTo>
                    <a:lnTo>
                      <a:pt x="19995" y="13280"/>
                    </a:lnTo>
                    <a:lnTo>
                      <a:pt x="18888" y="11418"/>
                    </a:lnTo>
                    <a:lnTo>
                      <a:pt x="17656" y="9658"/>
                    </a:lnTo>
                    <a:lnTo>
                      <a:pt x="16273" y="8023"/>
                    </a:lnTo>
                    <a:lnTo>
                      <a:pt x="14739" y="6489"/>
                    </a:lnTo>
                    <a:lnTo>
                      <a:pt x="13104" y="5106"/>
                    </a:lnTo>
                    <a:lnTo>
                      <a:pt x="11343" y="3873"/>
                    </a:lnTo>
                    <a:lnTo>
                      <a:pt x="9482" y="2767"/>
                    </a:lnTo>
                    <a:lnTo>
                      <a:pt x="7521" y="1836"/>
                    </a:lnTo>
                    <a:lnTo>
                      <a:pt x="5458" y="1082"/>
                    </a:lnTo>
                    <a:lnTo>
                      <a:pt x="3320" y="503"/>
                    </a:lnTo>
                    <a:lnTo>
                      <a:pt x="1132" y="1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36"/>
              <p:cNvSpPr/>
              <p:nvPr/>
            </p:nvSpPr>
            <p:spPr>
              <a:xfrm>
                <a:off x="5274975" y="4294800"/>
                <a:ext cx="678450" cy="678450"/>
              </a:xfrm>
              <a:custGeom>
                <a:rect b="b" l="l" r="r" t="t"/>
                <a:pathLst>
                  <a:path extrusionOk="0" h="27138" w="27138">
                    <a:moveTo>
                      <a:pt x="27137" y="1"/>
                    </a:moveTo>
                    <a:lnTo>
                      <a:pt x="25754" y="26"/>
                    </a:lnTo>
                    <a:lnTo>
                      <a:pt x="23013" y="303"/>
                    </a:lnTo>
                    <a:lnTo>
                      <a:pt x="20347" y="831"/>
                    </a:lnTo>
                    <a:lnTo>
                      <a:pt x="17807" y="1636"/>
                    </a:lnTo>
                    <a:lnTo>
                      <a:pt x="15367" y="2667"/>
                    </a:lnTo>
                    <a:lnTo>
                      <a:pt x="13053" y="3924"/>
                    </a:lnTo>
                    <a:lnTo>
                      <a:pt x="10891" y="5383"/>
                    </a:lnTo>
                    <a:lnTo>
                      <a:pt x="8879" y="7043"/>
                    </a:lnTo>
                    <a:lnTo>
                      <a:pt x="7043" y="8879"/>
                    </a:lnTo>
                    <a:lnTo>
                      <a:pt x="5383" y="10891"/>
                    </a:lnTo>
                    <a:lnTo>
                      <a:pt x="3924" y="13054"/>
                    </a:lnTo>
                    <a:lnTo>
                      <a:pt x="2666" y="15368"/>
                    </a:lnTo>
                    <a:lnTo>
                      <a:pt x="1635" y="17807"/>
                    </a:lnTo>
                    <a:lnTo>
                      <a:pt x="831" y="20347"/>
                    </a:lnTo>
                    <a:lnTo>
                      <a:pt x="302" y="23013"/>
                    </a:lnTo>
                    <a:lnTo>
                      <a:pt x="26" y="25755"/>
                    </a:lnTo>
                    <a:lnTo>
                      <a:pt x="1" y="27138"/>
                    </a:lnTo>
                    <a:lnTo>
                      <a:pt x="1384" y="27138"/>
                    </a:lnTo>
                    <a:lnTo>
                      <a:pt x="4125" y="26836"/>
                    </a:lnTo>
                    <a:lnTo>
                      <a:pt x="6791" y="26308"/>
                    </a:lnTo>
                    <a:lnTo>
                      <a:pt x="9331" y="25503"/>
                    </a:lnTo>
                    <a:lnTo>
                      <a:pt x="11771" y="24472"/>
                    </a:lnTo>
                    <a:lnTo>
                      <a:pt x="14085" y="23240"/>
                    </a:lnTo>
                    <a:lnTo>
                      <a:pt x="16247" y="21756"/>
                    </a:lnTo>
                    <a:lnTo>
                      <a:pt x="18259" y="20096"/>
                    </a:lnTo>
                    <a:lnTo>
                      <a:pt x="20095" y="18260"/>
                    </a:lnTo>
                    <a:lnTo>
                      <a:pt x="21755" y="16248"/>
                    </a:lnTo>
                    <a:lnTo>
                      <a:pt x="23214" y="14085"/>
                    </a:lnTo>
                    <a:lnTo>
                      <a:pt x="24472" y="11771"/>
                    </a:lnTo>
                    <a:lnTo>
                      <a:pt x="25503" y="9332"/>
                    </a:lnTo>
                    <a:lnTo>
                      <a:pt x="26307" y="6791"/>
                    </a:lnTo>
                    <a:lnTo>
                      <a:pt x="26836" y="4126"/>
                    </a:lnTo>
                    <a:lnTo>
                      <a:pt x="27112" y="1409"/>
                    </a:lnTo>
                    <a:lnTo>
                      <a:pt x="27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36"/>
              <p:cNvSpPr/>
              <p:nvPr/>
            </p:nvSpPr>
            <p:spPr>
              <a:xfrm>
                <a:off x="5384375" y="4294800"/>
                <a:ext cx="569050" cy="569050"/>
              </a:xfrm>
              <a:custGeom>
                <a:rect b="b" l="l" r="r" t="t"/>
                <a:pathLst>
                  <a:path extrusionOk="0" h="22762" w="22762">
                    <a:moveTo>
                      <a:pt x="22761" y="1"/>
                    </a:moveTo>
                    <a:lnTo>
                      <a:pt x="21655" y="102"/>
                    </a:lnTo>
                    <a:lnTo>
                      <a:pt x="19442" y="504"/>
                    </a:lnTo>
                    <a:lnTo>
                      <a:pt x="17304" y="1082"/>
                    </a:lnTo>
                    <a:lnTo>
                      <a:pt x="15267" y="1862"/>
                    </a:lnTo>
                    <a:lnTo>
                      <a:pt x="13305" y="2793"/>
                    </a:lnTo>
                    <a:lnTo>
                      <a:pt x="11419" y="3874"/>
                    </a:lnTo>
                    <a:lnTo>
                      <a:pt x="9658" y="5106"/>
                    </a:lnTo>
                    <a:lnTo>
                      <a:pt x="8024" y="6490"/>
                    </a:lnTo>
                    <a:lnTo>
                      <a:pt x="6515" y="8024"/>
                    </a:lnTo>
                    <a:lnTo>
                      <a:pt x="5106" y="9659"/>
                    </a:lnTo>
                    <a:lnTo>
                      <a:pt x="3874" y="11419"/>
                    </a:lnTo>
                    <a:lnTo>
                      <a:pt x="2792" y="13280"/>
                    </a:lnTo>
                    <a:lnTo>
                      <a:pt x="1862" y="15267"/>
                    </a:lnTo>
                    <a:lnTo>
                      <a:pt x="1082" y="17304"/>
                    </a:lnTo>
                    <a:lnTo>
                      <a:pt x="504" y="19442"/>
                    </a:lnTo>
                    <a:lnTo>
                      <a:pt x="126" y="21630"/>
                    </a:lnTo>
                    <a:lnTo>
                      <a:pt x="1" y="22762"/>
                    </a:lnTo>
                    <a:lnTo>
                      <a:pt x="1132" y="22661"/>
                    </a:lnTo>
                    <a:lnTo>
                      <a:pt x="3320" y="22259"/>
                    </a:lnTo>
                    <a:lnTo>
                      <a:pt x="5458" y="21680"/>
                    </a:lnTo>
                    <a:lnTo>
                      <a:pt x="7521" y="20926"/>
                    </a:lnTo>
                    <a:lnTo>
                      <a:pt x="9482" y="19995"/>
                    </a:lnTo>
                    <a:lnTo>
                      <a:pt x="11343" y="18889"/>
                    </a:lnTo>
                    <a:lnTo>
                      <a:pt x="13104" y="17656"/>
                    </a:lnTo>
                    <a:lnTo>
                      <a:pt x="14739" y="16273"/>
                    </a:lnTo>
                    <a:lnTo>
                      <a:pt x="16273" y="14739"/>
                    </a:lnTo>
                    <a:lnTo>
                      <a:pt x="17656" y="13104"/>
                    </a:lnTo>
                    <a:lnTo>
                      <a:pt x="18888" y="11344"/>
                    </a:lnTo>
                    <a:lnTo>
                      <a:pt x="19995" y="9483"/>
                    </a:lnTo>
                    <a:lnTo>
                      <a:pt x="20925" y="7521"/>
                    </a:lnTo>
                    <a:lnTo>
                      <a:pt x="21680" y="5459"/>
                    </a:lnTo>
                    <a:lnTo>
                      <a:pt x="22258" y="3321"/>
                    </a:lnTo>
                    <a:lnTo>
                      <a:pt x="22661" y="1133"/>
                    </a:lnTo>
                    <a:lnTo>
                      <a:pt x="2276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36"/>
              <p:cNvSpPr/>
              <p:nvPr/>
            </p:nvSpPr>
            <p:spPr>
              <a:xfrm>
                <a:off x="4597175" y="4294175"/>
                <a:ext cx="679075" cy="678450"/>
              </a:xfrm>
              <a:custGeom>
                <a:rect b="b" l="l" r="r" t="t"/>
                <a:pathLst>
                  <a:path extrusionOk="0" h="27138" w="27163">
                    <a:moveTo>
                      <a:pt x="1" y="1"/>
                    </a:moveTo>
                    <a:lnTo>
                      <a:pt x="26" y="1384"/>
                    </a:lnTo>
                    <a:lnTo>
                      <a:pt x="303" y="4125"/>
                    </a:lnTo>
                    <a:lnTo>
                      <a:pt x="856" y="6791"/>
                    </a:lnTo>
                    <a:lnTo>
                      <a:pt x="1661" y="9331"/>
                    </a:lnTo>
                    <a:lnTo>
                      <a:pt x="2692" y="11771"/>
                    </a:lnTo>
                    <a:lnTo>
                      <a:pt x="3924" y="14085"/>
                    </a:lnTo>
                    <a:lnTo>
                      <a:pt x="5408" y="16248"/>
                    </a:lnTo>
                    <a:lnTo>
                      <a:pt x="7068" y="18260"/>
                    </a:lnTo>
                    <a:lnTo>
                      <a:pt x="8904" y="20096"/>
                    </a:lnTo>
                    <a:lnTo>
                      <a:pt x="10916" y="21756"/>
                    </a:lnTo>
                    <a:lnTo>
                      <a:pt x="13079" y="23214"/>
                    </a:lnTo>
                    <a:lnTo>
                      <a:pt x="15393" y="24472"/>
                    </a:lnTo>
                    <a:lnTo>
                      <a:pt x="17832" y="25503"/>
                    </a:lnTo>
                    <a:lnTo>
                      <a:pt x="20372" y="26308"/>
                    </a:lnTo>
                    <a:lnTo>
                      <a:pt x="23013" y="26836"/>
                    </a:lnTo>
                    <a:lnTo>
                      <a:pt x="25754" y="27113"/>
                    </a:lnTo>
                    <a:lnTo>
                      <a:pt x="27163" y="27138"/>
                    </a:lnTo>
                    <a:lnTo>
                      <a:pt x="27138" y="25754"/>
                    </a:lnTo>
                    <a:lnTo>
                      <a:pt x="26861" y="23013"/>
                    </a:lnTo>
                    <a:lnTo>
                      <a:pt x="26308" y="20347"/>
                    </a:lnTo>
                    <a:lnTo>
                      <a:pt x="25528" y="17807"/>
                    </a:lnTo>
                    <a:lnTo>
                      <a:pt x="24497" y="15367"/>
                    </a:lnTo>
                    <a:lnTo>
                      <a:pt x="23239" y="13054"/>
                    </a:lnTo>
                    <a:lnTo>
                      <a:pt x="21781" y="10891"/>
                    </a:lnTo>
                    <a:lnTo>
                      <a:pt x="20121" y="8879"/>
                    </a:lnTo>
                    <a:lnTo>
                      <a:pt x="18285" y="7043"/>
                    </a:lnTo>
                    <a:lnTo>
                      <a:pt x="16273" y="5383"/>
                    </a:lnTo>
                    <a:lnTo>
                      <a:pt x="14085" y="3924"/>
                    </a:lnTo>
                    <a:lnTo>
                      <a:pt x="11796" y="2667"/>
                    </a:lnTo>
                    <a:lnTo>
                      <a:pt x="9357" y="1636"/>
                    </a:lnTo>
                    <a:lnTo>
                      <a:pt x="6791" y="831"/>
                    </a:lnTo>
                    <a:lnTo>
                      <a:pt x="4151" y="303"/>
                    </a:lnTo>
                    <a:lnTo>
                      <a:pt x="1409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9" name="Google Shape;3939;p36"/>
              <p:cNvSpPr/>
              <p:nvPr/>
            </p:nvSpPr>
            <p:spPr>
              <a:xfrm>
                <a:off x="4597175" y="4294175"/>
                <a:ext cx="569675" cy="569050"/>
              </a:xfrm>
              <a:custGeom>
                <a:rect b="b" l="l" r="r" t="t"/>
                <a:pathLst>
                  <a:path extrusionOk="0" h="22762" w="22787">
                    <a:moveTo>
                      <a:pt x="1" y="1"/>
                    </a:moveTo>
                    <a:lnTo>
                      <a:pt x="127" y="1133"/>
                    </a:lnTo>
                    <a:lnTo>
                      <a:pt x="529" y="3321"/>
                    </a:lnTo>
                    <a:lnTo>
                      <a:pt x="1107" y="5458"/>
                    </a:lnTo>
                    <a:lnTo>
                      <a:pt x="1862" y="7496"/>
                    </a:lnTo>
                    <a:lnTo>
                      <a:pt x="2792" y="9482"/>
                    </a:lnTo>
                    <a:lnTo>
                      <a:pt x="3874" y="11343"/>
                    </a:lnTo>
                    <a:lnTo>
                      <a:pt x="5131" y="13104"/>
                    </a:lnTo>
                    <a:lnTo>
                      <a:pt x="6515" y="14739"/>
                    </a:lnTo>
                    <a:lnTo>
                      <a:pt x="8024" y="16273"/>
                    </a:lnTo>
                    <a:lnTo>
                      <a:pt x="9684" y="17656"/>
                    </a:lnTo>
                    <a:lnTo>
                      <a:pt x="11444" y="18888"/>
                    </a:lnTo>
                    <a:lnTo>
                      <a:pt x="13305" y="19970"/>
                    </a:lnTo>
                    <a:lnTo>
                      <a:pt x="15267" y="20926"/>
                    </a:lnTo>
                    <a:lnTo>
                      <a:pt x="17329" y="21680"/>
                    </a:lnTo>
                    <a:lnTo>
                      <a:pt x="19442" y="22259"/>
                    </a:lnTo>
                    <a:lnTo>
                      <a:pt x="21655" y="22661"/>
                    </a:lnTo>
                    <a:lnTo>
                      <a:pt x="22787" y="22762"/>
                    </a:lnTo>
                    <a:lnTo>
                      <a:pt x="22787" y="22762"/>
                    </a:lnTo>
                    <a:lnTo>
                      <a:pt x="22661" y="21630"/>
                    </a:lnTo>
                    <a:lnTo>
                      <a:pt x="22284" y="19442"/>
                    </a:lnTo>
                    <a:lnTo>
                      <a:pt x="21680" y="17304"/>
                    </a:lnTo>
                    <a:lnTo>
                      <a:pt x="20926" y="15242"/>
                    </a:lnTo>
                    <a:lnTo>
                      <a:pt x="19995" y="13280"/>
                    </a:lnTo>
                    <a:lnTo>
                      <a:pt x="18914" y="11419"/>
                    </a:lnTo>
                    <a:lnTo>
                      <a:pt x="17656" y="9658"/>
                    </a:lnTo>
                    <a:lnTo>
                      <a:pt x="16273" y="8024"/>
                    </a:lnTo>
                    <a:lnTo>
                      <a:pt x="14764" y="6490"/>
                    </a:lnTo>
                    <a:lnTo>
                      <a:pt x="13104" y="5106"/>
                    </a:lnTo>
                    <a:lnTo>
                      <a:pt x="11343" y="3874"/>
                    </a:lnTo>
                    <a:lnTo>
                      <a:pt x="9482" y="2767"/>
                    </a:lnTo>
                    <a:lnTo>
                      <a:pt x="7521" y="1837"/>
                    </a:lnTo>
                    <a:lnTo>
                      <a:pt x="5484" y="1082"/>
                    </a:lnTo>
                    <a:lnTo>
                      <a:pt x="3346" y="504"/>
                    </a:lnTo>
                    <a:lnTo>
                      <a:pt x="113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0" name="Google Shape;3940;p36"/>
            <p:cNvSpPr/>
            <p:nvPr/>
          </p:nvSpPr>
          <p:spPr>
            <a:xfrm rot="-5400000">
              <a:off x="2567592" y="-8932"/>
              <a:ext cx="741916" cy="741749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36"/>
            <p:cNvSpPr/>
            <p:nvPr/>
          </p:nvSpPr>
          <p:spPr>
            <a:xfrm rot="-5400000">
              <a:off x="2567592" y="308770"/>
              <a:ext cx="424213" cy="424047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42" name="Google Shape;3942;p36"/>
            <p:cNvGrpSpPr/>
            <p:nvPr/>
          </p:nvGrpSpPr>
          <p:grpSpPr>
            <a:xfrm>
              <a:off x="1097349" y="-8118"/>
              <a:ext cx="737236" cy="744252"/>
              <a:chOff x="2715274" y="3858064"/>
              <a:chExt cx="1285952" cy="1285632"/>
            </a:xfrm>
          </p:grpSpPr>
          <p:sp>
            <p:nvSpPr>
              <p:cNvPr id="3943" name="Google Shape;3943;p36"/>
              <p:cNvSpPr/>
              <p:nvPr/>
            </p:nvSpPr>
            <p:spPr>
              <a:xfrm>
                <a:off x="2715274" y="3858064"/>
                <a:ext cx="1285952" cy="1285632"/>
              </a:xfrm>
              <a:custGeom>
                <a:rect b="b" l="l" r="r" t="t"/>
                <a:pathLst>
                  <a:path extrusionOk="0" h="40176" w="40186">
                    <a:moveTo>
                      <a:pt x="39150" y="0"/>
                    </a:moveTo>
                    <a:lnTo>
                      <a:pt x="37096" y="107"/>
                    </a:lnTo>
                    <a:lnTo>
                      <a:pt x="35069" y="313"/>
                    </a:lnTo>
                    <a:lnTo>
                      <a:pt x="33068" y="616"/>
                    </a:lnTo>
                    <a:lnTo>
                      <a:pt x="31113" y="1018"/>
                    </a:lnTo>
                    <a:lnTo>
                      <a:pt x="29184" y="1518"/>
                    </a:lnTo>
                    <a:lnTo>
                      <a:pt x="27299" y="2099"/>
                    </a:lnTo>
                    <a:lnTo>
                      <a:pt x="25451" y="2777"/>
                    </a:lnTo>
                    <a:lnTo>
                      <a:pt x="23647" y="3545"/>
                    </a:lnTo>
                    <a:lnTo>
                      <a:pt x="21888" y="4385"/>
                    </a:lnTo>
                    <a:lnTo>
                      <a:pt x="20182" y="5313"/>
                    </a:lnTo>
                    <a:lnTo>
                      <a:pt x="18530" y="6323"/>
                    </a:lnTo>
                    <a:lnTo>
                      <a:pt x="16923" y="7403"/>
                    </a:lnTo>
                    <a:lnTo>
                      <a:pt x="15378" y="8564"/>
                    </a:lnTo>
                    <a:lnTo>
                      <a:pt x="13887" y="9787"/>
                    </a:lnTo>
                    <a:lnTo>
                      <a:pt x="12458" y="11091"/>
                    </a:lnTo>
                    <a:lnTo>
                      <a:pt x="11100" y="12448"/>
                    </a:lnTo>
                    <a:lnTo>
                      <a:pt x="9797" y="13877"/>
                    </a:lnTo>
                    <a:lnTo>
                      <a:pt x="8573" y="15369"/>
                    </a:lnTo>
                    <a:lnTo>
                      <a:pt x="7412" y="16913"/>
                    </a:lnTo>
                    <a:lnTo>
                      <a:pt x="6332" y="18521"/>
                    </a:lnTo>
                    <a:lnTo>
                      <a:pt x="5323" y="20173"/>
                    </a:lnTo>
                    <a:lnTo>
                      <a:pt x="4394" y="21879"/>
                    </a:lnTo>
                    <a:lnTo>
                      <a:pt x="3555" y="23638"/>
                    </a:lnTo>
                    <a:lnTo>
                      <a:pt x="2787" y="25442"/>
                    </a:lnTo>
                    <a:lnTo>
                      <a:pt x="2108" y="27290"/>
                    </a:lnTo>
                    <a:lnTo>
                      <a:pt x="1528" y="29174"/>
                    </a:lnTo>
                    <a:lnTo>
                      <a:pt x="1027" y="31103"/>
                    </a:lnTo>
                    <a:lnTo>
                      <a:pt x="626" y="33059"/>
                    </a:lnTo>
                    <a:lnTo>
                      <a:pt x="322" y="35059"/>
                    </a:lnTo>
                    <a:lnTo>
                      <a:pt x="117" y="37086"/>
                    </a:lnTo>
                    <a:lnTo>
                      <a:pt x="9" y="39140"/>
                    </a:lnTo>
                    <a:lnTo>
                      <a:pt x="1" y="40176"/>
                    </a:lnTo>
                    <a:lnTo>
                      <a:pt x="40185" y="40176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FAB7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36"/>
              <p:cNvSpPr/>
              <p:nvPr/>
            </p:nvSpPr>
            <p:spPr>
              <a:xfrm>
                <a:off x="3289066" y="4438704"/>
                <a:ext cx="434688" cy="430112"/>
              </a:xfrm>
              <a:custGeom>
                <a:rect b="b" l="l" r="r" t="t"/>
                <a:pathLst>
                  <a:path extrusionOk="0" h="13441" w="13584">
                    <a:moveTo>
                      <a:pt x="11637" y="1"/>
                    </a:moveTo>
                    <a:lnTo>
                      <a:pt x="8824" y="4859"/>
                    </a:lnTo>
                    <a:lnTo>
                      <a:pt x="3412" y="3403"/>
                    </a:lnTo>
                    <a:lnTo>
                      <a:pt x="3412" y="3403"/>
                    </a:lnTo>
                    <a:lnTo>
                      <a:pt x="4859" y="8815"/>
                    </a:lnTo>
                    <a:lnTo>
                      <a:pt x="1" y="11628"/>
                    </a:lnTo>
                    <a:lnTo>
                      <a:pt x="3144" y="13440"/>
                    </a:lnTo>
                    <a:lnTo>
                      <a:pt x="3546" y="12655"/>
                    </a:lnTo>
                    <a:lnTo>
                      <a:pt x="4448" y="11145"/>
                    </a:lnTo>
                    <a:lnTo>
                      <a:pt x="5466" y="9725"/>
                    </a:lnTo>
                    <a:lnTo>
                      <a:pt x="6600" y="8395"/>
                    </a:lnTo>
                    <a:lnTo>
                      <a:pt x="7207" y="7779"/>
                    </a:lnTo>
                    <a:lnTo>
                      <a:pt x="7556" y="7430"/>
                    </a:lnTo>
                    <a:lnTo>
                      <a:pt x="8270" y="6779"/>
                    </a:lnTo>
                    <a:lnTo>
                      <a:pt x="9011" y="6162"/>
                    </a:lnTo>
                    <a:lnTo>
                      <a:pt x="9788" y="5573"/>
                    </a:lnTo>
                    <a:lnTo>
                      <a:pt x="10592" y="5019"/>
                    </a:lnTo>
                    <a:lnTo>
                      <a:pt x="11413" y="4501"/>
                    </a:lnTo>
                    <a:lnTo>
                      <a:pt x="12262" y="4019"/>
                    </a:lnTo>
                    <a:lnTo>
                      <a:pt x="13137" y="3582"/>
                    </a:lnTo>
                    <a:lnTo>
                      <a:pt x="13583" y="3376"/>
                    </a:lnTo>
                    <a:lnTo>
                      <a:pt x="11637" y="1"/>
                    </a:lnTo>
                    <a:close/>
                  </a:path>
                </a:pathLst>
              </a:custGeom>
              <a:solidFill>
                <a:srgbClr val="A318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36"/>
              <p:cNvSpPr/>
              <p:nvPr/>
            </p:nvSpPr>
            <p:spPr>
              <a:xfrm>
                <a:off x="3317930" y="4460432"/>
                <a:ext cx="683296" cy="683264"/>
              </a:xfrm>
              <a:custGeom>
                <a:rect b="b" l="l" r="r" t="t"/>
                <a:pathLst>
                  <a:path extrusionOk="0" h="21352" w="21353">
                    <a:moveTo>
                      <a:pt x="21352" y="0"/>
                    </a:moveTo>
                    <a:lnTo>
                      <a:pt x="20799" y="9"/>
                    </a:lnTo>
                    <a:lnTo>
                      <a:pt x="19709" y="63"/>
                    </a:lnTo>
                    <a:lnTo>
                      <a:pt x="18629" y="170"/>
                    </a:lnTo>
                    <a:lnTo>
                      <a:pt x="17575" y="331"/>
                    </a:lnTo>
                    <a:lnTo>
                      <a:pt x="16530" y="545"/>
                    </a:lnTo>
                    <a:lnTo>
                      <a:pt x="15503" y="813"/>
                    </a:lnTo>
                    <a:lnTo>
                      <a:pt x="14503" y="1117"/>
                    </a:lnTo>
                    <a:lnTo>
                      <a:pt x="13521" y="1483"/>
                    </a:lnTo>
                    <a:lnTo>
                      <a:pt x="12565" y="1885"/>
                    </a:lnTo>
                    <a:lnTo>
                      <a:pt x="11628" y="2331"/>
                    </a:lnTo>
                    <a:lnTo>
                      <a:pt x="10726" y="2831"/>
                    </a:lnTo>
                    <a:lnTo>
                      <a:pt x="9842" y="3367"/>
                    </a:lnTo>
                    <a:lnTo>
                      <a:pt x="8993" y="3939"/>
                    </a:lnTo>
                    <a:lnTo>
                      <a:pt x="8172" y="4555"/>
                    </a:lnTo>
                    <a:lnTo>
                      <a:pt x="7377" y="5207"/>
                    </a:lnTo>
                    <a:lnTo>
                      <a:pt x="6618" y="5894"/>
                    </a:lnTo>
                    <a:lnTo>
                      <a:pt x="5895" y="6618"/>
                    </a:lnTo>
                    <a:lnTo>
                      <a:pt x="5207" y="7377"/>
                    </a:lnTo>
                    <a:lnTo>
                      <a:pt x="4555" y="8171"/>
                    </a:lnTo>
                    <a:lnTo>
                      <a:pt x="3939" y="8993"/>
                    </a:lnTo>
                    <a:lnTo>
                      <a:pt x="3367" y="9841"/>
                    </a:lnTo>
                    <a:lnTo>
                      <a:pt x="2832" y="10725"/>
                    </a:lnTo>
                    <a:lnTo>
                      <a:pt x="2332" y="11627"/>
                    </a:lnTo>
                    <a:lnTo>
                      <a:pt x="1885" y="12565"/>
                    </a:lnTo>
                    <a:lnTo>
                      <a:pt x="1483" y="13520"/>
                    </a:lnTo>
                    <a:lnTo>
                      <a:pt x="1126" y="14503"/>
                    </a:lnTo>
                    <a:lnTo>
                      <a:pt x="813" y="15503"/>
                    </a:lnTo>
                    <a:lnTo>
                      <a:pt x="546" y="16530"/>
                    </a:lnTo>
                    <a:lnTo>
                      <a:pt x="331" y="17575"/>
                    </a:lnTo>
                    <a:lnTo>
                      <a:pt x="171" y="18628"/>
                    </a:lnTo>
                    <a:lnTo>
                      <a:pt x="63" y="19709"/>
                    </a:lnTo>
                    <a:lnTo>
                      <a:pt x="10" y="20798"/>
                    </a:lnTo>
                    <a:lnTo>
                      <a:pt x="1" y="21352"/>
                    </a:lnTo>
                    <a:lnTo>
                      <a:pt x="21352" y="21352"/>
                    </a:lnTo>
                    <a:lnTo>
                      <a:pt x="21352" y="0"/>
                    </a:lnTo>
                    <a:close/>
                  </a:path>
                </a:pathLst>
              </a:custGeom>
              <a:solidFill>
                <a:srgbClr val="2336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6" name="Google Shape;3946;p36"/>
            <p:cNvSpPr/>
            <p:nvPr/>
          </p:nvSpPr>
          <p:spPr>
            <a:xfrm>
              <a:off x="2210727" y="949416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0" y="1"/>
                  </a:moveTo>
                  <a:lnTo>
                    <a:pt x="0" y="4234"/>
                  </a:lnTo>
                  <a:lnTo>
                    <a:pt x="205" y="4010"/>
                  </a:lnTo>
                  <a:lnTo>
                    <a:pt x="536" y="3510"/>
                  </a:lnTo>
                  <a:lnTo>
                    <a:pt x="759" y="2974"/>
                  </a:lnTo>
                  <a:lnTo>
                    <a:pt x="866" y="2403"/>
                  </a:lnTo>
                  <a:lnTo>
                    <a:pt x="875" y="2117"/>
                  </a:lnTo>
                  <a:lnTo>
                    <a:pt x="1081" y="2314"/>
                  </a:lnTo>
                  <a:lnTo>
                    <a:pt x="1563" y="2635"/>
                  </a:lnTo>
                  <a:lnTo>
                    <a:pt x="2099" y="2867"/>
                  </a:lnTo>
                  <a:lnTo>
                    <a:pt x="2679" y="2983"/>
                  </a:lnTo>
                  <a:lnTo>
                    <a:pt x="2983" y="2992"/>
                  </a:lnTo>
                  <a:lnTo>
                    <a:pt x="2974" y="2689"/>
                  </a:lnTo>
                  <a:lnTo>
                    <a:pt x="2858" y="2108"/>
                  </a:lnTo>
                  <a:lnTo>
                    <a:pt x="2625" y="1572"/>
                  </a:lnTo>
                  <a:lnTo>
                    <a:pt x="2304" y="1090"/>
                  </a:lnTo>
                  <a:lnTo>
                    <a:pt x="2107" y="885"/>
                  </a:lnTo>
                  <a:lnTo>
                    <a:pt x="2393" y="876"/>
                  </a:lnTo>
                  <a:lnTo>
                    <a:pt x="2965" y="769"/>
                  </a:lnTo>
                  <a:lnTo>
                    <a:pt x="3501" y="545"/>
                  </a:lnTo>
                  <a:lnTo>
                    <a:pt x="4001" y="215"/>
                  </a:lnTo>
                  <a:lnTo>
                    <a:pt x="4224" y="10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6"/>
            <p:cNvSpPr/>
            <p:nvPr/>
          </p:nvSpPr>
          <p:spPr>
            <a:xfrm>
              <a:off x="2133404" y="872093"/>
              <a:ext cx="77314" cy="77332"/>
            </a:xfrm>
            <a:custGeom>
              <a:rect b="b" l="l" r="r" t="t"/>
              <a:pathLst>
                <a:path extrusionOk="0" h="4216" w="4215">
                  <a:moveTo>
                    <a:pt x="4215" y="1"/>
                  </a:moveTo>
                  <a:lnTo>
                    <a:pt x="4001" y="224"/>
                  </a:lnTo>
                  <a:lnTo>
                    <a:pt x="3679" y="724"/>
                  </a:lnTo>
                  <a:lnTo>
                    <a:pt x="3456" y="1260"/>
                  </a:lnTo>
                  <a:lnTo>
                    <a:pt x="3349" y="1831"/>
                  </a:lnTo>
                  <a:lnTo>
                    <a:pt x="3340" y="2117"/>
                  </a:lnTo>
                  <a:lnTo>
                    <a:pt x="3134" y="1921"/>
                  </a:lnTo>
                  <a:lnTo>
                    <a:pt x="2652" y="1599"/>
                  </a:lnTo>
                  <a:lnTo>
                    <a:pt x="2116" y="1367"/>
                  </a:lnTo>
                  <a:lnTo>
                    <a:pt x="1536" y="1251"/>
                  </a:lnTo>
                  <a:lnTo>
                    <a:pt x="1232" y="1242"/>
                  </a:lnTo>
                  <a:lnTo>
                    <a:pt x="1241" y="1546"/>
                  </a:lnTo>
                  <a:lnTo>
                    <a:pt x="1357" y="2126"/>
                  </a:lnTo>
                  <a:lnTo>
                    <a:pt x="1590" y="2662"/>
                  </a:lnTo>
                  <a:lnTo>
                    <a:pt x="1911" y="3144"/>
                  </a:lnTo>
                  <a:lnTo>
                    <a:pt x="2099" y="3350"/>
                  </a:lnTo>
                  <a:lnTo>
                    <a:pt x="1822" y="3358"/>
                  </a:lnTo>
                  <a:lnTo>
                    <a:pt x="1259" y="3466"/>
                  </a:lnTo>
                  <a:lnTo>
                    <a:pt x="723" y="3689"/>
                  </a:lnTo>
                  <a:lnTo>
                    <a:pt x="223" y="4010"/>
                  </a:lnTo>
                  <a:lnTo>
                    <a:pt x="0" y="4216"/>
                  </a:lnTo>
                  <a:lnTo>
                    <a:pt x="4215" y="421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6"/>
            <p:cNvSpPr/>
            <p:nvPr/>
          </p:nvSpPr>
          <p:spPr>
            <a:xfrm>
              <a:off x="2133239" y="949416"/>
              <a:ext cx="77479" cy="77662"/>
            </a:xfrm>
            <a:custGeom>
              <a:rect b="b" l="l" r="r" t="t"/>
              <a:pathLst>
                <a:path extrusionOk="0" h="4234" w="4224">
                  <a:moveTo>
                    <a:pt x="9" y="1"/>
                  </a:moveTo>
                  <a:lnTo>
                    <a:pt x="0" y="10"/>
                  </a:lnTo>
                  <a:lnTo>
                    <a:pt x="223" y="215"/>
                  </a:lnTo>
                  <a:lnTo>
                    <a:pt x="723" y="545"/>
                  </a:lnTo>
                  <a:lnTo>
                    <a:pt x="1259" y="769"/>
                  </a:lnTo>
                  <a:lnTo>
                    <a:pt x="1822" y="876"/>
                  </a:lnTo>
                  <a:lnTo>
                    <a:pt x="2108" y="885"/>
                  </a:lnTo>
                  <a:lnTo>
                    <a:pt x="1920" y="1090"/>
                  </a:lnTo>
                  <a:lnTo>
                    <a:pt x="1599" y="1572"/>
                  </a:lnTo>
                  <a:lnTo>
                    <a:pt x="1366" y="2108"/>
                  </a:lnTo>
                  <a:lnTo>
                    <a:pt x="1250" y="2689"/>
                  </a:lnTo>
                  <a:lnTo>
                    <a:pt x="1241" y="2992"/>
                  </a:lnTo>
                  <a:lnTo>
                    <a:pt x="1545" y="2983"/>
                  </a:lnTo>
                  <a:lnTo>
                    <a:pt x="2125" y="2867"/>
                  </a:lnTo>
                  <a:lnTo>
                    <a:pt x="2661" y="2635"/>
                  </a:lnTo>
                  <a:lnTo>
                    <a:pt x="3143" y="2314"/>
                  </a:lnTo>
                  <a:lnTo>
                    <a:pt x="3349" y="2117"/>
                  </a:lnTo>
                  <a:lnTo>
                    <a:pt x="3358" y="2403"/>
                  </a:lnTo>
                  <a:lnTo>
                    <a:pt x="3465" y="2974"/>
                  </a:lnTo>
                  <a:lnTo>
                    <a:pt x="3688" y="3510"/>
                  </a:lnTo>
                  <a:lnTo>
                    <a:pt x="4010" y="4010"/>
                  </a:lnTo>
                  <a:lnTo>
                    <a:pt x="4224" y="4234"/>
                  </a:lnTo>
                  <a:lnTo>
                    <a:pt x="42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6"/>
            <p:cNvSpPr/>
            <p:nvPr/>
          </p:nvSpPr>
          <p:spPr>
            <a:xfrm>
              <a:off x="2210727" y="872093"/>
              <a:ext cx="77167" cy="77332"/>
            </a:xfrm>
            <a:custGeom>
              <a:rect b="b" l="l" r="r" t="t"/>
              <a:pathLst>
                <a:path extrusionOk="0" h="4216" w="4207">
                  <a:moveTo>
                    <a:pt x="0" y="1"/>
                  </a:moveTo>
                  <a:lnTo>
                    <a:pt x="0" y="4216"/>
                  </a:lnTo>
                  <a:lnTo>
                    <a:pt x="4206" y="4216"/>
                  </a:lnTo>
                  <a:lnTo>
                    <a:pt x="3983" y="4010"/>
                  </a:lnTo>
                  <a:lnTo>
                    <a:pt x="3492" y="3689"/>
                  </a:lnTo>
                  <a:lnTo>
                    <a:pt x="2956" y="3466"/>
                  </a:lnTo>
                  <a:lnTo>
                    <a:pt x="2393" y="3358"/>
                  </a:lnTo>
                  <a:lnTo>
                    <a:pt x="2107" y="3350"/>
                  </a:lnTo>
                  <a:lnTo>
                    <a:pt x="2304" y="3144"/>
                  </a:lnTo>
                  <a:lnTo>
                    <a:pt x="2625" y="2662"/>
                  </a:lnTo>
                  <a:lnTo>
                    <a:pt x="2858" y="2126"/>
                  </a:lnTo>
                  <a:lnTo>
                    <a:pt x="2974" y="1546"/>
                  </a:lnTo>
                  <a:lnTo>
                    <a:pt x="2983" y="1242"/>
                  </a:lnTo>
                  <a:lnTo>
                    <a:pt x="2679" y="1251"/>
                  </a:lnTo>
                  <a:lnTo>
                    <a:pt x="2099" y="1367"/>
                  </a:lnTo>
                  <a:lnTo>
                    <a:pt x="1563" y="1599"/>
                  </a:lnTo>
                  <a:lnTo>
                    <a:pt x="1081" y="1921"/>
                  </a:lnTo>
                  <a:lnTo>
                    <a:pt x="875" y="2117"/>
                  </a:lnTo>
                  <a:lnTo>
                    <a:pt x="866" y="1831"/>
                  </a:lnTo>
                  <a:lnTo>
                    <a:pt x="759" y="1260"/>
                  </a:lnTo>
                  <a:lnTo>
                    <a:pt x="536" y="724"/>
                  </a:lnTo>
                  <a:lnTo>
                    <a:pt x="205" y="2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36"/>
            <p:cNvSpPr/>
            <p:nvPr/>
          </p:nvSpPr>
          <p:spPr>
            <a:xfrm>
              <a:off x="2055420" y="794294"/>
              <a:ext cx="155288" cy="155123"/>
            </a:xfrm>
            <a:custGeom>
              <a:rect b="b" l="l" r="r" t="t"/>
              <a:pathLst>
                <a:path extrusionOk="0" h="8457" w="8466">
                  <a:moveTo>
                    <a:pt x="8466" y="0"/>
                  </a:moveTo>
                  <a:lnTo>
                    <a:pt x="5983" y="2474"/>
                  </a:lnTo>
                  <a:lnTo>
                    <a:pt x="2483" y="2474"/>
                  </a:lnTo>
                  <a:lnTo>
                    <a:pt x="2483" y="5983"/>
                  </a:lnTo>
                  <a:lnTo>
                    <a:pt x="0" y="8457"/>
                  </a:lnTo>
                  <a:lnTo>
                    <a:pt x="2090" y="8457"/>
                  </a:lnTo>
                  <a:lnTo>
                    <a:pt x="3956" y="6590"/>
                  </a:lnTo>
                  <a:lnTo>
                    <a:pt x="3956" y="3956"/>
                  </a:lnTo>
                  <a:lnTo>
                    <a:pt x="6600" y="3956"/>
                  </a:lnTo>
                  <a:lnTo>
                    <a:pt x="8466" y="2090"/>
                  </a:lnTo>
                  <a:lnTo>
                    <a:pt x="84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36"/>
            <p:cNvSpPr/>
            <p:nvPr/>
          </p:nvSpPr>
          <p:spPr>
            <a:xfrm>
              <a:off x="2210727" y="949416"/>
              <a:ext cx="155123" cy="155306"/>
            </a:xfrm>
            <a:custGeom>
              <a:rect b="b" l="l" r="r" t="t"/>
              <a:pathLst>
                <a:path extrusionOk="0" h="8467" w="8457">
                  <a:moveTo>
                    <a:pt x="6367" y="1"/>
                  </a:moveTo>
                  <a:lnTo>
                    <a:pt x="4501" y="1867"/>
                  </a:lnTo>
                  <a:lnTo>
                    <a:pt x="4501" y="4510"/>
                  </a:lnTo>
                  <a:lnTo>
                    <a:pt x="1866" y="4510"/>
                  </a:lnTo>
                  <a:lnTo>
                    <a:pt x="0" y="6368"/>
                  </a:lnTo>
                  <a:lnTo>
                    <a:pt x="0" y="8466"/>
                  </a:lnTo>
                  <a:lnTo>
                    <a:pt x="2474" y="5984"/>
                  </a:lnTo>
                  <a:lnTo>
                    <a:pt x="5983" y="5984"/>
                  </a:lnTo>
                  <a:lnTo>
                    <a:pt x="5983" y="2483"/>
                  </a:lnTo>
                  <a:lnTo>
                    <a:pt x="84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36"/>
            <p:cNvSpPr/>
            <p:nvPr/>
          </p:nvSpPr>
          <p:spPr>
            <a:xfrm>
              <a:off x="2055420" y="949416"/>
              <a:ext cx="155288" cy="155306"/>
            </a:xfrm>
            <a:custGeom>
              <a:rect b="b" l="l" r="r" t="t"/>
              <a:pathLst>
                <a:path extrusionOk="0" h="8467" w="8466">
                  <a:moveTo>
                    <a:pt x="0" y="1"/>
                  </a:moveTo>
                  <a:lnTo>
                    <a:pt x="2483" y="2483"/>
                  </a:lnTo>
                  <a:lnTo>
                    <a:pt x="2483" y="5984"/>
                  </a:lnTo>
                  <a:lnTo>
                    <a:pt x="5983" y="5984"/>
                  </a:lnTo>
                  <a:lnTo>
                    <a:pt x="8466" y="8466"/>
                  </a:lnTo>
                  <a:lnTo>
                    <a:pt x="8466" y="6377"/>
                  </a:lnTo>
                  <a:lnTo>
                    <a:pt x="6600" y="4510"/>
                  </a:lnTo>
                  <a:lnTo>
                    <a:pt x="3956" y="4510"/>
                  </a:lnTo>
                  <a:lnTo>
                    <a:pt x="3956" y="186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36"/>
            <p:cNvSpPr/>
            <p:nvPr/>
          </p:nvSpPr>
          <p:spPr>
            <a:xfrm>
              <a:off x="2210727" y="794294"/>
              <a:ext cx="155123" cy="155123"/>
            </a:xfrm>
            <a:custGeom>
              <a:rect b="b" l="l" r="r" t="t"/>
              <a:pathLst>
                <a:path extrusionOk="0" h="8457" w="8457">
                  <a:moveTo>
                    <a:pt x="0" y="0"/>
                  </a:moveTo>
                  <a:lnTo>
                    <a:pt x="0" y="2090"/>
                  </a:lnTo>
                  <a:lnTo>
                    <a:pt x="1866" y="3956"/>
                  </a:lnTo>
                  <a:lnTo>
                    <a:pt x="4501" y="3956"/>
                  </a:lnTo>
                  <a:lnTo>
                    <a:pt x="4501" y="6590"/>
                  </a:lnTo>
                  <a:lnTo>
                    <a:pt x="6367" y="8457"/>
                  </a:lnTo>
                  <a:lnTo>
                    <a:pt x="8457" y="8457"/>
                  </a:lnTo>
                  <a:lnTo>
                    <a:pt x="5983" y="5983"/>
                  </a:lnTo>
                  <a:lnTo>
                    <a:pt x="5983" y="2474"/>
                  </a:lnTo>
                  <a:lnTo>
                    <a:pt x="2474" y="2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3"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5" name="Google Shape;3955;p37"/>
          <p:cNvGrpSpPr/>
          <p:nvPr/>
        </p:nvGrpSpPr>
        <p:grpSpPr>
          <a:xfrm flipH="1">
            <a:off x="189" y="735814"/>
            <a:ext cx="734434" cy="734434"/>
            <a:chOff x="3131575" y="2179075"/>
            <a:chExt cx="1357500" cy="1357500"/>
          </a:xfrm>
        </p:grpSpPr>
        <p:sp>
          <p:nvSpPr>
            <p:cNvPr id="3956" name="Google Shape;3956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1" name="Google Shape;3971;p37"/>
          <p:cNvGrpSpPr/>
          <p:nvPr/>
        </p:nvGrpSpPr>
        <p:grpSpPr>
          <a:xfrm flipH="1">
            <a:off x="183" y="-30"/>
            <a:ext cx="734434" cy="734434"/>
            <a:chOff x="1666575" y="729800"/>
            <a:chExt cx="1357500" cy="1357500"/>
          </a:xfrm>
        </p:grpSpPr>
        <p:sp>
          <p:nvSpPr>
            <p:cNvPr id="3972" name="Google Shape;3972;p3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2" name="Google Shape;3982;p37"/>
          <p:cNvGrpSpPr/>
          <p:nvPr/>
        </p:nvGrpSpPr>
        <p:grpSpPr>
          <a:xfrm flipH="1" rot="10800000">
            <a:off x="15" y="1471306"/>
            <a:ext cx="734763" cy="734580"/>
            <a:chOff x="7083054" y="4447889"/>
            <a:chExt cx="856966" cy="856753"/>
          </a:xfrm>
        </p:grpSpPr>
        <p:sp>
          <p:nvSpPr>
            <p:cNvPr id="3983" name="Google Shape;3983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6" name="Google Shape;3986;p37"/>
          <p:cNvGrpSpPr/>
          <p:nvPr/>
        </p:nvGrpSpPr>
        <p:grpSpPr>
          <a:xfrm flipH="1" rot="-5400000">
            <a:off x="734615" y="-94"/>
            <a:ext cx="734763" cy="734580"/>
            <a:chOff x="7083054" y="4447889"/>
            <a:chExt cx="856966" cy="856753"/>
          </a:xfrm>
        </p:grpSpPr>
        <p:sp>
          <p:nvSpPr>
            <p:cNvPr id="3987" name="Google Shape;3987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0" name="Google Shape;3990;p37"/>
          <p:cNvGrpSpPr/>
          <p:nvPr/>
        </p:nvGrpSpPr>
        <p:grpSpPr>
          <a:xfrm flipH="1">
            <a:off x="1469426" y="-79"/>
            <a:ext cx="734408" cy="734408"/>
            <a:chOff x="3131575" y="2179075"/>
            <a:chExt cx="1357500" cy="1357500"/>
          </a:xfrm>
        </p:grpSpPr>
        <p:sp>
          <p:nvSpPr>
            <p:cNvPr id="3991" name="Google Shape;3991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6" name="Google Shape;4006;p37"/>
          <p:cNvGrpSpPr/>
          <p:nvPr/>
        </p:nvGrpSpPr>
        <p:grpSpPr>
          <a:xfrm flipH="1">
            <a:off x="2395471" y="226725"/>
            <a:ext cx="280768" cy="280778"/>
            <a:chOff x="3474875" y="2523000"/>
            <a:chExt cx="670250" cy="670275"/>
          </a:xfrm>
        </p:grpSpPr>
        <p:sp>
          <p:nvSpPr>
            <p:cNvPr id="4007" name="Google Shape;4007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1" name="Google Shape;4011;p37"/>
          <p:cNvGrpSpPr/>
          <p:nvPr/>
        </p:nvGrpSpPr>
        <p:grpSpPr>
          <a:xfrm flipH="1">
            <a:off x="2867896" y="226725"/>
            <a:ext cx="280768" cy="280778"/>
            <a:chOff x="3474875" y="2523000"/>
            <a:chExt cx="670250" cy="670275"/>
          </a:xfrm>
        </p:grpSpPr>
        <p:sp>
          <p:nvSpPr>
            <p:cNvPr id="4012" name="Google Shape;4012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6" name="Google Shape;4016;p37"/>
          <p:cNvGrpSpPr/>
          <p:nvPr/>
        </p:nvGrpSpPr>
        <p:grpSpPr>
          <a:xfrm flipH="1" rot="10800000">
            <a:off x="8409340" y="3673147"/>
            <a:ext cx="734408" cy="734407"/>
            <a:chOff x="3131575" y="2179075"/>
            <a:chExt cx="1357500" cy="1357500"/>
          </a:xfrm>
        </p:grpSpPr>
        <p:sp>
          <p:nvSpPr>
            <p:cNvPr id="4017" name="Google Shape;4017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2" name="Google Shape;4032;p37"/>
          <p:cNvGrpSpPr/>
          <p:nvPr/>
        </p:nvGrpSpPr>
        <p:grpSpPr>
          <a:xfrm flipH="1" rot="10800000">
            <a:off x="8409375" y="4408963"/>
            <a:ext cx="734407" cy="734408"/>
            <a:chOff x="1666575" y="729800"/>
            <a:chExt cx="1357500" cy="1357500"/>
          </a:xfrm>
        </p:grpSpPr>
        <p:sp>
          <p:nvSpPr>
            <p:cNvPr id="4033" name="Google Shape;4033;p37"/>
            <p:cNvSpPr/>
            <p:nvPr/>
          </p:nvSpPr>
          <p:spPr>
            <a:xfrm>
              <a:off x="1666575" y="729800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1" y="0"/>
                  </a:moveTo>
                  <a:lnTo>
                    <a:pt x="1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7"/>
            <p:cNvSpPr/>
            <p:nvPr/>
          </p:nvSpPr>
          <p:spPr>
            <a:xfrm>
              <a:off x="2048850" y="947350"/>
              <a:ext cx="592950" cy="922400"/>
            </a:xfrm>
            <a:custGeom>
              <a:rect b="b" l="l" r="r" t="t"/>
              <a:pathLst>
                <a:path extrusionOk="0" h="36896" w="23718">
                  <a:moveTo>
                    <a:pt x="11846" y="0"/>
                  </a:moveTo>
                  <a:lnTo>
                    <a:pt x="11369" y="604"/>
                  </a:lnTo>
                  <a:lnTo>
                    <a:pt x="10513" y="1886"/>
                  </a:lnTo>
                  <a:lnTo>
                    <a:pt x="9809" y="3219"/>
                  </a:lnTo>
                  <a:lnTo>
                    <a:pt x="9231" y="4603"/>
                  </a:lnTo>
                  <a:lnTo>
                    <a:pt x="8828" y="6036"/>
                  </a:lnTo>
                  <a:lnTo>
                    <a:pt x="8552" y="7495"/>
                  </a:lnTo>
                  <a:lnTo>
                    <a:pt x="8426" y="8954"/>
                  </a:lnTo>
                  <a:lnTo>
                    <a:pt x="8451" y="10437"/>
                  </a:lnTo>
                  <a:lnTo>
                    <a:pt x="8527" y="11167"/>
                  </a:lnTo>
                  <a:lnTo>
                    <a:pt x="7848" y="10639"/>
                  </a:lnTo>
                  <a:lnTo>
                    <a:pt x="6590" y="10010"/>
                  </a:lnTo>
                  <a:lnTo>
                    <a:pt x="5660" y="9708"/>
                  </a:lnTo>
                  <a:lnTo>
                    <a:pt x="4603" y="9507"/>
                  </a:lnTo>
                  <a:lnTo>
                    <a:pt x="3446" y="9431"/>
                  </a:lnTo>
                  <a:lnTo>
                    <a:pt x="2164" y="9482"/>
                  </a:lnTo>
                  <a:lnTo>
                    <a:pt x="755" y="9708"/>
                  </a:lnTo>
                  <a:lnTo>
                    <a:pt x="1" y="9859"/>
                  </a:lnTo>
                  <a:lnTo>
                    <a:pt x="906" y="10261"/>
                  </a:lnTo>
                  <a:lnTo>
                    <a:pt x="2365" y="11242"/>
                  </a:lnTo>
                  <a:lnTo>
                    <a:pt x="3471" y="12399"/>
                  </a:lnTo>
                  <a:lnTo>
                    <a:pt x="4377" y="13657"/>
                  </a:lnTo>
                  <a:lnTo>
                    <a:pt x="5534" y="15568"/>
                  </a:lnTo>
                  <a:lnTo>
                    <a:pt x="6842" y="17228"/>
                  </a:lnTo>
                  <a:lnTo>
                    <a:pt x="7973" y="18108"/>
                  </a:lnTo>
                  <a:lnTo>
                    <a:pt x="8652" y="18435"/>
                  </a:lnTo>
                  <a:lnTo>
                    <a:pt x="7973" y="18762"/>
                  </a:lnTo>
                  <a:lnTo>
                    <a:pt x="6842" y="19642"/>
                  </a:lnTo>
                  <a:lnTo>
                    <a:pt x="5534" y="21327"/>
                  </a:lnTo>
                  <a:lnTo>
                    <a:pt x="4377" y="23239"/>
                  </a:lnTo>
                  <a:lnTo>
                    <a:pt x="3471" y="24471"/>
                  </a:lnTo>
                  <a:lnTo>
                    <a:pt x="2365" y="25628"/>
                  </a:lnTo>
                  <a:lnTo>
                    <a:pt x="906" y="26634"/>
                  </a:lnTo>
                  <a:lnTo>
                    <a:pt x="1" y="27011"/>
                  </a:lnTo>
                  <a:lnTo>
                    <a:pt x="755" y="27187"/>
                  </a:lnTo>
                  <a:lnTo>
                    <a:pt x="2164" y="27389"/>
                  </a:lnTo>
                  <a:lnTo>
                    <a:pt x="3446" y="27464"/>
                  </a:lnTo>
                  <a:lnTo>
                    <a:pt x="4603" y="27389"/>
                  </a:lnTo>
                  <a:lnTo>
                    <a:pt x="5660" y="27187"/>
                  </a:lnTo>
                  <a:lnTo>
                    <a:pt x="6590" y="26860"/>
                  </a:lnTo>
                  <a:lnTo>
                    <a:pt x="7848" y="26257"/>
                  </a:lnTo>
                  <a:lnTo>
                    <a:pt x="8527" y="25704"/>
                  </a:lnTo>
                  <a:lnTo>
                    <a:pt x="8451" y="26458"/>
                  </a:lnTo>
                  <a:lnTo>
                    <a:pt x="8426" y="27917"/>
                  </a:lnTo>
                  <a:lnTo>
                    <a:pt x="8552" y="29401"/>
                  </a:lnTo>
                  <a:lnTo>
                    <a:pt x="8828" y="30859"/>
                  </a:lnTo>
                  <a:lnTo>
                    <a:pt x="9231" y="32293"/>
                  </a:lnTo>
                  <a:lnTo>
                    <a:pt x="9809" y="33676"/>
                  </a:lnTo>
                  <a:lnTo>
                    <a:pt x="10513" y="35009"/>
                  </a:lnTo>
                  <a:lnTo>
                    <a:pt x="11369" y="36292"/>
                  </a:lnTo>
                  <a:lnTo>
                    <a:pt x="11846" y="36895"/>
                  </a:lnTo>
                  <a:lnTo>
                    <a:pt x="12349" y="36292"/>
                  </a:lnTo>
                  <a:lnTo>
                    <a:pt x="13205" y="35009"/>
                  </a:lnTo>
                  <a:lnTo>
                    <a:pt x="13909" y="33676"/>
                  </a:lnTo>
                  <a:lnTo>
                    <a:pt x="14487" y="32293"/>
                  </a:lnTo>
                  <a:lnTo>
                    <a:pt x="14890" y="30859"/>
                  </a:lnTo>
                  <a:lnTo>
                    <a:pt x="15166" y="29401"/>
                  </a:lnTo>
                  <a:lnTo>
                    <a:pt x="15292" y="27917"/>
                  </a:lnTo>
                  <a:lnTo>
                    <a:pt x="15267" y="26458"/>
                  </a:lnTo>
                  <a:lnTo>
                    <a:pt x="15191" y="25704"/>
                  </a:lnTo>
                  <a:lnTo>
                    <a:pt x="15191" y="25704"/>
                  </a:lnTo>
                  <a:lnTo>
                    <a:pt x="15870" y="26257"/>
                  </a:lnTo>
                  <a:lnTo>
                    <a:pt x="17128" y="26860"/>
                  </a:lnTo>
                  <a:lnTo>
                    <a:pt x="18059" y="27187"/>
                  </a:lnTo>
                  <a:lnTo>
                    <a:pt x="19115" y="27389"/>
                  </a:lnTo>
                  <a:lnTo>
                    <a:pt x="20272" y="27464"/>
                  </a:lnTo>
                  <a:lnTo>
                    <a:pt x="21554" y="27389"/>
                  </a:lnTo>
                  <a:lnTo>
                    <a:pt x="22963" y="27187"/>
                  </a:lnTo>
                  <a:lnTo>
                    <a:pt x="23717" y="27011"/>
                  </a:lnTo>
                  <a:lnTo>
                    <a:pt x="22812" y="26634"/>
                  </a:lnTo>
                  <a:lnTo>
                    <a:pt x="21353" y="25628"/>
                  </a:lnTo>
                  <a:lnTo>
                    <a:pt x="20247" y="24471"/>
                  </a:lnTo>
                  <a:lnTo>
                    <a:pt x="19341" y="23239"/>
                  </a:lnTo>
                  <a:lnTo>
                    <a:pt x="18184" y="21327"/>
                  </a:lnTo>
                  <a:lnTo>
                    <a:pt x="16876" y="19642"/>
                  </a:lnTo>
                  <a:lnTo>
                    <a:pt x="15745" y="18762"/>
                  </a:lnTo>
                  <a:lnTo>
                    <a:pt x="15066" y="18435"/>
                  </a:lnTo>
                  <a:lnTo>
                    <a:pt x="15745" y="18108"/>
                  </a:lnTo>
                  <a:lnTo>
                    <a:pt x="16876" y="17228"/>
                  </a:lnTo>
                  <a:lnTo>
                    <a:pt x="18184" y="15568"/>
                  </a:lnTo>
                  <a:lnTo>
                    <a:pt x="19341" y="13657"/>
                  </a:lnTo>
                  <a:lnTo>
                    <a:pt x="20247" y="12399"/>
                  </a:lnTo>
                  <a:lnTo>
                    <a:pt x="21353" y="11242"/>
                  </a:lnTo>
                  <a:lnTo>
                    <a:pt x="22812" y="10261"/>
                  </a:lnTo>
                  <a:lnTo>
                    <a:pt x="23717" y="9859"/>
                  </a:lnTo>
                  <a:lnTo>
                    <a:pt x="22963" y="9708"/>
                  </a:lnTo>
                  <a:lnTo>
                    <a:pt x="21554" y="9482"/>
                  </a:lnTo>
                  <a:lnTo>
                    <a:pt x="20272" y="9431"/>
                  </a:lnTo>
                  <a:lnTo>
                    <a:pt x="19115" y="9507"/>
                  </a:lnTo>
                  <a:lnTo>
                    <a:pt x="18059" y="9708"/>
                  </a:lnTo>
                  <a:lnTo>
                    <a:pt x="17128" y="10010"/>
                  </a:lnTo>
                  <a:lnTo>
                    <a:pt x="15870" y="10639"/>
                  </a:lnTo>
                  <a:lnTo>
                    <a:pt x="15191" y="11167"/>
                  </a:lnTo>
                  <a:lnTo>
                    <a:pt x="15267" y="10437"/>
                  </a:lnTo>
                  <a:lnTo>
                    <a:pt x="15292" y="8954"/>
                  </a:lnTo>
                  <a:lnTo>
                    <a:pt x="15166" y="7495"/>
                  </a:lnTo>
                  <a:lnTo>
                    <a:pt x="14890" y="6036"/>
                  </a:lnTo>
                  <a:lnTo>
                    <a:pt x="14487" y="4603"/>
                  </a:lnTo>
                  <a:lnTo>
                    <a:pt x="13909" y="3219"/>
                  </a:lnTo>
                  <a:lnTo>
                    <a:pt x="13205" y="1886"/>
                  </a:lnTo>
                  <a:lnTo>
                    <a:pt x="12349" y="604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7"/>
            <p:cNvSpPr/>
            <p:nvPr/>
          </p:nvSpPr>
          <p:spPr>
            <a:xfrm>
              <a:off x="16665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8577" y="1"/>
                  </a:moveTo>
                  <a:lnTo>
                    <a:pt x="8174" y="906"/>
                  </a:lnTo>
                  <a:lnTo>
                    <a:pt x="7193" y="2365"/>
                  </a:lnTo>
                  <a:lnTo>
                    <a:pt x="6037" y="3471"/>
                  </a:lnTo>
                  <a:lnTo>
                    <a:pt x="4779" y="4377"/>
                  </a:lnTo>
                  <a:lnTo>
                    <a:pt x="2868" y="5534"/>
                  </a:lnTo>
                  <a:lnTo>
                    <a:pt x="1208" y="6841"/>
                  </a:lnTo>
                  <a:lnTo>
                    <a:pt x="328" y="7973"/>
                  </a:lnTo>
                  <a:lnTo>
                    <a:pt x="1" y="8652"/>
                  </a:lnTo>
                  <a:lnTo>
                    <a:pt x="1" y="15040"/>
                  </a:lnTo>
                  <a:lnTo>
                    <a:pt x="328" y="15744"/>
                  </a:lnTo>
                  <a:lnTo>
                    <a:pt x="1208" y="16876"/>
                  </a:lnTo>
                  <a:lnTo>
                    <a:pt x="2868" y="18159"/>
                  </a:lnTo>
                  <a:lnTo>
                    <a:pt x="4779" y="19341"/>
                  </a:lnTo>
                  <a:lnTo>
                    <a:pt x="6037" y="20221"/>
                  </a:lnTo>
                  <a:lnTo>
                    <a:pt x="7193" y="21353"/>
                  </a:lnTo>
                  <a:lnTo>
                    <a:pt x="8174" y="22812"/>
                  </a:lnTo>
                  <a:lnTo>
                    <a:pt x="8577" y="23692"/>
                  </a:lnTo>
                  <a:lnTo>
                    <a:pt x="8753" y="22937"/>
                  </a:lnTo>
                  <a:lnTo>
                    <a:pt x="8954" y="21554"/>
                  </a:lnTo>
                  <a:lnTo>
                    <a:pt x="9004" y="20271"/>
                  </a:lnTo>
                  <a:lnTo>
                    <a:pt x="8929" y="19115"/>
                  </a:lnTo>
                  <a:lnTo>
                    <a:pt x="8728" y="18058"/>
                  </a:lnTo>
                  <a:lnTo>
                    <a:pt x="8426" y="17103"/>
                  </a:lnTo>
                  <a:lnTo>
                    <a:pt x="7797" y="15870"/>
                  </a:lnTo>
                  <a:lnTo>
                    <a:pt x="7269" y="15191"/>
                  </a:lnTo>
                  <a:lnTo>
                    <a:pt x="7998" y="15267"/>
                  </a:lnTo>
                  <a:lnTo>
                    <a:pt x="9482" y="15292"/>
                  </a:lnTo>
                  <a:lnTo>
                    <a:pt x="10966" y="15166"/>
                  </a:lnTo>
                  <a:lnTo>
                    <a:pt x="12400" y="14889"/>
                  </a:lnTo>
                  <a:lnTo>
                    <a:pt x="13833" y="14487"/>
                  </a:lnTo>
                  <a:lnTo>
                    <a:pt x="15241" y="13908"/>
                  </a:lnTo>
                  <a:lnTo>
                    <a:pt x="16574" y="13204"/>
                  </a:lnTo>
                  <a:lnTo>
                    <a:pt x="17832" y="12349"/>
                  </a:lnTo>
                  <a:lnTo>
                    <a:pt x="18436" y="11846"/>
                  </a:lnTo>
                  <a:lnTo>
                    <a:pt x="17832" y="11368"/>
                  </a:lnTo>
                  <a:lnTo>
                    <a:pt x="16574" y="10513"/>
                  </a:lnTo>
                  <a:lnTo>
                    <a:pt x="15241" y="9784"/>
                  </a:lnTo>
                  <a:lnTo>
                    <a:pt x="13833" y="9231"/>
                  </a:lnTo>
                  <a:lnTo>
                    <a:pt x="12400" y="8803"/>
                  </a:lnTo>
                  <a:lnTo>
                    <a:pt x="10966" y="8552"/>
                  </a:lnTo>
                  <a:lnTo>
                    <a:pt x="9482" y="8426"/>
                  </a:lnTo>
                  <a:lnTo>
                    <a:pt x="7998" y="8451"/>
                  </a:lnTo>
                  <a:lnTo>
                    <a:pt x="7269" y="8526"/>
                  </a:lnTo>
                  <a:lnTo>
                    <a:pt x="7269" y="8526"/>
                  </a:lnTo>
                  <a:lnTo>
                    <a:pt x="7797" y="7822"/>
                  </a:lnTo>
                  <a:lnTo>
                    <a:pt x="8426" y="6590"/>
                  </a:lnTo>
                  <a:lnTo>
                    <a:pt x="8728" y="5659"/>
                  </a:lnTo>
                  <a:lnTo>
                    <a:pt x="8929" y="4603"/>
                  </a:lnTo>
                  <a:lnTo>
                    <a:pt x="9004" y="3446"/>
                  </a:lnTo>
                  <a:lnTo>
                    <a:pt x="8954" y="2163"/>
                  </a:lnTo>
                  <a:lnTo>
                    <a:pt x="8753" y="755"/>
                  </a:lnTo>
                  <a:lnTo>
                    <a:pt x="8577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7"/>
            <p:cNvSpPr/>
            <p:nvPr/>
          </p:nvSpPr>
          <p:spPr>
            <a:xfrm>
              <a:off x="2563175" y="1112075"/>
              <a:ext cx="460900" cy="592300"/>
            </a:xfrm>
            <a:custGeom>
              <a:rect b="b" l="l" r="r" t="t"/>
              <a:pathLst>
                <a:path extrusionOk="0" h="23692" w="18436">
                  <a:moveTo>
                    <a:pt x="9859" y="1"/>
                  </a:moveTo>
                  <a:lnTo>
                    <a:pt x="9683" y="755"/>
                  </a:lnTo>
                  <a:lnTo>
                    <a:pt x="9482" y="2163"/>
                  </a:lnTo>
                  <a:lnTo>
                    <a:pt x="9432" y="3446"/>
                  </a:lnTo>
                  <a:lnTo>
                    <a:pt x="9507" y="4603"/>
                  </a:lnTo>
                  <a:lnTo>
                    <a:pt x="9708" y="5659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26"/>
                  </a:lnTo>
                  <a:lnTo>
                    <a:pt x="11167" y="8526"/>
                  </a:lnTo>
                  <a:lnTo>
                    <a:pt x="10438" y="8451"/>
                  </a:lnTo>
                  <a:lnTo>
                    <a:pt x="8954" y="8426"/>
                  </a:lnTo>
                  <a:lnTo>
                    <a:pt x="7470" y="8552"/>
                  </a:lnTo>
                  <a:lnTo>
                    <a:pt x="6011" y="8803"/>
                  </a:lnTo>
                  <a:lnTo>
                    <a:pt x="4603" y="9231"/>
                  </a:lnTo>
                  <a:lnTo>
                    <a:pt x="3195" y="9784"/>
                  </a:lnTo>
                  <a:lnTo>
                    <a:pt x="1862" y="10513"/>
                  </a:lnTo>
                  <a:lnTo>
                    <a:pt x="604" y="11368"/>
                  </a:lnTo>
                  <a:lnTo>
                    <a:pt x="1" y="11846"/>
                  </a:lnTo>
                  <a:lnTo>
                    <a:pt x="604" y="12349"/>
                  </a:lnTo>
                  <a:lnTo>
                    <a:pt x="1862" y="13204"/>
                  </a:lnTo>
                  <a:lnTo>
                    <a:pt x="3195" y="13908"/>
                  </a:lnTo>
                  <a:lnTo>
                    <a:pt x="4603" y="14487"/>
                  </a:lnTo>
                  <a:lnTo>
                    <a:pt x="6011" y="14889"/>
                  </a:lnTo>
                  <a:lnTo>
                    <a:pt x="7470" y="15166"/>
                  </a:lnTo>
                  <a:lnTo>
                    <a:pt x="8954" y="15292"/>
                  </a:lnTo>
                  <a:lnTo>
                    <a:pt x="10438" y="15267"/>
                  </a:lnTo>
                  <a:lnTo>
                    <a:pt x="11167" y="15191"/>
                  </a:lnTo>
                  <a:lnTo>
                    <a:pt x="10639" y="15870"/>
                  </a:lnTo>
                  <a:lnTo>
                    <a:pt x="10010" y="17128"/>
                  </a:lnTo>
                  <a:lnTo>
                    <a:pt x="9708" y="18058"/>
                  </a:lnTo>
                  <a:lnTo>
                    <a:pt x="9507" y="19115"/>
                  </a:lnTo>
                  <a:lnTo>
                    <a:pt x="9432" y="20271"/>
                  </a:lnTo>
                  <a:lnTo>
                    <a:pt x="9482" y="21554"/>
                  </a:lnTo>
                  <a:lnTo>
                    <a:pt x="9683" y="22937"/>
                  </a:lnTo>
                  <a:lnTo>
                    <a:pt x="9859" y="23692"/>
                  </a:lnTo>
                  <a:lnTo>
                    <a:pt x="10262" y="22812"/>
                  </a:lnTo>
                  <a:lnTo>
                    <a:pt x="11243" y="21353"/>
                  </a:lnTo>
                  <a:lnTo>
                    <a:pt x="12399" y="20246"/>
                  </a:lnTo>
                  <a:lnTo>
                    <a:pt x="13657" y="19341"/>
                  </a:lnTo>
                  <a:lnTo>
                    <a:pt x="15568" y="18159"/>
                  </a:lnTo>
                  <a:lnTo>
                    <a:pt x="17228" y="16876"/>
                  </a:lnTo>
                  <a:lnTo>
                    <a:pt x="18109" y="15744"/>
                  </a:lnTo>
                  <a:lnTo>
                    <a:pt x="18435" y="15040"/>
                  </a:lnTo>
                  <a:lnTo>
                    <a:pt x="18435" y="8652"/>
                  </a:lnTo>
                  <a:lnTo>
                    <a:pt x="18109" y="7973"/>
                  </a:lnTo>
                  <a:lnTo>
                    <a:pt x="17228" y="6841"/>
                  </a:lnTo>
                  <a:lnTo>
                    <a:pt x="15568" y="5534"/>
                  </a:lnTo>
                  <a:lnTo>
                    <a:pt x="13657" y="4377"/>
                  </a:lnTo>
                  <a:lnTo>
                    <a:pt x="12399" y="3471"/>
                  </a:lnTo>
                  <a:lnTo>
                    <a:pt x="11243" y="2365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7"/>
            <p:cNvSpPr/>
            <p:nvPr/>
          </p:nvSpPr>
          <p:spPr>
            <a:xfrm>
              <a:off x="1666575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1" y="0"/>
                  </a:moveTo>
                  <a:lnTo>
                    <a:pt x="1" y="18435"/>
                  </a:lnTo>
                  <a:lnTo>
                    <a:pt x="478" y="17832"/>
                  </a:lnTo>
                  <a:lnTo>
                    <a:pt x="1334" y="16574"/>
                  </a:lnTo>
                  <a:lnTo>
                    <a:pt x="2063" y="15216"/>
                  </a:lnTo>
                  <a:lnTo>
                    <a:pt x="2616" y="13833"/>
                  </a:lnTo>
                  <a:lnTo>
                    <a:pt x="3044" y="12399"/>
                  </a:lnTo>
                  <a:lnTo>
                    <a:pt x="3295" y="10941"/>
                  </a:lnTo>
                  <a:lnTo>
                    <a:pt x="3421" y="9482"/>
                  </a:lnTo>
                  <a:lnTo>
                    <a:pt x="3396" y="7998"/>
                  </a:lnTo>
                  <a:lnTo>
                    <a:pt x="3346" y="7269"/>
                  </a:lnTo>
                  <a:lnTo>
                    <a:pt x="4025" y="7797"/>
                  </a:lnTo>
                  <a:lnTo>
                    <a:pt x="5257" y="8426"/>
                  </a:lnTo>
                  <a:lnTo>
                    <a:pt x="6213" y="8727"/>
                  </a:lnTo>
                  <a:lnTo>
                    <a:pt x="7244" y="8929"/>
                  </a:lnTo>
                  <a:lnTo>
                    <a:pt x="8401" y="9004"/>
                  </a:lnTo>
                  <a:lnTo>
                    <a:pt x="9683" y="8954"/>
                  </a:lnTo>
                  <a:lnTo>
                    <a:pt x="11092" y="8753"/>
                  </a:lnTo>
                  <a:lnTo>
                    <a:pt x="11846" y="8576"/>
                  </a:lnTo>
                  <a:lnTo>
                    <a:pt x="10941" y="8174"/>
                  </a:lnTo>
                  <a:lnTo>
                    <a:pt x="9482" y="7193"/>
                  </a:lnTo>
                  <a:lnTo>
                    <a:pt x="8376" y="6036"/>
                  </a:lnTo>
                  <a:lnTo>
                    <a:pt x="7470" y="4779"/>
                  </a:lnTo>
                  <a:lnTo>
                    <a:pt x="6313" y="2867"/>
                  </a:lnTo>
                  <a:lnTo>
                    <a:pt x="5005" y="1208"/>
                  </a:lnTo>
                  <a:lnTo>
                    <a:pt x="3899" y="327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7"/>
            <p:cNvSpPr/>
            <p:nvPr/>
          </p:nvSpPr>
          <p:spPr>
            <a:xfrm>
              <a:off x="2727900" y="729800"/>
              <a:ext cx="296175" cy="460900"/>
            </a:xfrm>
            <a:custGeom>
              <a:rect b="b" l="l" r="r" t="t"/>
              <a:pathLst>
                <a:path extrusionOk="0" h="18436" w="11847">
                  <a:moveTo>
                    <a:pt x="8652" y="0"/>
                  </a:moveTo>
                  <a:lnTo>
                    <a:pt x="7948" y="327"/>
                  </a:lnTo>
                  <a:lnTo>
                    <a:pt x="6842" y="1208"/>
                  </a:lnTo>
                  <a:lnTo>
                    <a:pt x="5534" y="2867"/>
                  </a:lnTo>
                  <a:lnTo>
                    <a:pt x="4377" y="4779"/>
                  </a:lnTo>
                  <a:lnTo>
                    <a:pt x="3472" y="6036"/>
                  </a:lnTo>
                  <a:lnTo>
                    <a:pt x="2340" y="7193"/>
                  </a:lnTo>
                  <a:lnTo>
                    <a:pt x="906" y="8174"/>
                  </a:lnTo>
                  <a:lnTo>
                    <a:pt x="1" y="8576"/>
                  </a:lnTo>
                  <a:lnTo>
                    <a:pt x="755" y="8727"/>
                  </a:lnTo>
                  <a:lnTo>
                    <a:pt x="2164" y="8954"/>
                  </a:lnTo>
                  <a:lnTo>
                    <a:pt x="3446" y="9004"/>
                  </a:lnTo>
                  <a:lnTo>
                    <a:pt x="4603" y="8929"/>
                  </a:lnTo>
                  <a:lnTo>
                    <a:pt x="5634" y="8727"/>
                  </a:lnTo>
                  <a:lnTo>
                    <a:pt x="6590" y="8426"/>
                  </a:lnTo>
                  <a:lnTo>
                    <a:pt x="7822" y="7797"/>
                  </a:lnTo>
                  <a:lnTo>
                    <a:pt x="8502" y="7269"/>
                  </a:lnTo>
                  <a:lnTo>
                    <a:pt x="8451" y="7998"/>
                  </a:lnTo>
                  <a:lnTo>
                    <a:pt x="8426" y="9482"/>
                  </a:lnTo>
                  <a:lnTo>
                    <a:pt x="8527" y="10941"/>
                  </a:lnTo>
                  <a:lnTo>
                    <a:pt x="8803" y="12399"/>
                  </a:lnTo>
                  <a:lnTo>
                    <a:pt x="9231" y="13833"/>
                  </a:lnTo>
                  <a:lnTo>
                    <a:pt x="9784" y="15216"/>
                  </a:lnTo>
                  <a:lnTo>
                    <a:pt x="10488" y="16574"/>
                  </a:lnTo>
                  <a:lnTo>
                    <a:pt x="11369" y="17832"/>
                  </a:lnTo>
                  <a:lnTo>
                    <a:pt x="11846" y="18435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7"/>
            <p:cNvSpPr/>
            <p:nvPr/>
          </p:nvSpPr>
          <p:spPr>
            <a:xfrm>
              <a:off x="1884125" y="729800"/>
              <a:ext cx="922400" cy="296150"/>
            </a:xfrm>
            <a:custGeom>
              <a:rect b="b" l="l" r="r" t="t"/>
              <a:pathLst>
                <a:path extrusionOk="0" h="11846" w="36896">
                  <a:moveTo>
                    <a:pt x="0" y="0"/>
                  </a:moveTo>
                  <a:lnTo>
                    <a:pt x="604" y="478"/>
                  </a:lnTo>
                  <a:lnTo>
                    <a:pt x="1887" y="1333"/>
                  </a:lnTo>
                  <a:lnTo>
                    <a:pt x="3220" y="2063"/>
                  </a:lnTo>
                  <a:lnTo>
                    <a:pt x="4603" y="2616"/>
                  </a:lnTo>
                  <a:lnTo>
                    <a:pt x="6036" y="3043"/>
                  </a:lnTo>
                  <a:lnTo>
                    <a:pt x="7495" y="3295"/>
                  </a:lnTo>
                  <a:lnTo>
                    <a:pt x="8954" y="3421"/>
                  </a:lnTo>
                  <a:lnTo>
                    <a:pt x="10438" y="3396"/>
                  </a:lnTo>
                  <a:lnTo>
                    <a:pt x="11167" y="3320"/>
                  </a:lnTo>
                  <a:lnTo>
                    <a:pt x="10639" y="4024"/>
                  </a:lnTo>
                  <a:lnTo>
                    <a:pt x="10010" y="5257"/>
                  </a:lnTo>
                  <a:lnTo>
                    <a:pt x="9708" y="6187"/>
                  </a:lnTo>
                  <a:lnTo>
                    <a:pt x="9507" y="7244"/>
                  </a:lnTo>
                  <a:lnTo>
                    <a:pt x="9432" y="8400"/>
                  </a:lnTo>
                  <a:lnTo>
                    <a:pt x="9507" y="9683"/>
                  </a:lnTo>
                  <a:lnTo>
                    <a:pt x="9708" y="11091"/>
                  </a:lnTo>
                  <a:lnTo>
                    <a:pt x="9859" y="11846"/>
                  </a:lnTo>
                  <a:lnTo>
                    <a:pt x="10262" y="10941"/>
                  </a:lnTo>
                  <a:lnTo>
                    <a:pt x="11243" y="9482"/>
                  </a:lnTo>
                  <a:lnTo>
                    <a:pt x="12399" y="8375"/>
                  </a:lnTo>
                  <a:lnTo>
                    <a:pt x="13657" y="7470"/>
                  </a:lnTo>
                  <a:lnTo>
                    <a:pt x="15568" y="6313"/>
                  </a:lnTo>
                  <a:lnTo>
                    <a:pt x="17253" y="5005"/>
                  </a:lnTo>
                  <a:lnTo>
                    <a:pt x="18134" y="3873"/>
                  </a:lnTo>
                  <a:lnTo>
                    <a:pt x="18435" y="3194"/>
                  </a:lnTo>
                  <a:lnTo>
                    <a:pt x="18762" y="3873"/>
                  </a:lnTo>
                  <a:lnTo>
                    <a:pt x="19643" y="5005"/>
                  </a:lnTo>
                  <a:lnTo>
                    <a:pt x="21328" y="6313"/>
                  </a:lnTo>
                  <a:lnTo>
                    <a:pt x="23239" y="7470"/>
                  </a:lnTo>
                  <a:lnTo>
                    <a:pt x="24497" y="8375"/>
                  </a:lnTo>
                  <a:lnTo>
                    <a:pt x="25654" y="9482"/>
                  </a:lnTo>
                  <a:lnTo>
                    <a:pt x="26634" y="10941"/>
                  </a:lnTo>
                  <a:lnTo>
                    <a:pt x="27037" y="11846"/>
                  </a:lnTo>
                  <a:lnTo>
                    <a:pt x="27188" y="11091"/>
                  </a:lnTo>
                  <a:lnTo>
                    <a:pt x="27389" y="9683"/>
                  </a:lnTo>
                  <a:lnTo>
                    <a:pt x="27464" y="8400"/>
                  </a:lnTo>
                  <a:lnTo>
                    <a:pt x="27389" y="7244"/>
                  </a:lnTo>
                  <a:lnTo>
                    <a:pt x="27188" y="6187"/>
                  </a:lnTo>
                  <a:lnTo>
                    <a:pt x="26886" y="5257"/>
                  </a:lnTo>
                  <a:lnTo>
                    <a:pt x="26257" y="4024"/>
                  </a:lnTo>
                  <a:lnTo>
                    <a:pt x="25729" y="3320"/>
                  </a:lnTo>
                  <a:lnTo>
                    <a:pt x="26458" y="3396"/>
                  </a:lnTo>
                  <a:lnTo>
                    <a:pt x="27942" y="3421"/>
                  </a:lnTo>
                  <a:lnTo>
                    <a:pt x="29401" y="3295"/>
                  </a:lnTo>
                  <a:lnTo>
                    <a:pt x="30860" y="3043"/>
                  </a:lnTo>
                  <a:lnTo>
                    <a:pt x="32293" y="2616"/>
                  </a:lnTo>
                  <a:lnTo>
                    <a:pt x="33676" y="2063"/>
                  </a:lnTo>
                  <a:lnTo>
                    <a:pt x="35009" y="1333"/>
                  </a:lnTo>
                  <a:lnTo>
                    <a:pt x="36292" y="478"/>
                  </a:lnTo>
                  <a:lnTo>
                    <a:pt x="3689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7"/>
            <p:cNvSpPr/>
            <p:nvPr/>
          </p:nvSpPr>
          <p:spPr>
            <a:xfrm>
              <a:off x="1666575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" y="0"/>
                  </a:moveTo>
                  <a:lnTo>
                    <a:pt x="1" y="18460"/>
                  </a:lnTo>
                  <a:lnTo>
                    <a:pt x="3195" y="18460"/>
                  </a:lnTo>
                  <a:lnTo>
                    <a:pt x="3899" y="18133"/>
                  </a:lnTo>
                  <a:lnTo>
                    <a:pt x="5005" y="17253"/>
                  </a:lnTo>
                  <a:lnTo>
                    <a:pt x="6313" y="15593"/>
                  </a:lnTo>
                  <a:lnTo>
                    <a:pt x="7470" y="13682"/>
                  </a:lnTo>
                  <a:lnTo>
                    <a:pt x="8376" y="12424"/>
                  </a:lnTo>
                  <a:lnTo>
                    <a:pt x="9482" y="11267"/>
                  </a:lnTo>
                  <a:lnTo>
                    <a:pt x="10941" y="10286"/>
                  </a:lnTo>
                  <a:lnTo>
                    <a:pt x="11846" y="9884"/>
                  </a:lnTo>
                  <a:lnTo>
                    <a:pt x="11092" y="9708"/>
                  </a:lnTo>
                  <a:lnTo>
                    <a:pt x="9683" y="9507"/>
                  </a:lnTo>
                  <a:lnTo>
                    <a:pt x="8401" y="9457"/>
                  </a:lnTo>
                  <a:lnTo>
                    <a:pt x="7244" y="9532"/>
                  </a:lnTo>
                  <a:lnTo>
                    <a:pt x="6213" y="9733"/>
                  </a:lnTo>
                  <a:lnTo>
                    <a:pt x="5257" y="10035"/>
                  </a:lnTo>
                  <a:lnTo>
                    <a:pt x="4025" y="10664"/>
                  </a:lnTo>
                  <a:lnTo>
                    <a:pt x="3346" y="11192"/>
                  </a:lnTo>
                  <a:lnTo>
                    <a:pt x="3396" y="10463"/>
                  </a:lnTo>
                  <a:lnTo>
                    <a:pt x="3421" y="8979"/>
                  </a:lnTo>
                  <a:lnTo>
                    <a:pt x="3295" y="7495"/>
                  </a:lnTo>
                  <a:lnTo>
                    <a:pt x="3044" y="6036"/>
                  </a:lnTo>
                  <a:lnTo>
                    <a:pt x="2616" y="4603"/>
                  </a:lnTo>
                  <a:lnTo>
                    <a:pt x="2063" y="3219"/>
                  </a:lnTo>
                  <a:lnTo>
                    <a:pt x="1334" y="1886"/>
                  </a:lnTo>
                  <a:lnTo>
                    <a:pt x="478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7"/>
            <p:cNvSpPr/>
            <p:nvPr/>
          </p:nvSpPr>
          <p:spPr>
            <a:xfrm>
              <a:off x="2727900" y="1625775"/>
              <a:ext cx="296175" cy="461525"/>
            </a:xfrm>
            <a:custGeom>
              <a:rect b="b" l="l" r="r" t="t"/>
              <a:pathLst>
                <a:path extrusionOk="0" h="18461" w="11847">
                  <a:moveTo>
                    <a:pt x="11846" y="0"/>
                  </a:moveTo>
                  <a:lnTo>
                    <a:pt x="11369" y="604"/>
                  </a:lnTo>
                  <a:lnTo>
                    <a:pt x="10488" y="1886"/>
                  </a:lnTo>
                  <a:lnTo>
                    <a:pt x="9784" y="3219"/>
                  </a:lnTo>
                  <a:lnTo>
                    <a:pt x="9231" y="4603"/>
                  </a:lnTo>
                  <a:lnTo>
                    <a:pt x="8803" y="6036"/>
                  </a:lnTo>
                  <a:lnTo>
                    <a:pt x="8527" y="7495"/>
                  </a:lnTo>
                  <a:lnTo>
                    <a:pt x="8426" y="8979"/>
                  </a:lnTo>
                  <a:lnTo>
                    <a:pt x="8451" y="10463"/>
                  </a:lnTo>
                  <a:lnTo>
                    <a:pt x="8502" y="11192"/>
                  </a:lnTo>
                  <a:lnTo>
                    <a:pt x="7822" y="10664"/>
                  </a:lnTo>
                  <a:lnTo>
                    <a:pt x="6590" y="10035"/>
                  </a:lnTo>
                  <a:lnTo>
                    <a:pt x="5634" y="9733"/>
                  </a:lnTo>
                  <a:lnTo>
                    <a:pt x="4603" y="9532"/>
                  </a:lnTo>
                  <a:lnTo>
                    <a:pt x="3446" y="9457"/>
                  </a:lnTo>
                  <a:lnTo>
                    <a:pt x="2164" y="9507"/>
                  </a:lnTo>
                  <a:lnTo>
                    <a:pt x="755" y="9708"/>
                  </a:lnTo>
                  <a:lnTo>
                    <a:pt x="1" y="9884"/>
                  </a:lnTo>
                  <a:lnTo>
                    <a:pt x="906" y="10286"/>
                  </a:lnTo>
                  <a:lnTo>
                    <a:pt x="2340" y="11267"/>
                  </a:lnTo>
                  <a:lnTo>
                    <a:pt x="3472" y="12424"/>
                  </a:lnTo>
                  <a:lnTo>
                    <a:pt x="4377" y="13682"/>
                  </a:lnTo>
                  <a:lnTo>
                    <a:pt x="5534" y="15593"/>
                  </a:lnTo>
                  <a:lnTo>
                    <a:pt x="6842" y="17253"/>
                  </a:lnTo>
                  <a:lnTo>
                    <a:pt x="7948" y="18133"/>
                  </a:lnTo>
                  <a:lnTo>
                    <a:pt x="8652" y="18460"/>
                  </a:lnTo>
                  <a:lnTo>
                    <a:pt x="11846" y="18460"/>
                  </a:lnTo>
                  <a:lnTo>
                    <a:pt x="11846" y="0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7"/>
            <p:cNvSpPr/>
            <p:nvPr/>
          </p:nvSpPr>
          <p:spPr>
            <a:xfrm>
              <a:off x="1884125" y="1791125"/>
              <a:ext cx="922400" cy="296175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3" name="Google Shape;4043;p37"/>
          <p:cNvGrpSpPr/>
          <p:nvPr/>
        </p:nvGrpSpPr>
        <p:grpSpPr>
          <a:xfrm flipH="1">
            <a:off x="8409246" y="2937440"/>
            <a:ext cx="734763" cy="734580"/>
            <a:chOff x="7083054" y="4447889"/>
            <a:chExt cx="856966" cy="856753"/>
          </a:xfrm>
        </p:grpSpPr>
        <p:sp>
          <p:nvSpPr>
            <p:cNvPr id="4044" name="Google Shape;4044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7" name="Google Shape;4047;p37"/>
          <p:cNvGrpSpPr/>
          <p:nvPr/>
        </p:nvGrpSpPr>
        <p:grpSpPr>
          <a:xfrm flipH="1" rot="5400000">
            <a:off x="7674646" y="4408840"/>
            <a:ext cx="734763" cy="734580"/>
            <a:chOff x="7083054" y="4447889"/>
            <a:chExt cx="856966" cy="856753"/>
          </a:xfrm>
        </p:grpSpPr>
        <p:sp>
          <p:nvSpPr>
            <p:cNvPr id="4048" name="Google Shape;4048;p37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7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7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1" name="Google Shape;4051;p37"/>
          <p:cNvGrpSpPr/>
          <p:nvPr/>
        </p:nvGrpSpPr>
        <p:grpSpPr>
          <a:xfrm flipH="1" rot="10800000">
            <a:off x="6940190" y="4408997"/>
            <a:ext cx="734407" cy="734407"/>
            <a:chOff x="3131575" y="2179075"/>
            <a:chExt cx="1357500" cy="1357500"/>
          </a:xfrm>
        </p:grpSpPr>
        <p:sp>
          <p:nvSpPr>
            <p:cNvPr id="4052" name="Google Shape;4052;p37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7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7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7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7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7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7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7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7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7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7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7" name="Google Shape;4067;p37"/>
          <p:cNvGrpSpPr/>
          <p:nvPr/>
        </p:nvGrpSpPr>
        <p:grpSpPr>
          <a:xfrm flipH="1">
            <a:off x="5959546" y="4635813"/>
            <a:ext cx="280768" cy="280778"/>
            <a:chOff x="3474875" y="2523000"/>
            <a:chExt cx="670250" cy="670275"/>
          </a:xfrm>
        </p:grpSpPr>
        <p:sp>
          <p:nvSpPr>
            <p:cNvPr id="4068" name="Google Shape;4068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2" name="Google Shape;4072;p37"/>
          <p:cNvGrpSpPr/>
          <p:nvPr/>
        </p:nvGrpSpPr>
        <p:grpSpPr>
          <a:xfrm flipH="1">
            <a:off x="6431971" y="4635813"/>
            <a:ext cx="280768" cy="280778"/>
            <a:chOff x="3474875" y="2523000"/>
            <a:chExt cx="670250" cy="670275"/>
          </a:xfrm>
        </p:grpSpPr>
        <p:sp>
          <p:nvSpPr>
            <p:cNvPr id="4073" name="Google Shape;4073;p37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7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7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7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4">
    <p:spTree>
      <p:nvGrpSpPr>
        <p:cNvPr id="4077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8" name="Google Shape;4078;p38"/>
          <p:cNvGrpSpPr/>
          <p:nvPr/>
        </p:nvGrpSpPr>
        <p:grpSpPr>
          <a:xfrm flipH="1" rot="-5400000">
            <a:off x="-10" y="6"/>
            <a:ext cx="734763" cy="734580"/>
            <a:chOff x="7083054" y="4447889"/>
            <a:chExt cx="856966" cy="856753"/>
          </a:xfrm>
        </p:grpSpPr>
        <p:sp>
          <p:nvSpPr>
            <p:cNvPr id="4079" name="Google Shape;4079;p38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2" name="Google Shape;4082;p38"/>
          <p:cNvGrpSpPr/>
          <p:nvPr/>
        </p:nvGrpSpPr>
        <p:grpSpPr>
          <a:xfrm>
            <a:off x="15" y="735771"/>
            <a:ext cx="1469419" cy="2203182"/>
            <a:chOff x="15" y="735771"/>
            <a:chExt cx="1469419" cy="2203182"/>
          </a:xfrm>
        </p:grpSpPr>
        <p:grpSp>
          <p:nvGrpSpPr>
            <p:cNvPr id="4083" name="Google Shape;4083;p38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084" name="Google Shape;4084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6" name="Google Shape;4086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7" name="Google Shape;4087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8" name="Google Shape;4088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9" name="Google Shape;4089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0" name="Google Shape;4090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1" name="Google Shape;4091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2" name="Google Shape;4092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3" name="Google Shape;4093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4" name="Google Shape;4094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5" name="Google Shape;4095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6" name="Google Shape;4096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7" name="Google Shape;4097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8" name="Google Shape;4098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99" name="Google Shape;4099;p38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100" name="Google Shape;4100;p3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1" name="Google Shape;4101;p3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3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3" name="Google Shape;4103;p38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104" name="Google Shape;4104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6" name="Google Shape;4106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7" name="Google Shape;4107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2" name="Google Shape;4112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3" name="Google Shape;4113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8" name="Google Shape;4118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9" name="Google Shape;4119;p38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120" name="Google Shape;4120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4" name="Google Shape;4124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5" name="Google Shape;4125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0" name="Google Shape;4130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5" name="Google Shape;4135;p38"/>
          <p:cNvGrpSpPr/>
          <p:nvPr/>
        </p:nvGrpSpPr>
        <p:grpSpPr>
          <a:xfrm>
            <a:off x="15" y="2938946"/>
            <a:ext cx="1469419" cy="2203182"/>
            <a:chOff x="15" y="735771"/>
            <a:chExt cx="1469419" cy="2203182"/>
          </a:xfrm>
        </p:grpSpPr>
        <p:grpSp>
          <p:nvGrpSpPr>
            <p:cNvPr id="4136" name="Google Shape;4136;p38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137" name="Google Shape;4137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0" name="Google Shape;4150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2" name="Google Shape;4152;p38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153" name="Google Shape;4153;p38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38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38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6" name="Google Shape;4156;p38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157" name="Google Shape;4157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1" name="Google Shape;4161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7" name="Google Shape;4167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8" name="Google Shape;4168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2" name="Google Shape;4172;p38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173" name="Google Shape;4173;p38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4" name="Google Shape;4174;p38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38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38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38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38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9" name="Google Shape;4179;p38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0" name="Google Shape;4180;p38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38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38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38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38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5" name="Google Shape;4185;p38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6" name="Google Shape;4186;p38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7" name="Google Shape;4187;p38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88" name="Google Shape;4188;p38"/>
          <p:cNvGrpSpPr/>
          <p:nvPr/>
        </p:nvGrpSpPr>
        <p:grpSpPr>
          <a:xfrm flipH="1">
            <a:off x="994596" y="226900"/>
            <a:ext cx="280768" cy="280778"/>
            <a:chOff x="3474875" y="2523000"/>
            <a:chExt cx="670250" cy="670275"/>
          </a:xfrm>
        </p:grpSpPr>
        <p:sp>
          <p:nvSpPr>
            <p:cNvPr id="4189" name="Google Shape;4189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3" name="Google Shape;4193;p38"/>
          <p:cNvGrpSpPr/>
          <p:nvPr/>
        </p:nvGrpSpPr>
        <p:grpSpPr>
          <a:xfrm flipH="1">
            <a:off x="1467021" y="226900"/>
            <a:ext cx="280768" cy="280778"/>
            <a:chOff x="3474875" y="2523000"/>
            <a:chExt cx="670250" cy="670275"/>
          </a:xfrm>
        </p:grpSpPr>
        <p:sp>
          <p:nvSpPr>
            <p:cNvPr id="4194" name="Google Shape;4194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8" name="Google Shape;4198;p38"/>
          <p:cNvSpPr/>
          <p:nvPr/>
        </p:nvSpPr>
        <p:spPr>
          <a:xfrm flipH="1">
            <a:off x="8409300" y="-313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9" name="Google Shape;4199;p38"/>
          <p:cNvGrpSpPr/>
          <p:nvPr/>
        </p:nvGrpSpPr>
        <p:grpSpPr>
          <a:xfrm flipH="1">
            <a:off x="8636321" y="1016625"/>
            <a:ext cx="280768" cy="280778"/>
            <a:chOff x="3474875" y="2523000"/>
            <a:chExt cx="670250" cy="670275"/>
          </a:xfrm>
        </p:grpSpPr>
        <p:sp>
          <p:nvSpPr>
            <p:cNvPr id="4200" name="Google Shape;4200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4" name="Google Shape;4204;p38"/>
          <p:cNvGrpSpPr/>
          <p:nvPr/>
        </p:nvGrpSpPr>
        <p:grpSpPr>
          <a:xfrm flipH="1">
            <a:off x="8636321" y="1524775"/>
            <a:ext cx="280768" cy="280778"/>
            <a:chOff x="3474875" y="2523000"/>
            <a:chExt cx="670250" cy="670275"/>
          </a:xfrm>
        </p:grpSpPr>
        <p:sp>
          <p:nvSpPr>
            <p:cNvPr id="4205" name="Google Shape;4205;p38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5">
    <p:spTree>
      <p:nvGrpSpPr>
        <p:cNvPr id="4209" name="Shape 4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0" name="Google Shape;4210;p39"/>
          <p:cNvGrpSpPr/>
          <p:nvPr/>
        </p:nvGrpSpPr>
        <p:grpSpPr>
          <a:xfrm flipH="1" rot="-5400000">
            <a:off x="8409252" y="6"/>
            <a:ext cx="734763" cy="734580"/>
            <a:chOff x="7083054" y="4447889"/>
            <a:chExt cx="856966" cy="856753"/>
          </a:xfrm>
        </p:grpSpPr>
        <p:sp>
          <p:nvSpPr>
            <p:cNvPr id="4211" name="Google Shape;421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4" name="Google Shape;4214;p39"/>
          <p:cNvGrpSpPr/>
          <p:nvPr/>
        </p:nvGrpSpPr>
        <p:grpSpPr>
          <a:xfrm>
            <a:off x="15" y="735771"/>
            <a:ext cx="1469419" cy="2203182"/>
            <a:chOff x="15" y="735771"/>
            <a:chExt cx="1469419" cy="2203182"/>
          </a:xfrm>
        </p:grpSpPr>
        <p:grpSp>
          <p:nvGrpSpPr>
            <p:cNvPr id="4215" name="Google Shape;4215;p39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216" name="Google Shape;4216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7" name="Google Shape;4217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2" name="Google Shape;4222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3" name="Google Shape;4223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8" name="Google Shape;4228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9" name="Google Shape;4229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1" name="Google Shape;4231;p39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232" name="Google Shape;4232;p39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39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39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5" name="Google Shape;4235;p39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236" name="Google Shape;4236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0" name="Google Shape;4240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1" name="Google Shape;4241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3" name="Google Shape;4243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4" name="Google Shape;4244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1" name="Google Shape;4251;p39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252" name="Google Shape;4252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5" name="Google Shape;4265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6" name="Google Shape;4266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67" name="Google Shape;4267;p39"/>
          <p:cNvGrpSpPr/>
          <p:nvPr/>
        </p:nvGrpSpPr>
        <p:grpSpPr>
          <a:xfrm>
            <a:off x="15" y="2938946"/>
            <a:ext cx="1469419" cy="2203182"/>
            <a:chOff x="15" y="735771"/>
            <a:chExt cx="1469419" cy="2203182"/>
          </a:xfrm>
        </p:grpSpPr>
        <p:grpSp>
          <p:nvGrpSpPr>
            <p:cNvPr id="4268" name="Google Shape;4268;p39"/>
            <p:cNvGrpSpPr/>
            <p:nvPr/>
          </p:nvGrpSpPr>
          <p:grpSpPr>
            <a:xfrm flipH="1">
              <a:off x="276" y="735771"/>
              <a:ext cx="734408" cy="734408"/>
              <a:chOff x="3131575" y="2179075"/>
              <a:chExt cx="1357500" cy="1357500"/>
            </a:xfrm>
          </p:grpSpPr>
          <p:sp>
            <p:nvSpPr>
              <p:cNvPr id="4269" name="Google Shape;4269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8" name="Google Shape;4278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3" name="Google Shape;4283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4" name="Google Shape;4284;p39"/>
            <p:cNvGrpSpPr/>
            <p:nvPr/>
          </p:nvGrpSpPr>
          <p:grpSpPr>
            <a:xfrm flipH="1" rot="10800000">
              <a:off x="15" y="1471306"/>
              <a:ext cx="734763" cy="734580"/>
              <a:chOff x="7083054" y="4447889"/>
              <a:chExt cx="856966" cy="856753"/>
            </a:xfrm>
          </p:grpSpPr>
          <p:sp>
            <p:nvSpPr>
              <p:cNvPr id="4285" name="Google Shape;4285;p39"/>
              <p:cNvSpPr/>
              <p:nvPr/>
            </p:nvSpPr>
            <p:spPr>
              <a:xfrm>
                <a:off x="7083054" y="4447889"/>
                <a:ext cx="856966" cy="856753"/>
              </a:xfrm>
              <a:custGeom>
                <a:rect b="b" l="l" r="r" t="t"/>
                <a:pathLst>
                  <a:path extrusionOk="0" h="40176" w="40186">
                    <a:moveTo>
                      <a:pt x="0" y="0"/>
                    </a:moveTo>
                    <a:lnTo>
                      <a:pt x="0" y="20084"/>
                    </a:lnTo>
                    <a:lnTo>
                      <a:pt x="9" y="20602"/>
                    </a:lnTo>
                    <a:lnTo>
                      <a:pt x="63" y="21628"/>
                    </a:lnTo>
                    <a:lnTo>
                      <a:pt x="161" y="22646"/>
                    </a:lnTo>
                    <a:lnTo>
                      <a:pt x="313" y="23647"/>
                    </a:lnTo>
                    <a:lnTo>
                      <a:pt x="518" y="24620"/>
                    </a:lnTo>
                    <a:lnTo>
                      <a:pt x="768" y="25584"/>
                    </a:lnTo>
                    <a:lnTo>
                      <a:pt x="1063" y="26531"/>
                    </a:lnTo>
                    <a:lnTo>
                      <a:pt x="1393" y="27451"/>
                    </a:lnTo>
                    <a:lnTo>
                      <a:pt x="1777" y="28353"/>
                    </a:lnTo>
                    <a:lnTo>
                      <a:pt x="2197" y="29237"/>
                    </a:lnTo>
                    <a:lnTo>
                      <a:pt x="2661" y="30085"/>
                    </a:lnTo>
                    <a:lnTo>
                      <a:pt x="3170" y="30916"/>
                    </a:lnTo>
                    <a:lnTo>
                      <a:pt x="3706" y="31719"/>
                    </a:lnTo>
                    <a:lnTo>
                      <a:pt x="4287" y="32487"/>
                    </a:lnTo>
                    <a:lnTo>
                      <a:pt x="4903" y="33237"/>
                    </a:lnTo>
                    <a:lnTo>
                      <a:pt x="5555" y="33952"/>
                    </a:lnTo>
                    <a:lnTo>
                      <a:pt x="6233" y="34630"/>
                    </a:lnTo>
                    <a:lnTo>
                      <a:pt x="6948" y="35282"/>
                    </a:lnTo>
                    <a:lnTo>
                      <a:pt x="7689" y="35890"/>
                    </a:lnTo>
                    <a:lnTo>
                      <a:pt x="8466" y="36470"/>
                    </a:lnTo>
                    <a:lnTo>
                      <a:pt x="9270" y="37015"/>
                    </a:lnTo>
                    <a:lnTo>
                      <a:pt x="10091" y="37515"/>
                    </a:lnTo>
                    <a:lnTo>
                      <a:pt x="10948" y="37979"/>
                    </a:lnTo>
                    <a:lnTo>
                      <a:pt x="11824" y="38399"/>
                    </a:lnTo>
                    <a:lnTo>
                      <a:pt x="12726" y="38783"/>
                    </a:lnTo>
                    <a:lnTo>
                      <a:pt x="13654" y="39122"/>
                    </a:lnTo>
                    <a:lnTo>
                      <a:pt x="14592" y="39417"/>
                    </a:lnTo>
                    <a:lnTo>
                      <a:pt x="15556" y="39667"/>
                    </a:lnTo>
                    <a:lnTo>
                      <a:pt x="16539" y="39863"/>
                    </a:lnTo>
                    <a:lnTo>
                      <a:pt x="17539" y="40015"/>
                    </a:lnTo>
                    <a:lnTo>
                      <a:pt x="18548" y="40122"/>
                    </a:lnTo>
                    <a:lnTo>
                      <a:pt x="19575" y="40176"/>
                    </a:lnTo>
                    <a:lnTo>
                      <a:pt x="20611" y="40176"/>
                    </a:lnTo>
                    <a:lnTo>
                      <a:pt x="21638" y="40122"/>
                    </a:lnTo>
                    <a:lnTo>
                      <a:pt x="22656" y="40015"/>
                    </a:lnTo>
                    <a:lnTo>
                      <a:pt x="23656" y="39863"/>
                    </a:lnTo>
                    <a:lnTo>
                      <a:pt x="24629" y="39667"/>
                    </a:lnTo>
                    <a:lnTo>
                      <a:pt x="25594" y="39417"/>
                    </a:lnTo>
                    <a:lnTo>
                      <a:pt x="26540" y="39122"/>
                    </a:lnTo>
                    <a:lnTo>
                      <a:pt x="27460" y="38783"/>
                    </a:lnTo>
                    <a:lnTo>
                      <a:pt x="28362" y="38399"/>
                    </a:lnTo>
                    <a:lnTo>
                      <a:pt x="29246" y="37979"/>
                    </a:lnTo>
                    <a:lnTo>
                      <a:pt x="30094" y="37515"/>
                    </a:lnTo>
                    <a:lnTo>
                      <a:pt x="30925" y="37015"/>
                    </a:lnTo>
                    <a:lnTo>
                      <a:pt x="31728" y="36470"/>
                    </a:lnTo>
                    <a:lnTo>
                      <a:pt x="32496" y="35890"/>
                    </a:lnTo>
                    <a:lnTo>
                      <a:pt x="33247" y="35282"/>
                    </a:lnTo>
                    <a:lnTo>
                      <a:pt x="33961" y="34630"/>
                    </a:lnTo>
                    <a:lnTo>
                      <a:pt x="34640" y="33952"/>
                    </a:lnTo>
                    <a:lnTo>
                      <a:pt x="35292" y="33237"/>
                    </a:lnTo>
                    <a:lnTo>
                      <a:pt x="35899" y="32487"/>
                    </a:lnTo>
                    <a:lnTo>
                      <a:pt x="36479" y="31719"/>
                    </a:lnTo>
                    <a:lnTo>
                      <a:pt x="37024" y="30916"/>
                    </a:lnTo>
                    <a:lnTo>
                      <a:pt x="37524" y="30085"/>
                    </a:lnTo>
                    <a:lnTo>
                      <a:pt x="37988" y="29237"/>
                    </a:lnTo>
                    <a:lnTo>
                      <a:pt x="38408" y="28353"/>
                    </a:lnTo>
                    <a:lnTo>
                      <a:pt x="38792" y="27451"/>
                    </a:lnTo>
                    <a:lnTo>
                      <a:pt x="39131" y="26531"/>
                    </a:lnTo>
                    <a:lnTo>
                      <a:pt x="39426" y="25584"/>
                    </a:lnTo>
                    <a:lnTo>
                      <a:pt x="39676" y="24620"/>
                    </a:lnTo>
                    <a:lnTo>
                      <a:pt x="39873" y="23647"/>
                    </a:lnTo>
                    <a:lnTo>
                      <a:pt x="40024" y="22646"/>
                    </a:lnTo>
                    <a:lnTo>
                      <a:pt x="40132" y="21628"/>
                    </a:lnTo>
                    <a:lnTo>
                      <a:pt x="40185" y="20602"/>
                    </a:lnTo>
                    <a:lnTo>
                      <a:pt x="40185" y="20084"/>
                    </a:lnTo>
                    <a:lnTo>
                      <a:pt x="40185" y="0"/>
                    </a:lnTo>
                    <a:close/>
                  </a:path>
                </a:pathLst>
              </a:custGeom>
              <a:solidFill>
                <a:srgbClr val="D129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39"/>
              <p:cNvSpPr/>
              <p:nvPr/>
            </p:nvSpPr>
            <p:spPr>
              <a:xfrm>
                <a:off x="7336137" y="4700204"/>
                <a:ext cx="350796" cy="350796"/>
              </a:xfrm>
              <a:custGeom>
                <a:rect b="b" l="l" r="r" t="t"/>
                <a:pathLst>
                  <a:path extrusionOk="0" h="16450" w="16450">
                    <a:moveTo>
                      <a:pt x="8225" y="0"/>
                    </a:moveTo>
                    <a:lnTo>
                      <a:pt x="0" y="8225"/>
                    </a:lnTo>
                    <a:lnTo>
                      <a:pt x="8225" y="16449"/>
                    </a:lnTo>
                    <a:lnTo>
                      <a:pt x="16449" y="8225"/>
                    </a:lnTo>
                    <a:lnTo>
                      <a:pt x="8225" y="0"/>
                    </a:lnTo>
                    <a:close/>
                  </a:path>
                </a:pathLst>
              </a:custGeom>
              <a:solidFill>
                <a:srgbClr val="F594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39"/>
              <p:cNvSpPr/>
              <p:nvPr/>
            </p:nvSpPr>
            <p:spPr>
              <a:xfrm>
                <a:off x="7443721" y="4797701"/>
                <a:ext cx="139807" cy="139615"/>
              </a:xfrm>
              <a:custGeom>
                <a:rect b="b" l="l" r="r" t="t"/>
                <a:pathLst>
                  <a:path extrusionOk="0" h="6547" w="6556">
                    <a:moveTo>
                      <a:pt x="3278" y="0"/>
                    </a:moveTo>
                    <a:lnTo>
                      <a:pt x="1" y="3269"/>
                    </a:lnTo>
                    <a:lnTo>
                      <a:pt x="3278" y="6546"/>
                    </a:lnTo>
                    <a:lnTo>
                      <a:pt x="6555" y="3269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8" name="Google Shape;4288;p39"/>
            <p:cNvGrpSpPr/>
            <p:nvPr/>
          </p:nvGrpSpPr>
          <p:grpSpPr>
            <a:xfrm flipH="1">
              <a:off x="735026" y="1463696"/>
              <a:ext cx="734408" cy="734408"/>
              <a:chOff x="3131575" y="2179075"/>
              <a:chExt cx="1357500" cy="1357500"/>
            </a:xfrm>
          </p:grpSpPr>
          <p:sp>
            <p:nvSpPr>
              <p:cNvPr id="4289" name="Google Shape;4289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5" name="Google Shape;4295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6" name="Google Shape;4296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1" name="Google Shape;4301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2" name="Google Shape;4302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3" name="Google Shape;4303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04" name="Google Shape;4304;p39"/>
            <p:cNvGrpSpPr/>
            <p:nvPr/>
          </p:nvGrpSpPr>
          <p:grpSpPr>
            <a:xfrm flipH="1">
              <a:off x="201" y="2204546"/>
              <a:ext cx="734408" cy="734407"/>
              <a:chOff x="3131575" y="2179075"/>
              <a:chExt cx="1357500" cy="1357500"/>
            </a:xfrm>
          </p:grpSpPr>
          <p:sp>
            <p:nvSpPr>
              <p:cNvPr id="4305" name="Google Shape;4305;p39"/>
              <p:cNvSpPr/>
              <p:nvPr/>
            </p:nvSpPr>
            <p:spPr>
              <a:xfrm>
                <a:off x="3810000" y="2854975"/>
                <a:ext cx="0" cy="25"/>
              </a:xfrm>
              <a:custGeom>
                <a:rect b="b" l="l" r="r" t="t"/>
                <a:pathLst>
                  <a:path extrusionOk="0" h="1" w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39"/>
              <p:cNvSpPr/>
              <p:nvPr/>
            </p:nvSpPr>
            <p:spPr>
              <a:xfrm>
                <a:off x="3131575" y="2179075"/>
                <a:ext cx="1357500" cy="1357500"/>
              </a:xfrm>
              <a:custGeom>
                <a:rect b="b" l="l" r="r" t="t"/>
                <a:pathLst>
                  <a:path extrusionOk="0" h="54300" w="54300">
                    <a:moveTo>
                      <a:pt x="0" y="0"/>
                    </a:moveTo>
                    <a:lnTo>
                      <a:pt x="0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0435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39"/>
              <p:cNvSpPr/>
              <p:nvPr/>
            </p:nvSpPr>
            <p:spPr>
              <a:xfrm>
                <a:off x="3131575" y="2857500"/>
                <a:ext cx="678425" cy="679075"/>
              </a:xfrm>
              <a:custGeom>
                <a:rect b="b" l="l" r="r" t="t"/>
                <a:pathLst>
                  <a:path extrusionOk="0" h="27163" w="27137">
                    <a:moveTo>
                      <a:pt x="0" y="0"/>
                    </a:moveTo>
                    <a:lnTo>
                      <a:pt x="0" y="27162"/>
                    </a:lnTo>
                    <a:lnTo>
                      <a:pt x="27137" y="27162"/>
                    </a:lnTo>
                    <a:lnTo>
                      <a:pt x="27137" y="26860"/>
                    </a:lnTo>
                    <a:lnTo>
                      <a:pt x="19265" y="19013"/>
                    </a:lnTo>
                    <a:lnTo>
                      <a:pt x="8149" y="19013"/>
                    </a:lnTo>
                    <a:lnTo>
                      <a:pt x="8149" y="7872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8" name="Google Shape;4308;p39"/>
              <p:cNvSpPr/>
              <p:nvPr/>
            </p:nvSpPr>
            <p:spPr>
              <a:xfrm>
                <a:off x="3304475" y="2857500"/>
                <a:ext cx="505525" cy="506150"/>
              </a:xfrm>
              <a:custGeom>
                <a:rect b="b" l="l" r="r" t="t"/>
                <a:pathLst>
                  <a:path extrusionOk="0" h="20246" w="20221">
                    <a:moveTo>
                      <a:pt x="0" y="0"/>
                    </a:moveTo>
                    <a:lnTo>
                      <a:pt x="5911" y="5935"/>
                    </a:lnTo>
                    <a:lnTo>
                      <a:pt x="5911" y="14310"/>
                    </a:lnTo>
                    <a:lnTo>
                      <a:pt x="14286" y="14310"/>
                    </a:lnTo>
                    <a:lnTo>
                      <a:pt x="20221" y="20246"/>
                    </a:lnTo>
                    <a:lnTo>
                      <a:pt x="20221" y="13430"/>
                    </a:lnTo>
                    <a:lnTo>
                      <a:pt x="19567" y="12726"/>
                    </a:lnTo>
                    <a:lnTo>
                      <a:pt x="18511" y="11141"/>
                    </a:lnTo>
                    <a:lnTo>
                      <a:pt x="17832" y="9431"/>
                    </a:lnTo>
                    <a:lnTo>
                      <a:pt x="17480" y="7646"/>
                    </a:lnTo>
                    <a:lnTo>
                      <a:pt x="17455" y="6740"/>
                    </a:lnTo>
                    <a:lnTo>
                      <a:pt x="16775" y="7369"/>
                    </a:lnTo>
                    <a:lnTo>
                      <a:pt x="15266" y="8375"/>
                    </a:lnTo>
                    <a:lnTo>
                      <a:pt x="13581" y="9104"/>
                    </a:lnTo>
                    <a:lnTo>
                      <a:pt x="11720" y="9482"/>
                    </a:lnTo>
                    <a:lnTo>
                      <a:pt x="10739" y="9507"/>
                    </a:lnTo>
                    <a:lnTo>
                      <a:pt x="10790" y="8526"/>
                    </a:lnTo>
                    <a:lnTo>
                      <a:pt x="11167" y="6690"/>
                    </a:lnTo>
                    <a:lnTo>
                      <a:pt x="11871" y="4980"/>
                    </a:lnTo>
                    <a:lnTo>
                      <a:pt x="12902" y="3471"/>
                    </a:lnTo>
                    <a:lnTo>
                      <a:pt x="13531" y="2817"/>
                    </a:lnTo>
                    <a:lnTo>
                      <a:pt x="12601" y="2767"/>
                    </a:lnTo>
                    <a:lnTo>
                      <a:pt x="10815" y="2440"/>
                    </a:lnTo>
                    <a:lnTo>
                      <a:pt x="9105" y="1735"/>
                    </a:lnTo>
                    <a:lnTo>
                      <a:pt x="7520" y="704"/>
                    </a:lnTo>
                    <a:lnTo>
                      <a:pt x="6816" y="25"/>
                    </a:lnTo>
                    <a:lnTo>
                      <a:pt x="6841" y="25"/>
                    </a:lnTo>
                    <a:lnTo>
                      <a:pt x="6841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9" name="Google Shape;4309;p39"/>
              <p:cNvSpPr/>
              <p:nvPr/>
            </p:nvSpPr>
            <p:spPr>
              <a:xfrm>
                <a:off x="3810000" y="2351975"/>
                <a:ext cx="506150" cy="505525"/>
              </a:xfrm>
              <a:custGeom>
                <a:rect b="b" l="l" r="r" t="t"/>
                <a:pathLst>
                  <a:path extrusionOk="0" h="20221" w="20246">
                    <a:moveTo>
                      <a:pt x="0" y="0"/>
                    </a:moveTo>
                    <a:lnTo>
                      <a:pt x="0" y="6841"/>
                    </a:lnTo>
                    <a:lnTo>
                      <a:pt x="679" y="7571"/>
                    </a:lnTo>
                    <a:lnTo>
                      <a:pt x="1710" y="9130"/>
                    </a:lnTo>
                    <a:lnTo>
                      <a:pt x="2414" y="10840"/>
                    </a:lnTo>
                    <a:lnTo>
                      <a:pt x="2741" y="12651"/>
                    </a:lnTo>
                    <a:lnTo>
                      <a:pt x="2792" y="13556"/>
                    </a:lnTo>
                    <a:lnTo>
                      <a:pt x="3446" y="12927"/>
                    </a:lnTo>
                    <a:lnTo>
                      <a:pt x="4955" y="11896"/>
                    </a:lnTo>
                    <a:lnTo>
                      <a:pt x="6665" y="11192"/>
                    </a:lnTo>
                    <a:lnTo>
                      <a:pt x="8501" y="10815"/>
                    </a:lnTo>
                    <a:lnTo>
                      <a:pt x="9482" y="10765"/>
                    </a:lnTo>
                    <a:lnTo>
                      <a:pt x="9456" y="11745"/>
                    </a:lnTo>
                    <a:lnTo>
                      <a:pt x="9079" y="13607"/>
                    </a:lnTo>
                    <a:lnTo>
                      <a:pt x="8350" y="15292"/>
                    </a:lnTo>
                    <a:lnTo>
                      <a:pt x="7319" y="16801"/>
                    </a:lnTo>
                    <a:lnTo>
                      <a:pt x="6715" y="17480"/>
                    </a:lnTo>
                    <a:lnTo>
                      <a:pt x="7620" y="17505"/>
                    </a:lnTo>
                    <a:lnTo>
                      <a:pt x="9381" y="17857"/>
                    </a:lnTo>
                    <a:lnTo>
                      <a:pt x="11091" y="18536"/>
                    </a:lnTo>
                    <a:lnTo>
                      <a:pt x="12676" y="19567"/>
                    </a:lnTo>
                    <a:lnTo>
                      <a:pt x="13380" y="20221"/>
                    </a:lnTo>
                    <a:lnTo>
                      <a:pt x="20246" y="20221"/>
                    </a:lnTo>
                    <a:lnTo>
                      <a:pt x="14310" y="14286"/>
                    </a:lnTo>
                    <a:lnTo>
                      <a:pt x="14310" y="5911"/>
                    </a:lnTo>
                    <a:lnTo>
                      <a:pt x="5935" y="5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39"/>
              <p:cNvSpPr/>
              <p:nvPr/>
            </p:nvSpPr>
            <p:spPr>
              <a:xfrm>
                <a:off x="3810000" y="2179075"/>
                <a:ext cx="679075" cy="678425"/>
              </a:xfrm>
              <a:custGeom>
                <a:rect b="b" l="l" r="r" t="t"/>
                <a:pathLst>
                  <a:path extrusionOk="0" h="27137" w="27163">
                    <a:moveTo>
                      <a:pt x="0" y="0"/>
                    </a:moveTo>
                    <a:lnTo>
                      <a:pt x="0" y="277"/>
                    </a:lnTo>
                    <a:lnTo>
                      <a:pt x="7872" y="8149"/>
                    </a:lnTo>
                    <a:lnTo>
                      <a:pt x="19013" y="8149"/>
                    </a:lnTo>
                    <a:lnTo>
                      <a:pt x="19013" y="19265"/>
                    </a:lnTo>
                    <a:lnTo>
                      <a:pt x="26860" y="27137"/>
                    </a:lnTo>
                    <a:lnTo>
                      <a:pt x="27162" y="27137"/>
                    </a:lnTo>
                    <a:lnTo>
                      <a:pt x="27162" y="0"/>
                    </a:lnTo>
                    <a:close/>
                  </a:path>
                </a:pathLst>
              </a:custGeom>
              <a:solidFill>
                <a:srgbClr val="3E9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39"/>
              <p:cNvSpPr/>
              <p:nvPr/>
            </p:nvSpPr>
            <p:spPr>
              <a:xfrm>
                <a:off x="3810000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0" y="0"/>
                    </a:moveTo>
                    <a:lnTo>
                      <a:pt x="0" y="13430"/>
                    </a:lnTo>
                    <a:lnTo>
                      <a:pt x="679" y="12726"/>
                    </a:lnTo>
                    <a:lnTo>
                      <a:pt x="1710" y="11141"/>
                    </a:lnTo>
                    <a:lnTo>
                      <a:pt x="2414" y="9431"/>
                    </a:lnTo>
                    <a:lnTo>
                      <a:pt x="2741" y="7646"/>
                    </a:lnTo>
                    <a:lnTo>
                      <a:pt x="2792" y="6740"/>
                    </a:lnTo>
                    <a:lnTo>
                      <a:pt x="3446" y="7369"/>
                    </a:lnTo>
                    <a:lnTo>
                      <a:pt x="4955" y="8375"/>
                    </a:lnTo>
                    <a:lnTo>
                      <a:pt x="6665" y="9104"/>
                    </a:lnTo>
                    <a:lnTo>
                      <a:pt x="8501" y="9482"/>
                    </a:lnTo>
                    <a:lnTo>
                      <a:pt x="9482" y="9507"/>
                    </a:lnTo>
                    <a:lnTo>
                      <a:pt x="9456" y="8526"/>
                    </a:lnTo>
                    <a:lnTo>
                      <a:pt x="9079" y="6690"/>
                    </a:lnTo>
                    <a:lnTo>
                      <a:pt x="8350" y="4980"/>
                    </a:lnTo>
                    <a:lnTo>
                      <a:pt x="7319" y="3471"/>
                    </a:lnTo>
                    <a:lnTo>
                      <a:pt x="6715" y="2817"/>
                    </a:lnTo>
                    <a:lnTo>
                      <a:pt x="7620" y="2767"/>
                    </a:lnTo>
                    <a:lnTo>
                      <a:pt x="9406" y="2440"/>
                    </a:lnTo>
                    <a:lnTo>
                      <a:pt x="11116" y="1735"/>
                    </a:lnTo>
                    <a:lnTo>
                      <a:pt x="12701" y="704"/>
                    </a:lnTo>
                    <a:lnTo>
                      <a:pt x="13405" y="25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39"/>
              <p:cNvSpPr/>
              <p:nvPr/>
            </p:nvSpPr>
            <p:spPr>
              <a:xfrm>
                <a:off x="34755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13380" y="0"/>
                    </a:moveTo>
                    <a:lnTo>
                      <a:pt x="12726" y="730"/>
                    </a:lnTo>
                    <a:lnTo>
                      <a:pt x="11670" y="2289"/>
                    </a:lnTo>
                    <a:lnTo>
                      <a:pt x="10991" y="3999"/>
                    </a:lnTo>
                    <a:lnTo>
                      <a:pt x="10639" y="5810"/>
                    </a:lnTo>
                    <a:lnTo>
                      <a:pt x="10614" y="6715"/>
                    </a:lnTo>
                    <a:lnTo>
                      <a:pt x="9934" y="6086"/>
                    </a:lnTo>
                    <a:lnTo>
                      <a:pt x="8425" y="5055"/>
                    </a:lnTo>
                    <a:lnTo>
                      <a:pt x="6740" y="4351"/>
                    </a:lnTo>
                    <a:lnTo>
                      <a:pt x="4879" y="3974"/>
                    </a:lnTo>
                    <a:lnTo>
                      <a:pt x="3898" y="3924"/>
                    </a:lnTo>
                    <a:lnTo>
                      <a:pt x="3949" y="4904"/>
                    </a:lnTo>
                    <a:lnTo>
                      <a:pt x="4326" y="6766"/>
                    </a:lnTo>
                    <a:lnTo>
                      <a:pt x="5030" y="8451"/>
                    </a:lnTo>
                    <a:lnTo>
                      <a:pt x="6061" y="9960"/>
                    </a:lnTo>
                    <a:lnTo>
                      <a:pt x="6690" y="10639"/>
                    </a:lnTo>
                    <a:lnTo>
                      <a:pt x="5785" y="10664"/>
                    </a:lnTo>
                    <a:lnTo>
                      <a:pt x="3999" y="11016"/>
                    </a:lnTo>
                    <a:lnTo>
                      <a:pt x="2289" y="11695"/>
                    </a:lnTo>
                    <a:lnTo>
                      <a:pt x="730" y="12726"/>
                    </a:lnTo>
                    <a:lnTo>
                      <a:pt x="0" y="13380"/>
                    </a:lnTo>
                    <a:lnTo>
                      <a:pt x="13380" y="13380"/>
                    </a:lnTo>
                    <a:lnTo>
                      <a:pt x="13380" y="0"/>
                    </a:lnTo>
                    <a:close/>
                  </a:path>
                </a:pathLst>
              </a:custGeom>
              <a:solidFill>
                <a:srgbClr val="A51E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39"/>
              <p:cNvSpPr/>
              <p:nvPr/>
            </p:nvSpPr>
            <p:spPr>
              <a:xfrm>
                <a:off x="3474875" y="2857500"/>
                <a:ext cx="335125" cy="335775"/>
              </a:xfrm>
              <a:custGeom>
                <a:rect b="b" l="l" r="r" t="t"/>
                <a:pathLst>
                  <a:path extrusionOk="0" h="13431" w="13405">
                    <a:moveTo>
                      <a:pt x="25" y="0"/>
                    </a:moveTo>
                    <a:lnTo>
                      <a:pt x="25" y="25"/>
                    </a:lnTo>
                    <a:lnTo>
                      <a:pt x="0" y="25"/>
                    </a:lnTo>
                    <a:lnTo>
                      <a:pt x="704" y="704"/>
                    </a:lnTo>
                    <a:lnTo>
                      <a:pt x="2289" y="1735"/>
                    </a:lnTo>
                    <a:lnTo>
                      <a:pt x="3999" y="2440"/>
                    </a:lnTo>
                    <a:lnTo>
                      <a:pt x="5785" y="2767"/>
                    </a:lnTo>
                    <a:lnTo>
                      <a:pt x="6715" y="2817"/>
                    </a:lnTo>
                    <a:lnTo>
                      <a:pt x="6086" y="3471"/>
                    </a:lnTo>
                    <a:lnTo>
                      <a:pt x="5055" y="4980"/>
                    </a:lnTo>
                    <a:lnTo>
                      <a:pt x="4351" y="6690"/>
                    </a:lnTo>
                    <a:lnTo>
                      <a:pt x="3974" y="8526"/>
                    </a:lnTo>
                    <a:lnTo>
                      <a:pt x="3923" y="9507"/>
                    </a:lnTo>
                    <a:lnTo>
                      <a:pt x="4904" y="9482"/>
                    </a:lnTo>
                    <a:lnTo>
                      <a:pt x="6765" y="9104"/>
                    </a:lnTo>
                    <a:lnTo>
                      <a:pt x="8450" y="8375"/>
                    </a:lnTo>
                    <a:lnTo>
                      <a:pt x="9959" y="7369"/>
                    </a:lnTo>
                    <a:lnTo>
                      <a:pt x="10639" y="6740"/>
                    </a:lnTo>
                    <a:lnTo>
                      <a:pt x="10664" y="7646"/>
                    </a:lnTo>
                    <a:lnTo>
                      <a:pt x="11016" y="9431"/>
                    </a:lnTo>
                    <a:lnTo>
                      <a:pt x="11695" y="11141"/>
                    </a:lnTo>
                    <a:lnTo>
                      <a:pt x="12751" y="12726"/>
                    </a:lnTo>
                    <a:lnTo>
                      <a:pt x="13405" y="13430"/>
                    </a:lnTo>
                    <a:lnTo>
                      <a:pt x="13405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4" name="Google Shape;4314;p39"/>
              <p:cNvSpPr/>
              <p:nvPr/>
            </p:nvSpPr>
            <p:spPr>
              <a:xfrm>
                <a:off x="3810000" y="2523000"/>
                <a:ext cx="334500" cy="334500"/>
              </a:xfrm>
              <a:custGeom>
                <a:rect b="b" l="l" r="r" t="t"/>
                <a:pathLst>
                  <a:path extrusionOk="0" h="13380" w="13380">
                    <a:moveTo>
                      <a:pt x="0" y="0"/>
                    </a:moveTo>
                    <a:lnTo>
                      <a:pt x="0" y="13380"/>
                    </a:lnTo>
                    <a:lnTo>
                      <a:pt x="13380" y="13380"/>
                    </a:lnTo>
                    <a:lnTo>
                      <a:pt x="12676" y="12726"/>
                    </a:lnTo>
                    <a:lnTo>
                      <a:pt x="11091" y="11695"/>
                    </a:lnTo>
                    <a:lnTo>
                      <a:pt x="9381" y="11016"/>
                    </a:lnTo>
                    <a:lnTo>
                      <a:pt x="7620" y="10664"/>
                    </a:lnTo>
                    <a:lnTo>
                      <a:pt x="6715" y="10639"/>
                    </a:lnTo>
                    <a:lnTo>
                      <a:pt x="7319" y="9960"/>
                    </a:lnTo>
                    <a:lnTo>
                      <a:pt x="8350" y="8451"/>
                    </a:lnTo>
                    <a:lnTo>
                      <a:pt x="9079" y="6766"/>
                    </a:lnTo>
                    <a:lnTo>
                      <a:pt x="9456" y="4904"/>
                    </a:lnTo>
                    <a:lnTo>
                      <a:pt x="9482" y="3924"/>
                    </a:lnTo>
                    <a:lnTo>
                      <a:pt x="8501" y="3974"/>
                    </a:lnTo>
                    <a:lnTo>
                      <a:pt x="6665" y="4351"/>
                    </a:lnTo>
                    <a:lnTo>
                      <a:pt x="4955" y="5055"/>
                    </a:lnTo>
                    <a:lnTo>
                      <a:pt x="3446" y="6086"/>
                    </a:lnTo>
                    <a:lnTo>
                      <a:pt x="2792" y="6715"/>
                    </a:lnTo>
                    <a:lnTo>
                      <a:pt x="2741" y="5810"/>
                    </a:lnTo>
                    <a:lnTo>
                      <a:pt x="2414" y="3999"/>
                    </a:lnTo>
                    <a:lnTo>
                      <a:pt x="1710" y="2289"/>
                    </a:lnTo>
                    <a:lnTo>
                      <a:pt x="679" y="7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5" name="Google Shape;4315;p39"/>
              <p:cNvSpPr/>
              <p:nvPr/>
            </p:nvSpPr>
            <p:spPr>
              <a:xfrm>
                <a:off x="3810000" y="2857500"/>
                <a:ext cx="0" cy="0"/>
              </a:xfrm>
              <a:custGeom>
                <a:rect b="b" l="l" r="r" t="t"/>
                <a:pathLst>
                  <a:path extrusionOk="0" h="0" w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A1A0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39"/>
              <p:cNvSpPr/>
              <p:nvPr/>
            </p:nvSpPr>
            <p:spPr>
              <a:xfrm>
                <a:off x="3138475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6861" y="1"/>
                    </a:moveTo>
                    <a:lnTo>
                      <a:pt x="18989" y="7873"/>
                    </a:lnTo>
                    <a:lnTo>
                      <a:pt x="7873" y="7873"/>
                    </a:lnTo>
                    <a:lnTo>
                      <a:pt x="7873" y="18989"/>
                    </a:lnTo>
                    <a:lnTo>
                      <a:pt x="1" y="26861"/>
                    </a:lnTo>
                    <a:lnTo>
                      <a:pt x="6640" y="26861"/>
                    </a:lnTo>
                    <a:lnTo>
                      <a:pt x="12551" y="20926"/>
                    </a:lnTo>
                    <a:lnTo>
                      <a:pt x="12551" y="12551"/>
                    </a:lnTo>
                    <a:lnTo>
                      <a:pt x="20926" y="12551"/>
                    </a:lnTo>
                    <a:lnTo>
                      <a:pt x="26861" y="6640"/>
                    </a:lnTo>
                    <a:lnTo>
                      <a:pt x="268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39"/>
              <p:cNvSpPr/>
              <p:nvPr/>
            </p:nvSpPr>
            <p:spPr>
              <a:xfrm>
                <a:off x="3810000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20246" y="0"/>
                    </a:moveTo>
                    <a:lnTo>
                      <a:pt x="14310" y="5935"/>
                    </a:lnTo>
                    <a:lnTo>
                      <a:pt x="14310" y="14310"/>
                    </a:lnTo>
                    <a:lnTo>
                      <a:pt x="5935" y="14310"/>
                    </a:lnTo>
                    <a:lnTo>
                      <a:pt x="0" y="20246"/>
                    </a:lnTo>
                    <a:lnTo>
                      <a:pt x="0" y="26860"/>
                    </a:lnTo>
                    <a:lnTo>
                      <a:pt x="7872" y="19013"/>
                    </a:lnTo>
                    <a:lnTo>
                      <a:pt x="19013" y="19013"/>
                    </a:lnTo>
                    <a:lnTo>
                      <a:pt x="19013" y="7872"/>
                    </a:lnTo>
                    <a:lnTo>
                      <a:pt x="268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39"/>
              <p:cNvSpPr/>
              <p:nvPr/>
            </p:nvSpPr>
            <p:spPr>
              <a:xfrm>
                <a:off x="3138475" y="2857500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1" y="0"/>
                    </a:moveTo>
                    <a:lnTo>
                      <a:pt x="7873" y="7872"/>
                    </a:lnTo>
                    <a:lnTo>
                      <a:pt x="7873" y="19013"/>
                    </a:lnTo>
                    <a:lnTo>
                      <a:pt x="18989" y="19013"/>
                    </a:lnTo>
                    <a:lnTo>
                      <a:pt x="26861" y="26860"/>
                    </a:lnTo>
                    <a:lnTo>
                      <a:pt x="26861" y="20246"/>
                    </a:lnTo>
                    <a:lnTo>
                      <a:pt x="20926" y="14310"/>
                    </a:lnTo>
                    <a:lnTo>
                      <a:pt x="12551" y="14310"/>
                    </a:lnTo>
                    <a:lnTo>
                      <a:pt x="12551" y="5935"/>
                    </a:lnTo>
                    <a:lnTo>
                      <a:pt x="66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39"/>
              <p:cNvSpPr/>
              <p:nvPr/>
            </p:nvSpPr>
            <p:spPr>
              <a:xfrm>
                <a:off x="3810000" y="2185975"/>
                <a:ext cx="671525" cy="671525"/>
              </a:xfrm>
              <a:custGeom>
                <a:rect b="b" l="l" r="r" t="t"/>
                <a:pathLst>
                  <a:path extrusionOk="0" h="26861" w="26861">
                    <a:moveTo>
                      <a:pt x="0" y="1"/>
                    </a:moveTo>
                    <a:lnTo>
                      <a:pt x="0" y="6640"/>
                    </a:lnTo>
                    <a:lnTo>
                      <a:pt x="5935" y="12551"/>
                    </a:lnTo>
                    <a:lnTo>
                      <a:pt x="14310" y="12551"/>
                    </a:lnTo>
                    <a:lnTo>
                      <a:pt x="14310" y="20926"/>
                    </a:lnTo>
                    <a:lnTo>
                      <a:pt x="20246" y="26861"/>
                    </a:lnTo>
                    <a:lnTo>
                      <a:pt x="26860" y="26861"/>
                    </a:lnTo>
                    <a:lnTo>
                      <a:pt x="19013" y="18989"/>
                    </a:lnTo>
                    <a:lnTo>
                      <a:pt x="19013" y="7873"/>
                    </a:lnTo>
                    <a:lnTo>
                      <a:pt x="7872" y="78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20" name="Google Shape;4320;p39"/>
          <p:cNvGrpSpPr/>
          <p:nvPr/>
        </p:nvGrpSpPr>
        <p:grpSpPr>
          <a:xfrm rot="10800000">
            <a:off x="8409246" y="3674481"/>
            <a:ext cx="734763" cy="734580"/>
            <a:chOff x="7083054" y="4447889"/>
            <a:chExt cx="856966" cy="856753"/>
          </a:xfrm>
        </p:grpSpPr>
        <p:sp>
          <p:nvSpPr>
            <p:cNvPr id="4321" name="Google Shape;432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4" name="Google Shape;4324;p39"/>
          <p:cNvGrpSpPr/>
          <p:nvPr/>
        </p:nvGrpSpPr>
        <p:grpSpPr>
          <a:xfrm>
            <a:off x="8409415" y="4407721"/>
            <a:ext cx="734407" cy="734408"/>
            <a:chOff x="3131575" y="2179075"/>
            <a:chExt cx="1357500" cy="1357500"/>
          </a:xfrm>
        </p:grpSpPr>
        <p:sp>
          <p:nvSpPr>
            <p:cNvPr id="4325" name="Google Shape;4325;p39"/>
            <p:cNvSpPr/>
            <p:nvPr/>
          </p:nvSpPr>
          <p:spPr>
            <a:xfrm>
              <a:off x="3810000" y="28549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9"/>
            <p:cNvSpPr/>
            <p:nvPr/>
          </p:nvSpPr>
          <p:spPr>
            <a:xfrm>
              <a:off x="3131575" y="2179075"/>
              <a:ext cx="1357500" cy="1357500"/>
            </a:xfrm>
            <a:custGeom>
              <a:rect b="b" l="l" r="r" t="t"/>
              <a:pathLst>
                <a:path extrusionOk="0" h="54300" w="54300">
                  <a:moveTo>
                    <a:pt x="0" y="0"/>
                  </a:moveTo>
                  <a:lnTo>
                    <a:pt x="0" y="54299"/>
                  </a:lnTo>
                  <a:lnTo>
                    <a:pt x="54299" y="54299"/>
                  </a:lnTo>
                  <a:lnTo>
                    <a:pt x="54299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9"/>
            <p:cNvSpPr/>
            <p:nvPr/>
          </p:nvSpPr>
          <p:spPr>
            <a:xfrm>
              <a:off x="3131575" y="2857500"/>
              <a:ext cx="678425" cy="679075"/>
            </a:xfrm>
            <a:custGeom>
              <a:rect b="b" l="l" r="r" t="t"/>
              <a:pathLst>
                <a:path extrusionOk="0" h="27163" w="27137">
                  <a:moveTo>
                    <a:pt x="0" y="0"/>
                  </a:moveTo>
                  <a:lnTo>
                    <a:pt x="0" y="27162"/>
                  </a:lnTo>
                  <a:lnTo>
                    <a:pt x="27137" y="27162"/>
                  </a:lnTo>
                  <a:lnTo>
                    <a:pt x="27137" y="26860"/>
                  </a:lnTo>
                  <a:lnTo>
                    <a:pt x="19265" y="19013"/>
                  </a:lnTo>
                  <a:lnTo>
                    <a:pt x="8149" y="19013"/>
                  </a:lnTo>
                  <a:lnTo>
                    <a:pt x="8149" y="7872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9"/>
            <p:cNvSpPr/>
            <p:nvPr/>
          </p:nvSpPr>
          <p:spPr>
            <a:xfrm>
              <a:off x="3304475" y="2857500"/>
              <a:ext cx="505525" cy="506150"/>
            </a:xfrm>
            <a:custGeom>
              <a:rect b="b" l="l" r="r" t="t"/>
              <a:pathLst>
                <a:path extrusionOk="0" h="20246" w="20221">
                  <a:moveTo>
                    <a:pt x="0" y="0"/>
                  </a:moveTo>
                  <a:lnTo>
                    <a:pt x="5911" y="5935"/>
                  </a:lnTo>
                  <a:lnTo>
                    <a:pt x="5911" y="14310"/>
                  </a:lnTo>
                  <a:lnTo>
                    <a:pt x="14286" y="14310"/>
                  </a:lnTo>
                  <a:lnTo>
                    <a:pt x="20221" y="20246"/>
                  </a:lnTo>
                  <a:lnTo>
                    <a:pt x="20221" y="13430"/>
                  </a:lnTo>
                  <a:lnTo>
                    <a:pt x="19567" y="12726"/>
                  </a:lnTo>
                  <a:lnTo>
                    <a:pt x="18511" y="11141"/>
                  </a:lnTo>
                  <a:lnTo>
                    <a:pt x="17832" y="9431"/>
                  </a:lnTo>
                  <a:lnTo>
                    <a:pt x="17480" y="7646"/>
                  </a:lnTo>
                  <a:lnTo>
                    <a:pt x="17455" y="6740"/>
                  </a:lnTo>
                  <a:lnTo>
                    <a:pt x="16775" y="7369"/>
                  </a:lnTo>
                  <a:lnTo>
                    <a:pt x="15266" y="8375"/>
                  </a:lnTo>
                  <a:lnTo>
                    <a:pt x="13581" y="9104"/>
                  </a:lnTo>
                  <a:lnTo>
                    <a:pt x="11720" y="9482"/>
                  </a:lnTo>
                  <a:lnTo>
                    <a:pt x="10739" y="9507"/>
                  </a:lnTo>
                  <a:lnTo>
                    <a:pt x="10790" y="8526"/>
                  </a:lnTo>
                  <a:lnTo>
                    <a:pt x="11167" y="6690"/>
                  </a:lnTo>
                  <a:lnTo>
                    <a:pt x="11871" y="4980"/>
                  </a:lnTo>
                  <a:lnTo>
                    <a:pt x="12902" y="3471"/>
                  </a:lnTo>
                  <a:lnTo>
                    <a:pt x="13531" y="2817"/>
                  </a:lnTo>
                  <a:lnTo>
                    <a:pt x="12601" y="2767"/>
                  </a:lnTo>
                  <a:lnTo>
                    <a:pt x="10815" y="2440"/>
                  </a:lnTo>
                  <a:lnTo>
                    <a:pt x="9105" y="1735"/>
                  </a:lnTo>
                  <a:lnTo>
                    <a:pt x="7520" y="704"/>
                  </a:lnTo>
                  <a:lnTo>
                    <a:pt x="6816" y="25"/>
                  </a:lnTo>
                  <a:lnTo>
                    <a:pt x="6841" y="25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9"/>
            <p:cNvSpPr/>
            <p:nvPr/>
          </p:nvSpPr>
          <p:spPr>
            <a:xfrm>
              <a:off x="3810000" y="2351975"/>
              <a:ext cx="506150" cy="505525"/>
            </a:xfrm>
            <a:custGeom>
              <a:rect b="b" l="l" r="r" t="t"/>
              <a:pathLst>
                <a:path extrusionOk="0" h="20221" w="20246">
                  <a:moveTo>
                    <a:pt x="0" y="0"/>
                  </a:moveTo>
                  <a:lnTo>
                    <a:pt x="0" y="6841"/>
                  </a:lnTo>
                  <a:lnTo>
                    <a:pt x="679" y="7571"/>
                  </a:lnTo>
                  <a:lnTo>
                    <a:pt x="1710" y="9130"/>
                  </a:lnTo>
                  <a:lnTo>
                    <a:pt x="2414" y="10840"/>
                  </a:lnTo>
                  <a:lnTo>
                    <a:pt x="2741" y="12651"/>
                  </a:lnTo>
                  <a:lnTo>
                    <a:pt x="2792" y="13556"/>
                  </a:lnTo>
                  <a:lnTo>
                    <a:pt x="3446" y="12927"/>
                  </a:lnTo>
                  <a:lnTo>
                    <a:pt x="4955" y="11896"/>
                  </a:lnTo>
                  <a:lnTo>
                    <a:pt x="6665" y="11192"/>
                  </a:lnTo>
                  <a:lnTo>
                    <a:pt x="8501" y="10815"/>
                  </a:lnTo>
                  <a:lnTo>
                    <a:pt x="9482" y="10765"/>
                  </a:lnTo>
                  <a:lnTo>
                    <a:pt x="9456" y="11745"/>
                  </a:lnTo>
                  <a:lnTo>
                    <a:pt x="9079" y="13607"/>
                  </a:lnTo>
                  <a:lnTo>
                    <a:pt x="8350" y="15292"/>
                  </a:lnTo>
                  <a:lnTo>
                    <a:pt x="7319" y="16801"/>
                  </a:lnTo>
                  <a:lnTo>
                    <a:pt x="6715" y="17480"/>
                  </a:lnTo>
                  <a:lnTo>
                    <a:pt x="7620" y="17505"/>
                  </a:lnTo>
                  <a:lnTo>
                    <a:pt x="9381" y="17857"/>
                  </a:lnTo>
                  <a:lnTo>
                    <a:pt x="11091" y="18536"/>
                  </a:lnTo>
                  <a:lnTo>
                    <a:pt x="12676" y="19567"/>
                  </a:lnTo>
                  <a:lnTo>
                    <a:pt x="13380" y="20221"/>
                  </a:lnTo>
                  <a:lnTo>
                    <a:pt x="20246" y="20221"/>
                  </a:lnTo>
                  <a:lnTo>
                    <a:pt x="14310" y="14286"/>
                  </a:lnTo>
                  <a:lnTo>
                    <a:pt x="14310" y="5911"/>
                  </a:lnTo>
                  <a:lnTo>
                    <a:pt x="5935" y="5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9"/>
            <p:cNvSpPr/>
            <p:nvPr/>
          </p:nvSpPr>
          <p:spPr>
            <a:xfrm>
              <a:off x="3810000" y="2179075"/>
              <a:ext cx="679075" cy="678425"/>
            </a:xfrm>
            <a:custGeom>
              <a:rect b="b" l="l" r="r" t="t"/>
              <a:pathLst>
                <a:path extrusionOk="0" h="27137" w="27163">
                  <a:moveTo>
                    <a:pt x="0" y="0"/>
                  </a:moveTo>
                  <a:lnTo>
                    <a:pt x="0" y="277"/>
                  </a:lnTo>
                  <a:lnTo>
                    <a:pt x="7872" y="8149"/>
                  </a:lnTo>
                  <a:lnTo>
                    <a:pt x="19013" y="8149"/>
                  </a:lnTo>
                  <a:lnTo>
                    <a:pt x="19013" y="19265"/>
                  </a:lnTo>
                  <a:lnTo>
                    <a:pt x="26860" y="27137"/>
                  </a:lnTo>
                  <a:lnTo>
                    <a:pt x="27162" y="27137"/>
                  </a:lnTo>
                  <a:lnTo>
                    <a:pt x="27162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9"/>
            <p:cNvSpPr/>
            <p:nvPr/>
          </p:nvSpPr>
          <p:spPr>
            <a:xfrm>
              <a:off x="3810000" y="2857500"/>
              <a:ext cx="0" cy="0"/>
            </a:xfrm>
            <a:custGeom>
              <a:rect b="b" l="l" r="r" t="t"/>
              <a:pathLst>
                <a:path extrusionOk="0" h="0" w="0">
                  <a:moveTo>
                    <a:pt x="0" y="0"/>
                  </a:moveTo>
                  <a:close/>
                </a:path>
              </a:pathLst>
            </a:custGeom>
            <a:solidFill>
              <a:srgbClr val="A1A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9"/>
            <p:cNvSpPr/>
            <p:nvPr/>
          </p:nvSpPr>
          <p:spPr>
            <a:xfrm>
              <a:off x="3138475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6861" y="1"/>
                  </a:moveTo>
                  <a:lnTo>
                    <a:pt x="18989" y="7873"/>
                  </a:lnTo>
                  <a:lnTo>
                    <a:pt x="7873" y="7873"/>
                  </a:lnTo>
                  <a:lnTo>
                    <a:pt x="7873" y="18989"/>
                  </a:lnTo>
                  <a:lnTo>
                    <a:pt x="1" y="26861"/>
                  </a:lnTo>
                  <a:lnTo>
                    <a:pt x="6640" y="26861"/>
                  </a:lnTo>
                  <a:lnTo>
                    <a:pt x="12551" y="20926"/>
                  </a:lnTo>
                  <a:lnTo>
                    <a:pt x="12551" y="12551"/>
                  </a:lnTo>
                  <a:lnTo>
                    <a:pt x="20926" y="12551"/>
                  </a:lnTo>
                  <a:lnTo>
                    <a:pt x="26861" y="6640"/>
                  </a:lnTo>
                  <a:lnTo>
                    <a:pt x="26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9"/>
            <p:cNvSpPr/>
            <p:nvPr/>
          </p:nvSpPr>
          <p:spPr>
            <a:xfrm>
              <a:off x="3810000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20246" y="0"/>
                  </a:moveTo>
                  <a:lnTo>
                    <a:pt x="14310" y="5935"/>
                  </a:lnTo>
                  <a:lnTo>
                    <a:pt x="14310" y="14310"/>
                  </a:lnTo>
                  <a:lnTo>
                    <a:pt x="5935" y="14310"/>
                  </a:lnTo>
                  <a:lnTo>
                    <a:pt x="0" y="20246"/>
                  </a:lnTo>
                  <a:lnTo>
                    <a:pt x="0" y="26860"/>
                  </a:lnTo>
                  <a:lnTo>
                    <a:pt x="7872" y="19013"/>
                  </a:lnTo>
                  <a:lnTo>
                    <a:pt x="19013" y="19013"/>
                  </a:lnTo>
                  <a:lnTo>
                    <a:pt x="19013" y="7872"/>
                  </a:lnTo>
                  <a:lnTo>
                    <a:pt x="26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9"/>
            <p:cNvSpPr/>
            <p:nvPr/>
          </p:nvSpPr>
          <p:spPr>
            <a:xfrm>
              <a:off x="3138475" y="2857500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1" y="0"/>
                  </a:moveTo>
                  <a:lnTo>
                    <a:pt x="7873" y="7872"/>
                  </a:lnTo>
                  <a:lnTo>
                    <a:pt x="7873" y="19013"/>
                  </a:lnTo>
                  <a:lnTo>
                    <a:pt x="18989" y="19013"/>
                  </a:lnTo>
                  <a:lnTo>
                    <a:pt x="26861" y="26860"/>
                  </a:lnTo>
                  <a:lnTo>
                    <a:pt x="26861" y="20246"/>
                  </a:lnTo>
                  <a:lnTo>
                    <a:pt x="20926" y="14310"/>
                  </a:lnTo>
                  <a:lnTo>
                    <a:pt x="12551" y="14310"/>
                  </a:lnTo>
                  <a:lnTo>
                    <a:pt x="12551" y="5935"/>
                  </a:lnTo>
                  <a:lnTo>
                    <a:pt x="6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9"/>
            <p:cNvSpPr/>
            <p:nvPr/>
          </p:nvSpPr>
          <p:spPr>
            <a:xfrm>
              <a:off x="3810000" y="2185975"/>
              <a:ext cx="671525" cy="671525"/>
            </a:xfrm>
            <a:custGeom>
              <a:rect b="b" l="l" r="r" t="t"/>
              <a:pathLst>
                <a:path extrusionOk="0" h="26861" w="26861">
                  <a:moveTo>
                    <a:pt x="0" y="1"/>
                  </a:moveTo>
                  <a:lnTo>
                    <a:pt x="0" y="6640"/>
                  </a:lnTo>
                  <a:lnTo>
                    <a:pt x="5935" y="12551"/>
                  </a:lnTo>
                  <a:lnTo>
                    <a:pt x="14310" y="12551"/>
                  </a:lnTo>
                  <a:lnTo>
                    <a:pt x="14310" y="20926"/>
                  </a:lnTo>
                  <a:lnTo>
                    <a:pt x="20246" y="26861"/>
                  </a:lnTo>
                  <a:lnTo>
                    <a:pt x="26860" y="26861"/>
                  </a:lnTo>
                  <a:lnTo>
                    <a:pt x="19013" y="18989"/>
                  </a:lnTo>
                  <a:lnTo>
                    <a:pt x="19013" y="7873"/>
                  </a:lnTo>
                  <a:lnTo>
                    <a:pt x="7872" y="78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0" name="Google Shape;4340;p39"/>
          <p:cNvGrpSpPr/>
          <p:nvPr/>
        </p:nvGrpSpPr>
        <p:grpSpPr>
          <a:xfrm flipH="1" rot="5400000">
            <a:off x="7704915" y="4407631"/>
            <a:ext cx="734763" cy="734580"/>
            <a:chOff x="7083054" y="4447889"/>
            <a:chExt cx="856966" cy="856753"/>
          </a:xfrm>
        </p:grpSpPr>
        <p:sp>
          <p:nvSpPr>
            <p:cNvPr id="4341" name="Google Shape;4341;p39"/>
            <p:cNvSpPr/>
            <p:nvPr/>
          </p:nvSpPr>
          <p:spPr>
            <a:xfrm>
              <a:off x="7083054" y="4447889"/>
              <a:ext cx="856966" cy="856753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9"/>
            <p:cNvSpPr/>
            <p:nvPr/>
          </p:nvSpPr>
          <p:spPr>
            <a:xfrm>
              <a:off x="7336137" y="4700204"/>
              <a:ext cx="350796" cy="350796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9"/>
            <p:cNvSpPr/>
            <p:nvPr/>
          </p:nvSpPr>
          <p:spPr>
            <a:xfrm>
              <a:off x="7443721" y="4797701"/>
              <a:ext cx="139807" cy="139615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4" name="Google Shape;4344;p39"/>
          <p:cNvSpPr/>
          <p:nvPr/>
        </p:nvSpPr>
        <p:spPr>
          <a:xfrm>
            <a:off x="0" y="-188"/>
            <a:ext cx="734819" cy="734984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5" name="Google Shape;4345;p39"/>
          <p:cNvGrpSpPr/>
          <p:nvPr/>
        </p:nvGrpSpPr>
        <p:grpSpPr>
          <a:xfrm flipH="1">
            <a:off x="7332971" y="226913"/>
            <a:ext cx="280768" cy="280778"/>
            <a:chOff x="3474875" y="2523000"/>
            <a:chExt cx="670250" cy="670275"/>
          </a:xfrm>
        </p:grpSpPr>
        <p:sp>
          <p:nvSpPr>
            <p:cNvPr id="4346" name="Google Shape;4346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0" name="Google Shape;4350;p39"/>
          <p:cNvGrpSpPr/>
          <p:nvPr/>
        </p:nvGrpSpPr>
        <p:grpSpPr>
          <a:xfrm flipH="1">
            <a:off x="7805396" y="226913"/>
            <a:ext cx="280768" cy="280778"/>
            <a:chOff x="3474875" y="2523000"/>
            <a:chExt cx="670250" cy="670275"/>
          </a:xfrm>
        </p:grpSpPr>
        <p:sp>
          <p:nvSpPr>
            <p:cNvPr id="4351" name="Google Shape;4351;p39"/>
            <p:cNvSpPr/>
            <p:nvPr/>
          </p:nvSpPr>
          <p:spPr>
            <a:xfrm>
              <a:off x="3810000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0" y="0"/>
                  </a:moveTo>
                  <a:lnTo>
                    <a:pt x="0" y="13430"/>
                  </a:lnTo>
                  <a:lnTo>
                    <a:pt x="679" y="12726"/>
                  </a:lnTo>
                  <a:lnTo>
                    <a:pt x="1710" y="11141"/>
                  </a:lnTo>
                  <a:lnTo>
                    <a:pt x="2414" y="9431"/>
                  </a:lnTo>
                  <a:lnTo>
                    <a:pt x="2741" y="7646"/>
                  </a:lnTo>
                  <a:lnTo>
                    <a:pt x="2792" y="6740"/>
                  </a:lnTo>
                  <a:lnTo>
                    <a:pt x="3446" y="7369"/>
                  </a:lnTo>
                  <a:lnTo>
                    <a:pt x="4955" y="8375"/>
                  </a:lnTo>
                  <a:lnTo>
                    <a:pt x="6665" y="9104"/>
                  </a:lnTo>
                  <a:lnTo>
                    <a:pt x="8501" y="9482"/>
                  </a:lnTo>
                  <a:lnTo>
                    <a:pt x="9482" y="9507"/>
                  </a:lnTo>
                  <a:lnTo>
                    <a:pt x="9456" y="8526"/>
                  </a:lnTo>
                  <a:lnTo>
                    <a:pt x="9079" y="6690"/>
                  </a:lnTo>
                  <a:lnTo>
                    <a:pt x="8350" y="4980"/>
                  </a:lnTo>
                  <a:lnTo>
                    <a:pt x="7319" y="3471"/>
                  </a:lnTo>
                  <a:lnTo>
                    <a:pt x="6715" y="2817"/>
                  </a:lnTo>
                  <a:lnTo>
                    <a:pt x="7620" y="2767"/>
                  </a:lnTo>
                  <a:lnTo>
                    <a:pt x="9406" y="2440"/>
                  </a:lnTo>
                  <a:lnTo>
                    <a:pt x="11116" y="1735"/>
                  </a:lnTo>
                  <a:lnTo>
                    <a:pt x="12701" y="704"/>
                  </a:lnTo>
                  <a:lnTo>
                    <a:pt x="13405" y="25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9"/>
            <p:cNvSpPr/>
            <p:nvPr/>
          </p:nvSpPr>
          <p:spPr>
            <a:xfrm>
              <a:off x="34755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13380" y="0"/>
                  </a:moveTo>
                  <a:lnTo>
                    <a:pt x="12726" y="730"/>
                  </a:lnTo>
                  <a:lnTo>
                    <a:pt x="11670" y="2289"/>
                  </a:lnTo>
                  <a:lnTo>
                    <a:pt x="10991" y="3999"/>
                  </a:lnTo>
                  <a:lnTo>
                    <a:pt x="10639" y="5810"/>
                  </a:lnTo>
                  <a:lnTo>
                    <a:pt x="10614" y="6715"/>
                  </a:lnTo>
                  <a:lnTo>
                    <a:pt x="9934" y="6086"/>
                  </a:lnTo>
                  <a:lnTo>
                    <a:pt x="8425" y="5055"/>
                  </a:lnTo>
                  <a:lnTo>
                    <a:pt x="6740" y="4351"/>
                  </a:lnTo>
                  <a:lnTo>
                    <a:pt x="4879" y="3974"/>
                  </a:lnTo>
                  <a:lnTo>
                    <a:pt x="3898" y="3924"/>
                  </a:lnTo>
                  <a:lnTo>
                    <a:pt x="3949" y="4904"/>
                  </a:lnTo>
                  <a:lnTo>
                    <a:pt x="4326" y="6766"/>
                  </a:lnTo>
                  <a:lnTo>
                    <a:pt x="5030" y="8451"/>
                  </a:lnTo>
                  <a:lnTo>
                    <a:pt x="6061" y="9960"/>
                  </a:lnTo>
                  <a:lnTo>
                    <a:pt x="6690" y="10639"/>
                  </a:lnTo>
                  <a:lnTo>
                    <a:pt x="5785" y="10664"/>
                  </a:lnTo>
                  <a:lnTo>
                    <a:pt x="3999" y="11016"/>
                  </a:lnTo>
                  <a:lnTo>
                    <a:pt x="2289" y="11695"/>
                  </a:lnTo>
                  <a:lnTo>
                    <a:pt x="730" y="12726"/>
                  </a:lnTo>
                  <a:lnTo>
                    <a:pt x="0" y="13380"/>
                  </a:lnTo>
                  <a:lnTo>
                    <a:pt x="13380" y="13380"/>
                  </a:lnTo>
                  <a:lnTo>
                    <a:pt x="13380" y="0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9"/>
            <p:cNvSpPr/>
            <p:nvPr/>
          </p:nvSpPr>
          <p:spPr>
            <a:xfrm>
              <a:off x="3474875" y="2857500"/>
              <a:ext cx="335125" cy="335775"/>
            </a:xfrm>
            <a:custGeom>
              <a:rect b="b" l="l" r="r" t="t"/>
              <a:pathLst>
                <a:path extrusionOk="0" h="13431" w="13405">
                  <a:moveTo>
                    <a:pt x="25" y="0"/>
                  </a:moveTo>
                  <a:lnTo>
                    <a:pt x="25" y="25"/>
                  </a:lnTo>
                  <a:lnTo>
                    <a:pt x="0" y="25"/>
                  </a:lnTo>
                  <a:lnTo>
                    <a:pt x="704" y="704"/>
                  </a:lnTo>
                  <a:lnTo>
                    <a:pt x="2289" y="1735"/>
                  </a:lnTo>
                  <a:lnTo>
                    <a:pt x="3999" y="2440"/>
                  </a:lnTo>
                  <a:lnTo>
                    <a:pt x="5785" y="2767"/>
                  </a:lnTo>
                  <a:lnTo>
                    <a:pt x="6715" y="2817"/>
                  </a:lnTo>
                  <a:lnTo>
                    <a:pt x="6086" y="3471"/>
                  </a:lnTo>
                  <a:lnTo>
                    <a:pt x="5055" y="4980"/>
                  </a:lnTo>
                  <a:lnTo>
                    <a:pt x="4351" y="6690"/>
                  </a:lnTo>
                  <a:lnTo>
                    <a:pt x="3974" y="8526"/>
                  </a:lnTo>
                  <a:lnTo>
                    <a:pt x="3923" y="9507"/>
                  </a:lnTo>
                  <a:lnTo>
                    <a:pt x="4904" y="9482"/>
                  </a:lnTo>
                  <a:lnTo>
                    <a:pt x="6765" y="9104"/>
                  </a:lnTo>
                  <a:lnTo>
                    <a:pt x="8450" y="8375"/>
                  </a:lnTo>
                  <a:lnTo>
                    <a:pt x="9959" y="7369"/>
                  </a:lnTo>
                  <a:lnTo>
                    <a:pt x="10639" y="6740"/>
                  </a:lnTo>
                  <a:lnTo>
                    <a:pt x="10664" y="7646"/>
                  </a:lnTo>
                  <a:lnTo>
                    <a:pt x="11016" y="9431"/>
                  </a:lnTo>
                  <a:lnTo>
                    <a:pt x="11695" y="11141"/>
                  </a:lnTo>
                  <a:lnTo>
                    <a:pt x="12751" y="12726"/>
                  </a:lnTo>
                  <a:lnTo>
                    <a:pt x="13405" y="13430"/>
                  </a:lnTo>
                  <a:lnTo>
                    <a:pt x="13405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9"/>
            <p:cNvSpPr/>
            <p:nvPr/>
          </p:nvSpPr>
          <p:spPr>
            <a:xfrm>
              <a:off x="3810000" y="2523000"/>
              <a:ext cx="334500" cy="334500"/>
            </a:xfrm>
            <a:custGeom>
              <a:rect b="b" l="l" r="r" t="t"/>
              <a:pathLst>
                <a:path extrusionOk="0" h="13380" w="13380">
                  <a:moveTo>
                    <a:pt x="0" y="0"/>
                  </a:moveTo>
                  <a:lnTo>
                    <a:pt x="0" y="13380"/>
                  </a:lnTo>
                  <a:lnTo>
                    <a:pt x="13380" y="13380"/>
                  </a:lnTo>
                  <a:lnTo>
                    <a:pt x="12676" y="12726"/>
                  </a:lnTo>
                  <a:lnTo>
                    <a:pt x="11091" y="11695"/>
                  </a:lnTo>
                  <a:lnTo>
                    <a:pt x="9381" y="11016"/>
                  </a:lnTo>
                  <a:lnTo>
                    <a:pt x="7620" y="10664"/>
                  </a:lnTo>
                  <a:lnTo>
                    <a:pt x="6715" y="10639"/>
                  </a:lnTo>
                  <a:lnTo>
                    <a:pt x="7319" y="9960"/>
                  </a:lnTo>
                  <a:lnTo>
                    <a:pt x="8350" y="8451"/>
                  </a:lnTo>
                  <a:lnTo>
                    <a:pt x="9079" y="6766"/>
                  </a:lnTo>
                  <a:lnTo>
                    <a:pt x="9456" y="4904"/>
                  </a:lnTo>
                  <a:lnTo>
                    <a:pt x="9482" y="3924"/>
                  </a:lnTo>
                  <a:lnTo>
                    <a:pt x="8501" y="3974"/>
                  </a:lnTo>
                  <a:lnTo>
                    <a:pt x="6665" y="4351"/>
                  </a:lnTo>
                  <a:lnTo>
                    <a:pt x="4955" y="5055"/>
                  </a:lnTo>
                  <a:lnTo>
                    <a:pt x="3446" y="6086"/>
                  </a:lnTo>
                  <a:lnTo>
                    <a:pt x="2792" y="6715"/>
                  </a:lnTo>
                  <a:lnTo>
                    <a:pt x="2741" y="5810"/>
                  </a:lnTo>
                  <a:lnTo>
                    <a:pt x="2414" y="3999"/>
                  </a:lnTo>
                  <a:lnTo>
                    <a:pt x="1710" y="2289"/>
                  </a:lnTo>
                  <a:lnTo>
                    <a:pt x="679" y="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4775" y="1152475"/>
            <a:ext cx="767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reepik.com/free-photo/back-view-couple-enjoying-cup-coffee-sunset_10423795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back-view-women-sitting-rock_10298739.htm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photo/front-view-senior-man-posing_9908400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side-view-father-child-car-while-road-trip_11735144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back-view-senior-couple-holding-hands_9908436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high-angle-couple-beach_9908404.htm/?utm_source=slidesgo_template&amp;utm_medium=referral-link&amp;utm_campaign=sg_resources&amp;utm_content=freepik" TargetMode="External"/><Relationship Id="rId8" Type="http://schemas.openxmlformats.org/officeDocument/2006/relationships/hyperlink" Target="https://www.freepik.com/free-photo/medium-shot-man-with-bicycle_10346473.htm/?utm_source=slidesgo_template&amp;utm_medium=referral-link&amp;utm_campaign=sg_resources&amp;utm_content=freepik" TargetMode="External"/><Relationship Id="rId11" Type="http://schemas.openxmlformats.org/officeDocument/2006/relationships/hyperlink" Target="https://www.freepik.com/free-photo/front-view-happy-couple-enjoying-hot-beverage-trunk-car_11468939.htm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photo/mid-shot-old-man-fixing-hair-with-copy-space_9364587.htm#query=mid%20shot%20old%20man%20fixing%20hair%20&amp;position=0/?utm_source=slidesgo_template&amp;utm_medium=referral-link&amp;utm_campaign=sg_resources&amp;utm_content=freepik" TargetMode="External"/><Relationship Id="rId13" Type="http://schemas.openxmlformats.org/officeDocument/2006/relationships/hyperlink" Target="https://www.freepik.com/free-vector/geometric-elements-landing-page-template_5480459.htm#page=1&amp;query=geometric-elements-landing-page-template&amp;position=1/?utm_source=slidesgo_template&amp;utm_medium=referral-link&amp;utm_campaign=sg_resources&amp;utm_content=freepik" TargetMode="External"/><Relationship Id="rId12" Type="http://schemas.openxmlformats.org/officeDocument/2006/relationships/hyperlink" Target="https://www.freepik.com/free-vector/collection-gray-tiles_2976409.htm#page=1&amp;query=tiles&amp;position=9/?utm_source=slidesgo_template&amp;utm_medium=referral-link&amp;utm_campaign=sg_resources&amp;utm_content=freepik" TargetMode="External"/><Relationship Id="rId15" Type="http://schemas.openxmlformats.org/officeDocument/2006/relationships/hyperlink" Target="https://www.freepik.com/free-vector/top-view-food-dish-collection_2547391.htm/?utm_source=slidesgo_template&amp;utm_medium=referral-link&amp;utm_campaign=sg_resources&amp;utm_content=freepik" TargetMode="External"/><Relationship Id="rId14" Type="http://schemas.openxmlformats.org/officeDocument/2006/relationships/hyperlink" Target="https://www.freepik.com/free-vector/silhouette-city-skyline-flat-style_2029585.htm/?utm_source=slidesgo_template&amp;utm_medium=referral-link&amp;utm_campaign=sg_resources&amp;utm_content=freepik" TargetMode="External"/><Relationship Id="rId17" Type="http://schemas.openxmlformats.org/officeDocument/2006/relationships/hyperlink" Target="https://www.flaticon.com/packs/portugal-3?word=portugal/?utm_source=slidesgo_template&amp;utm_medium=referral-link&amp;utm_campaign=sg_resources&amp;utm_content=flaticon" TargetMode="External"/><Relationship Id="rId16" Type="http://schemas.openxmlformats.org/officeDocument/2006/relationships/hyperlink" Target="https://www.freepik.com/free-vector/colorful-skyline-lisbon_2837941.htm#page=1&amp;query=lisbon&amp;position=14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8" name="Shape 4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9" name="Google Shape;4359;p40"/>
          <p:cNvGrpSpPr/>
          <p:nvPr/>
        </p:nvGrpSpPr>
        <p:grpSpPr>
          <a:xfrm>
            <a:off x="7674725" y="-5494"/>
            <a:ext cx="741710" cy="741736"/>
            <a:chOff x="2366299" y="4672193"/>
            <a:chExt cx="720386" cy="720412"/>
          </a:xfrm>
        </p:grpSpPr>
        <p:sp>
          <p:nvSpPr>
            <p:cNvPr id="4360" name="Google Shape;4360;p40"/>
            <p:cNvSpPr/>
            <p:nvPr/>
          </p:nvSpPr>
          <p:spPr>
            <a:xfrm>
              <a:off x="2366299" y="4672193"/>
              <a:ext cx="720386" cy="720412"/>
            </a:xfrm>
            <a:custGeom>
              <a:rect b="b" l="l" r="r" t="t"/>
              <a:pathLst>
                <a:path extrusionOk="0" h="27791" w="27790">
                  <a:moveTo>
                    <a:pt x="0" y="1"/>
                  </a:moveTo>
                  <a:lnTo>
                    <a:pt x="0" y="27790"/>
                  </a:lnTo>
                  <a:lnTo>
                    <a:pt x="27790" y="27790"/>
                  </a:lnTo>
                  <a:lnTo>
                    <a:pt x="27790" y="1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40"/>
            <p:cNvSpPr/>
            <p:nvPr/>
          </p:nvSpPr>
          <p:spPr>
            <a:xfrm>
              <a:off x="2745363" y="4672193"/>
              <a:ext cx="341322" cy="341322"/>
            </a:xfrm>
            <a:custGeom>
              <a:rect b="b" l="l" r="r" t="t"/>
              <a:pathLst>
                <a:path extrusionOk="0" h="13167" w="13167">
                  <a:moveTo>
                    <a:pt x="1" y="1"/>
                  </a:moveTo>
                  <a:lnTo>
                    <a:pt x="1394" y="145"/>
                  </a:lnTo>
                  <a:lnTo>
                    <a:pt x="2756" y="433"/>
                  </a:lnTo>
                  <a:lnTo>
                    <a:pt x="4053" y="834"/>
                  </a:lnTo>
                  <a:lnTo>
                    <a:pt x="5303" y="1362"/>
                  </a:lnTo>
                  <a:lnTo>
                    <a:pt x="6488" y="2003"/>
                  </a:lnTo>
                  <a:lnTo>
                    <a:pt x="7593" y="2756"/>
                  </a:lnTo>
                  <a:lnTo>
                    <a:pt x="8618" y="3605"/>
                  </a:lnTo>
                  <a:lnTo>
                    <a:pt x="9099" y="4069"/>
                  </a:lnTo>
                  <a:lnTo>
                    <a:pt x="9563" y="4550"/>
                  </a:lnTo>
                  <a:lnTo>
                    <a:pt x="10412" y="5575"/>
                  </a:lnTo>
                  <a:lnTo>
                    <a:pt x="11165" y="6680"/>
                  </a:lnTo>
                  <a:lnTo>
                    <a:pt x="11805" y="7865"/>
                  </a:lnTo>
                  <a:lnTo>
                    <a:pt x="12334" y="9114"/>
                  </a:lnTo>
                  <a:lnTo>
                    <a:pt x="12734" y="10412"/>
                  </a:lnTo>
                  <a:lnTo>
                    <a:pt x="13023" y="11773"/>
                  </a:lnTo>
                  <a:lnTo>
                    <a:pt x="13167" y="13167"/>
                  </a:lnTo>
                  <a:lnTo>
                    <a:pt x="13167" y="1"/>
                  </a:lnTo>
                  <a:close/>
                </a:path>
              </a:pathLst>
            </a:custGeom>
            <a:solidFill>
              <a:srgbClr val="C61A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40"/>
            <p:cNvSpPr/>
            <p:nvPr/>
          </p:nvSpPr>
          <p:spPr>
            <a:xfrm>
              <a:off x="2366299" y="4672193"/>
              <a:ext cx="720386" cy="360012"/>
            </a:xfrm>
            <a:custGeom>
              <a:rect b="b" l="l" r="r" t="t"/>
              <a:pathLst>
                <a:path extrusionOk="0" h="13888" w="27790">
                  <a:moveTo>
                    <a:pt x="0" y="1"/>
                  </a:moveTo>
                  <a:lnTo>
                    <a:pt x="17" y="705"/>
                  </a:lnTo>
                  <a:lnTo>
                    <a:pt x="161" y="2115"/>
                  </a:lnTo>
                  <a:lnTo>
                    <a:pt x="433" y="3476"/>
                  </a:lnTo>
                  <a:lnTo>
                    <a:pt x="833" y="4774"/>
                  </a:lnTo>
                  <a:lnTo>
                    <a:pt x="1362" y="6023"/>
                  </a:lnTo>
                  <a:lnTo>
                    <a:pt x="2003" y="7208"/>
                  </a:lnTo>
                  <a:lnTo>
                    <a:pt x="2755" y="8314"/>
                  </a:lnTo>
                  <a:lnTo>
                    <a:pt x="3604" y="9339"/>
                  </a:lnTo>
                  <a:lnTo>
                    <a:pt x="4549" y="10284"/>
                  </a:lnTo>
                  <a:lnTo>
                    <a:pt x="5574" y="11133"/>
                  </a:lnTo>
                  <a:lnTo>
                    <a:pt x="6696" y="11885"/>
                  </a:lnTo>
                  <a:lnTo>
                    <a:pt x="7865" y="12526"/>
                  </a:lnTo>
                  <a:lnTo>
                    <a:pt x="9114" y="13055"/>
                  </a:lnTo>
                  <a:lnTo>
                    <a:pt x="10428" y="13455"/>
                  </a:lnTo>
                  <a:lnTo>
                    <a:pt x="11773" y="13743"/>
                  </a:lnTo>
                  <a:lnTo>
                    <a:pt x="13182" y="13871"/>
                  </a:lnTo>
                  <a:lnTo>
                    <a:pt x="13903" y="13887"/>
                  </a:lnTo>
                  <a:lnTo>
                    <a:pt x="27790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57" y="10412"/>
                  </a:lnTo>
                  <a:lnTo>
                    <a:pt x="26957" y="9114"/>
                  </a:lnTo>
                  <a:lnTo>
                    <a:pt x="26428" y="7865"/>
                  </a:lnTo>
                  <a:lnTo>
                    <a:pt x="25788" y="6680"/>
                  </a:lnTo>
                  <a:lnTo>
                    <a:pt x="25035" y="5575"/>
                  </a:lnTo>
                  <a:lnTo>
                    <a:pt x="24186" y="4550"/>
                  </a:lnTo>
                  <a:lnTo>
                    <a:pt x="23241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08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3" name="Google Shape;4363;p40"/>
          <p:cNvSpPr/>
          <p:nvPr/>
        </p:nvSpPr>
        <p:spPr>
          <a:xfrm>
            <a:off x="8411262" y="4421968"/>
            <a:ext cx="720801" cy="720801"/>
          </a:xfrm>
          <a:custGeom>
            <a:rect b="b" l="l" r="r" t="t"/>
            <a:pathLst>
              <a:path extrusionOk="0" h="27806" w="27806">
                <a:moveTo>
                  <a:pt x="1" y="0"/>
                </a:moveTo>
                <a:lnTo>
                  <a:pt x="1" y="27806"/>
                </a:lnTo>
                <a:lnTo>
                  <a:pt x="13903" y="27806"/>
                </a:lnTo>
                <a:lnTo>
                  <a:pt x="14624" y="27790"/>
                </a:lnTo>
                <a:lnTo>
                  <a:pt x="16017" y="27646"/>
                </a:lnTo>
                <a:lnTo>
                  <a:pt x="17379" y="27373"/>
                </a:lnTo>
                <a:lnTo>
                  <a:pt x="18676" y="26957"/>
                </a:lnTo>
                <a:lnTo>
                  <a:pt x="19926" y="26428"/>
                </a:lnTo>
                <a:lnTo>
                  <a:pt x="21111" y="25788"/>
                </a:lnTo>
                <a:lnTo>
                  <a:pt x="22216" y="25035"/>
                </a:lnTo>
                <a:lnTo>
                  <a:pt x="23257" y="24186"/>
                </a:lnTo>
                <a:lnTo>
                  <a:pt x="24186" y="23241"/>
                </a:lnTo>
                <a:lnTo>
                  <a:pt x="25051" y="22216"/>
                </a:lnTo>
                <a:lnTo>
                  <a:pt x="25788" y="21111"/>
                </a:lnTo>
                <a:lnTo>
                  <a:pt x="26429" y="19925"/>
                </a:lnTo>
                <a:lnTo>
                  <a:pt x="26957" y="18676"/>
                </a:lnTo>
                <a:lnTo>
                  <a:pt x="27374" y="17379"/>
                </a:lnTo>
                <a:lnTo>
                  <a:pt x="27646" y="16017"/>
                </a:lnTo>
                <a:lnTo>
                  <a:pt x="27790" y="14624"/>
                </a:lnTo>
                <a:lnTo>
                  <a:pt x="27806" y="13903"/>
                </a:lnTo>
                <a:lnTo>
                  <a:pt x="27790" y="13182"/>
                </a:lnTo>
                <a:lnTo>
                  <a:pt x="27646" y="11789"/>
                </a:lnTo>
                <a:lnTo>
                  <a:pt x="27374" y="10427"/>
                </a:lnTo>
                <a:lnTo>
                  <a:pt x="26957" y="9114"/>
                </a:lnTo>
                <a:lnTo>
                  <a:pt x="26429" y="7865"/>
                </a:lnTo>
                <a:lnTo>
                  <a:pt x="25788" y="6695"/>
                </a:lnTo>
                <a:lnTo>
                  <a:pt x="25051" y="5574"/>
                </a:lnTo>
                <a:lnTo>
                  <a:pt x="24186" y="4549"/>
                </a:lnTo>
                <a:lnTo>
                  <a:pt x="23257" y="3604"/>
                </a:lnTo>
                <a:lnTo>
                  <a:pt x="22216" y="2755"/>
                </a:lnTo>
                <a:lnTo>
                  <a:pt x="21111" y="2002"/>
                </a:lnTo>
                <a:lnTo>
                  <a:pt x="19926" y="1362"/>
                </a:lnTo>
                <a:lnTo>
                  <a:pt x="18676" y="833"/>
                </a:lnTo>
                <a:lnTo>
                  <a:pt x="17379" y="433"/>
                </a:lnTo>
                <a:lnTo>
                  <a:pt x="16017" y="160"/>
                </a:lnTo>
                <a:lnTo>
                  <a:pt x="14624" y="16"/>
                </a:lnTo>
                <a:lnTo>
                  <a:pt x="13903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4" name="Google Shape;4364;p40"/>
          <p:cNvGrpSpPr/>
          <p:nvPr/>
        </p:nvGrpSpPr>
        <p:grpSpPr>
          <a:xfrm>
            <a:off x="7675528" y="4408419"/>
            <a:ext cx="738244" cy="737846"/>
            <a:chOff x="3812437" y="4672193"/>
            <a:chExt cx="720801" cy="720412"/>
          </a:xfrm>
        </p:grpSpPr>
        <p:sp>
          <p:nvSpPr>
            <p:cNvPr id="4365" name="Google Shape;4365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" y="1"/>
                  </a:moveTo>
                  <a:lnTo>
                    <a:pt x="1" y="27790"/>
                  </a:lnTo>
                  <a:lnTo>
                    <a:pt x="27806" y="27790"/>
                  </a:lnTo>
                  <a:lnTo>
                    <a:pt x="27806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27806" y="27790"/>
                  </a:lnTo>
                  <a:lnTo>
                    <a:pt x="27806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74" y="10412"/>
                  </a:lnTo>
                  <a:lnTo>
                    <a:pt x="26957" y="9114"/>
                  </a:lnTo>
                  <a:lnTo>
                    <a:pt x="26429" y="7865"/>
                  </a:lnTo>
                  <a:lnTo>
                    <a:pt x="25788" y="6680"/>
                  </a:lnTo>
                  <a:lnTo>
                    <a:pt x="25051" y="5575"/>
                  </a:lnTo>
                  <a:lnTo>
                    <a:pt x="24202" y="4550"/>
                  </a:lnTo>
                  <a:lnTo>
                    <a:pt x="23257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40"/>
            <p:cNvSpPr/>
            <p:nvPr/>
          </p:nvSpPr>
          <p:spPr>
            <a:xfrm>
              <a:off x="3812437" y="4672193"/>
              <a:ext cx="360426" cy="720412"/>
            </a:xfrm>
            <a:custGeom>
              <a:rect b="b" l="l" r="r" t="t"/>
              <a:pathLst>
                <a:path extrusionOk="0" h="27791" w="13904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13903" y="27790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40"/>
            <p:cNvSpPr/>
            <p:nvPr/>
          </p:nvSpPr>
          <p:spPr>
            <a:xfrm>
              <a:off x="4004678" y="4889761"/>
              <a:ext cx="340492" cy="340492"/>
            </a:xfrm>
            <a:custGeom>
              <a:rect b="b" l="l" r="r" t="t"/>
              <a:pathLst>
                <a:path extrusionOk="0" h="13135" w="13135">
                  <a:moveTo>
                    <a:pt x="6567" y="1"/>
                  </a:moveTo>
                  <a:lnTo>
                    <a:pt x="5895" y="17"/>
                  </a:lnTo>
                  <a:lnTo>
                    <a:pt x="4613" y="289"/>
                  </a:lnTo>
                  <a:lnTo>
                    <a:pt x="3428" y="785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28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40"/>
                  </a:lnTo>
                  <a:lnTo>
                    <a:pt x="289" y="8522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28" y="12350"/>
                  </a:lnTo>
                  <a:lnTo>
                    <a:pt x="4613" y="12846"/>
                  </a:lnTo>
                  <a:lnTo>
                    <a:pt x="5895" y="13119"/>
                  </a:lnTo>
                  <a:lnTo>
                    <a:pt x="6567" y="13135"/>
                  </a:lnTo>
                  <a:lnTo>
                    <a:pt x="7240" y="13119"/>
                  </a:lnTo>
                  <a:lnTo>
                    <a:pt x="8537" y="12846"/>
                  </a:lnTo>
                  <a:lnTo>
                    <a:pt x="9707" y="12350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5" y="9707"/>
                  </a:lnTo>
                  <a:lnTo>
                    <a:pt x="12862" y="8522"/>
                  </a:lnTo>
                  <a:lnTo>
                    <a:pt x="13118" y="7240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28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7" y="289"/>
                  </a:lnTo>
                  <a:lnTo>
                    <a:pt x="7240" y="17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9" name="Google Shape;4369;p40"/>
          <p:cNvSpPr/>
          <p:nvPr/>
        </p:nvSpPr>
        <p:spPr>
          <a:xfrm>
            <a:off x="8633838" y="4633272"/>
            <a:ext cx="295231" cy="294843"/>
          </a:xfrm>
          <a:custGeom>
            <a:rect b="b" l="l" r="r" t="t"/>
            <a:pathLst>
              <a:path extrusionOk="0" h="11374" w="11389">
                <a:moveTo>
                  <a:pt x="5702" y="1"/>
                </a:moveTo>
                <a:lnTo>
                  <a:pt x="0" y="5687"/>
                </a:lnTo>
                <a:lnTo>
                  <a:pt x="5702" y="11373"/>
                </a:lnTo>
                <a:lnTo>
                  <a:pt x="11388" y="5687"/>
                </a:lnTo>
                <a:lnTo>
                  <a:pt x="5702" y="1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0" name="Google Shape;4370;p40"/>
          <p:cNvSpPr/>
          <p:nvPr/>
        </p:nvSpPr>
        <p:spPr>
          <a:xfrm>
            <a:off x="8716038" y="4720061"/>
            <a:ext cx="117533" cy="117533"/>
          </a:xfrm>
          <a:custGeom>
            <a:rect b="b" l="l" r="r" t="t"/>
            <a:pathLst>
              <a:path extrusionOk="0" h="4534" w="4534">
                <a:moveTo>
                  <a:pt x="2259" y="1"/>
                </a:moveTo>
                <a:lnTo>
                  <a:pt x="1" y="2275"/>
                </a:lnTo>
                <a:lnTo>
                  <a:pt x="2259" y="4533"/>
                </a:lnTo>
                <a:lnTo>
                  <a:pt x="4533" y="2275"/>
                </a:lnTo>
                <a:lnTo>
                  <a:pt x="2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1" name="Google Shape;4371;p40"/>
          <p:cNvGrpSpPr/>
          <p:nvPr/>
        </p:nvGrpSpPr>
        <p:grpSpPr>
          <a:xfrm>
            <a:off x="8414015" y="-5546"/>
            <a:ext cx="741704" cy="741277"/>
            <a:chOff x="3812437" y="3234791"/>
            <a:chExt cx="720801" cy="720386"/>
          </a:xfrm>
        </p:grpSpPr>
        <p:sp>
          <p:nvSpPr>
            <p:cNvPr id="4372" name="Google Shape;4372;p40"/>
            <p:cNvSpPr/>
            <p:nvPr/>
          </p:nvSpPr>
          <p:spPr>
            <a:xfrm>
              <a:off x="3812437" y="3234791"/>
              <a:ext cx="720801" cy="720386"/>
            </a:xfrm>
            <a:custGeom>
              <a:rect b="b" l="l" r="r" t="t"/>
              <a:pathLst>
                <a:path extrusionOk="0" h="27790" w="27806">
                  <a:moveTo>
                    <a:pt x="1" y="0"/>
                  </a:moveTo>
                  <a:lnTo>
                    <a:pt x="1" y="27789"/>
                  </a:lnTo>
                  <a:lnTo>
                    <a:pt x="27806" y="27789"/>
                  </a:lnTo>
                  <a:lnTo>
                    <a:pt x="27806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40"/>
            <p:cNvSpPr/>
            <p:nvPr/>
          </p:nvSpPr>
          <p:spPr>
            <a:xfrm>
              <a:off x="3812437" y="3234791"/>
              <a:ext cx="720801" cy="720386"/>
            </a:xfrm>
            <a:custGeom>
              <a:rect b="b" l="l" r="r" t="t"/>
              <a:pathLst>
                <a:path extrusionOk="0" h="27790" w="27806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27806" y="27789"/>
                  </a:lnTo>
                  <a:lnTo>
                    <a:pt x="27806" y="13903"/>
                  </a:lnTo>
                  <a:lnTo>
                    <a:pt x="27790" y="13182"/>
                  </a:lnTo>
                  <a:lnTo>
                    <a:pt x="27646" y="11772"/>
                  </a:lnTo>
                  <a:lnTo>
                    <a:pt x="27374" y="10427"/>
                  </a:lnTo>
                  <a:lnTo>
                    <a:pt x="26957" y="9114"/>
                  </a:lnTo>
                  <a:lnTo>
                    <a:pt x="26429" y="7864"/>
                  </a:lnTo>
                  <a:lnTo>
                    <a:pt x="25788" y="6695"/>
                  </a:lnTo>
                  <a:lnTo>
                    <a:pt x="25051" y="5574"/>
                  </a:lnTo>
                  <a:lnTo>
                    <a:pt x="24202" y="4549"/>
                  </a:lnTo>
                  <a:lnTo>
                    <a:pt x="23257" y="3604"/>
                  </a:lnTo>
                  <a:lnTo>
                    <a:pt x="22216" y="2755"/>
                  </a:lnTo>
                  <a:lnTo>
                    <a:pt x="21111" y="2002"/>
                  </a:lnTo>
                  <a:lnTo>
                    <a:pt x="19926" y="1361"/>
                  </a:lnTo>
                  <a:lnTo>
                    <a:pt x="18676" y="833"/>
                  </a:lnTo>
                  <a:lnTo>
                    <a:pt x="17379" y="432"/>
                  </a:lnTo>
                  <a:lnTo>
                    <a:pt x="16017" y="160"/>
                  </a:lnTo>
                  <a:lnTo>
                    <a:pt x="14624" y="16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40"/>
            <p:cNvSpPr/>
            <p:nvPr/>
          </p:nvSpPr>
          <p:spPr>
            <a:xfrm>
              <a:off x="3812437" y="3234791"/>
              <a:ext cx="360426" cy="720386"/>
            </a:xfrm>
            <a:custGeom>
              <a:rect b="b" l="l" r="r" t="t"/>
              <a:pathLst>
                <a:path extrusionOk="0" h="27790" w="13904">
                  <a:moveTo>
                    <a:pt x="13903" y="0"/>
                  </a:moveTo>
                  <a:lnTo>
                    <a:pt x="13182" y="16"/>
                  </a:lnTo>
                  <a:lnTo>
                    <a:pt x="11789" y="160"/>
                  </a:lnTo>
                  <a:lnTo>
                    <a:pt x="10428" y="432"/>
                  </a:lnTo>
                  <a:lnTo>
                    <a:pt x="9114" y="833"/>
                  </a:lnTo>
                  <a:lnTo>
                    <a:pt x="7881" y="1361"/>
                  </a:lnTo>
                  <a:lnTo>
                    <a:pt x="6696" y="2002"/>
                  </a:lnTo>
                  <a:lnTo>
                    <a:pt x="5590" y="2755"/>
                  </a:lnTo>
                  <a:lnTo>
                    <a:pt x="4549" y="3604"/>
                  </a:lnTo>
                  <a:lnTo>
                    <a:pt x="3604" y="4549"/>
                  </a:lnTo>
                  <a:lnTo>
                    <a:pt x="2755" y="5574"/>
                  </a:lnTo>
                  <a:lnTo>
                    <a:pt x="2019" y="6695"/>
                  </a:lnTo>
                  <a:lnTo>
                    <a:pt x="1362" y="7864"/>
                  </a:lnTo>
                  <a:lnTo>
                    <a:pt x="849" y="9114"/>
                  </a:lnTo>
                  <a:lnTo>
                    <a:pt x="433" y="10427"/>
                  </a:lnTo>
                  <a:lnTo>
                    <a:pt x="161" y="11772"/>
                  </a:lnTo>
                  <a:lnTo>
                    <a:pt x="17" y="13182"/>
                  </a:lnTo>
                  <a:lnTo>
                    <a:pt x="1" y="13903"/>
                  </a:lnTo>
                  <a:lnTo>
                    <a:pt x="1" y="27789"/>
                  </a:lnTo>
                  <a:lnTo>
                    <a:pt x="13903" y="27789"/>
                  </a:lnTo>
                  <a:lnTo>
                    <a:pt x="1390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40"/>
            <p:cNvSpPr/>
            <p:nvPr/>
          </p:nvSpPr>
          <p:spPr>
            <a:xfrm>
              <a:off x="4004678" y="3452332"/>
              <a:ext cx="340492" cy="340907"/>
            </a:xfrm>
            <a:custGeom>
              <a:rect b="b" l="l" r="r" t="t"/>
              <a:pathLst>
                <a:path extrusionOk="0" h="13151" w="13135">
                  <a:moveTo>
                    <a:pt x="6567" y="1"/>
                  </a:moveTo>
                  <a:lnTo>
                    <a:pt x="5895" y="33"/>
                  </a:lnTo>
                  <a:lnTo>
                    <a:pt x="4613" y="289"/>
                  </a:lnTo>
                  <a:lnTo>
                    <a:pt x="3428" y="786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45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57"/>
                  </a:lnTo>
                  <a:lnTo>
                    <a:pt x="289" y="8538"/>
                  </a:lnTo>
                  <a:lnTo>
                    <a:pt x="785" y="9707"/>
                  </a:lnTo>
                  <a:lnTo>
                    <a:pt x="1490" y="10764"/>
                  </a:lnTo>
                  <a:lnTo>
                    <a:pt x="2387" y="11645"/>
                  </a:lnTo>
                  <a:lnTo>
                    <a:pt x="3428" y="12366"/>
                  </a:lnTo>
                  <a:lnTo>
                    <a:pt x="4613" y="12863"/>
                  </a:lnTo>
                  <a:lnTo>
                    <a:pt x="5895" y="13119"/>
                  </a:lnTo>
                  <a:lnTo>
                    <a:pt x="6567" y="13151"/>
                  </a:lnTo>
                  <a:lnTo>
                    <a:pt x="7240" y="13119"/>
                  </a:lnTo>
                  <a:lnTo>
                    <a:pt x="8537" y="12863"/>
                  </a:lnTo>
                  <a:lnTo>
                    <a:pt x="9707" y="12366"/>
                  </a:lnTo>
                  <a:lnTo>
                    <a:pt x="10764" y="11645"/>
                  </a:lnTo>
                  <a:lnTo>
                    <a:pt x="11645" y="10764"/>
                  </a:lnTo>
                  <a:lnTo>
                    <a:pt x="12365" y="9707"/>
                  </a:lnTo>
                  <a:lnTo>
                    <a:pt x="12862" y="8538"/>
                  </a:lnTo>
                  <a:lnTo>
                    <a:pt x="13118" y="7257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45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6"/>
                  </a:lnTo>
                  <a:lnTo>
                    <a:pt x="8537" y="289"/>
                  </a:lnTo>
                  <a:lnTo>
                    <a:pt x="7240" y="33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6" name="Google Shape;4376;p40"/>
          <p:cNvGrpSpPr/>
          <p:nvPr/>
        </p:nvGrpSpPr>
        <p:grpSpPr>
          <a:xfrm>
            <a:off x="8413802" y="734660"/>
            <a:ext cx="729956" cy="730086"/>
            <a:chOff x="8420259" y="717416"/>
            <a:chExt cx="721229" cy="721358"/>
          </a:xfrm>
        </p:grpSpPr>
        <p:sp>
          <p:nvSpPr>
            <p:cNvPr id="4377" name="Google Shape;4377;p40"/>
            <p:cNvSpPr/>
            <p:nvPr/>
          </p:nvSpPr>
          <p:spPr>
            <a:xfrm>
              <a:off x="8420272" y="717416"/>
              <a:ext cx="721216" cy="721216"/>
            </a:xfrm>
            <a:custGeom>
              <a:rect b="b" l="l" r="r" t="t"/>
              <a:pathLst>
                <a:path extrusionOk="0" h="27822" w="27822">
                  <a:moveTo>
                    <a:pt x="0" y="0"/>
                  </a:moveTo>
                  <a:lnTo>
                    <a:pt x="0" y="27821"/>
                  </a:lnTo>
                  <a:lnTo>
                    <a:pt x="27822" y="27821"/>
                  </a:lnTo>
                  <a:lnTo>
                    <a:pt x="27822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40"/>
            <p:cNvSpPr/>
            <p:nvPr/>
          </p:nvSpPr>
          <p:spPr>
            <a:xfrm>
              <a:off x="8420284" y="1078347"/>
              <a:ext cx="360841" cy="360426"/>
            </a:xfrm>
            <a:custGeom>
              <a:rect b="b" l="l" r="r" t="t"/>
              <a:pathLst>
                <a:path extrusionOk="0" h="13904" w="13920">
                  <a:moveTo>
                    <a:pt x="1" y="1"/>
                  </a:moveTo>
                  <a:lnTo>
                    <a:pt x="1" y="13903"/>
                  </a:lnTo>
                  <a:lnTo>
                    <a:pt x="13920" y="13903"/>
                  </a:lnTo>
                  <a:lnTo>
                    <a:pt x="13920" y="1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40"/>
            <p:cNvSpPr/>
            <p:nvPr/>
          </p:nvSpPr>
          <p:spPr>
            <a:xfrm>
              <a:off x="8781062" y="717416"/>
              <a:ext cx="360426" cy="360815"/>
            </a:xfrm>
            <a:custGeom>
              <a:rect b="b" l="l" r="r" t="t"/>
              <a:pathLst>
                <a:path extrusionOk="0" h="13919" w="13904">
                  <a:moveTo>
                    <a:pt x="1" y="0"/>
                  </a:moveTo>
                  <a:lnTo>
                    <a:pt x="1" y="13919"/>
                  </a:lnTo>
                  <a:lnTo>
                    <a:pt x="13904" y="13919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40"/>
            <p:cNvSpPr/>
            <p:nvPr/>
          </p:nvSpPr>
          <p:spPr>
            <a:xfrm>
              <a:off x="8453894" y="751037"/>
              <a:ext cx="653973" cy="653973"/>
            </a:xfrm>
            <a:custGeom>
              <a:rect b="b" l="l" r="r" t="t"/>
              <a:pathLst>
                <a:path extrusionOk="0" h="25228" w="25228">
                  <a:moveTo>
                    <a:pt x="14896" y="7128"/>
                  </a:moveTo>
                  <a:lnTo>
                    <a:pt x="18100" y="10347"/>
                  </a:lnTo>
                  <a:lnTo>
                    <a:pt x="18100" y="14880"/>
                  </a:lnTo>
                  <a:lnTo>
                    <a:pt x="14896" y="18100"/>
                  </a:lnTo>
                  <a:lnTo>
                    <a:pt x="10347" y="18100"/>
                  </a:lnTo>
                  <a:lnTo>
                    <a:pt x="7128" y="14880"/>
                  </a:lnTo>
                  <a:lnTo>
                    <a:pt x="7128" y="10347"/>
                  </a:lnTo>
                  <a:lnTo>
                    <a:pt x="10347" y="7128"/>
                  </a:lnTo>
                  <a:close/>
                  <a:moveTo>
                    <a:pt x="12622" y="0"/>
                  </a:moveTo>
                  <a:lnTo>
                    <a:pt x="9579" y="5270"/>
                  </a:lnTo>
                  <a:lnTo>
                    <a:pt x="3700" y="3700"/>
                  </a:lnTo>
                  <a:lnTo>
                    <a:pt x="5270" y="9579"/>
                  </a:lnTo>
                  <a:lnTo>
                    <a:pt x="0" y="12622"/>
                  </a:lnTo>
                  <a:lnTo>
                    <a:pt x="5270" y="15665"/>
                  </a:lnTo>
                  <a:lnTo>
                    <a:pt x="3700" y="21527"/>
                  </a:lnTo>
                  <a:lnTo>
                    <a:pt x="9579" y="19958"/>
                  </a:lnTo>
                  <a:lnTo>
                    <a:pt x="12622" y="25227"/>
                  </a:lnTo>
                  <a:lnTo>
                    <a:pt x="15665" y="19958"/>
                  </a:lnTo>
                  <a:lnTo>
                    <a:pt x="21543" y="21527"/>
                  </a:lnTo>
                  <a:lnTo>
                    <a:pt x="19958" y="15665"/>
                  </a:lnTo>
                  <a:lnTo>
                    <a:pt x="25227" y="12622"/>
                  </a:lnTo>
                  <a:lnTo>
                    <a:pt x="19958" y="9579"/>
                  </a:lnTo>
                  <a:lnTo>
                    <a:pt x="21543" y="3700"/>
                  </a:lnTo>
                  <a:lnTo>
                    <a:pt x="15665" y="5270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40"/>
            <p:cNvSpPr/>
            <p:nvPr/>
          </p:nvSpPr>
          <p:spPr>
            <a:xfrm>
              <a:off x="8653601" y="968190"/>
              <a:ext cx="245823" cy="212590"/>
            </a:xfrm>
            <a:custGeom>
              <a:rect b="b" l="l" r="r" t="t"/>
              <a:pathLst>
                <a:path extrusionOk="0" h="8201" w="9483">
                  <a:moveTo>
                    <a:pt x="2371" y="0"/>
                  </a:moveTo>
                  <a:lnTo>
                    <a:pt x="1" y="4101"/>
                  </a:lnTo>
                  <a:lnTo>
                    <a:pt x="2371" y="8201"/>
                  </a:lnTo>
                  <a:lnTo>
                    <a:pt x="7112" y="8201"/>
                  </a:lnTo>
                  <a:lnTo>
                    <a:pt x="9483" y="4101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40"/>
            <p:cNvSpPr/>
            <p:nvPr/>
          </p:nvSpPr>
          <p:spPr>
            <a:xfrm>
              <a:off x="8719625" y="1025064"/>
              <a:ext cx="113774" cy="98842"/>
            </a:xfrm>
            <a:custGeom>
              <a:rect b="b" l="l" r="r" t="t"/>
              <a:pathLst>
                <a:path extrusionOk="0" h="3813" w="4389">
                  <a:moveTo>
                    <a:pt x="1089" y="1"/>
                  </a:moveTo>
                  <a:lnTo>
                    <a:pt x="0" y="1907"/>
                  </a:lnTo>
                  <a:lnTo>
                    <a:pt x="1089" y="3813"/>
                  </a:lnTo>
                  <a:lnTo>
                    <a:pt x="3300" y="3813"/>
                  </a:lnTo>
                  <a:lnTo>
                    <a:pt x="4389" y="1907"/>
                  </a:lnTo>
                  <a:lnTo>
                    <a:pt x="3300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40"/>
            <p:cNvSpPr/>
            <p:nvPr/>
          </p:nvSpPr>
          <p:spPr>
            <a:xfrm>
              <a:off x="8420272" y="717416"/>
              <a:ext cx="166500" cy="166500"/>
            </a:xfrm>
            <a:custGeom>
              <a:rect b="b" l="l" r="r" t="t"/>
              <a:pathLst>
                <a:path extrusionOk="0" h="6423" w="6423">
                  <a:moveTo>
                    <a:pt x="2787" y="0"/>
                  </a:moveTo>
                  <a:lnTo>
                    <a:pt x="2787" y="1153"/>
                  </a:lnTo>
                  <a:lnTo>
                    <a:pt x="1153" y="2787"/>
                  </a:lnTo>
                  <a:lnTo>
                    <a:pt x="0" y="2787"/>
                  </a:lnTo>
                  <a:lnTo>
                    <a:pt x="0" y="6423"/>
                  </a:lnTo>
                  <a:lnTo>
                    <a:pt x="1554" y="3732"/>
                  </a:lnTo>
                  <a:lnTo>
                    <a:pt x="4549" y="4533"/>
                  </a:lnTo>
                  <a:lnTo>
                    <a:pt x="3748" y="1554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40"/>
            <p:cNvSpPr/>
            <p:nvPr/>
          </p:nvSpPr>
          <p:spPr>
            <a:xfrm>
              <a:off x="8974962" y="717416"/>
              <a:ext cx="166526" cy="166500"/>
            </a:xfrm>
            <a:custGeom>
              <a:rect b="b" l="l" r="r" t="t"/>
              <a:pathLst>
                <a:path extrusionOk="0" h="6423" w="6424">
                  <a:moveTo>
                    <a:pt x="1" y="0"/>
                  </a:moveTo>
                  <a:lnTo>
                    <a:pt x="2692" y="1554"/>
                  </a:lnTo>
                  <a:lnTo>
                    <a:pt x="1891" y="4533"/>
                  </a:lnTo>
                  <a:lnTo>
                    <a:pt x="4886" y="3732"/>
                  </a:lnTo>
                  <a:lnTo>
                    <a:pt x="6424" y="6423"/>
                  </a:lnTo>
                  <a:lnTo>
                    <a:pt x="6424" y="2787"/>
                  </a:lnTo>
                  <a:lnTo>
                    <a:pt x="5270" y="2787"/>
                  </a:lnTo>
                  <a:lnTo>
                    <a:pt x="3637" y="115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40"/>
            <p:cNvSpPr/>
            <p:nvPr/>
          </p:nvSpPr>
          <p:spPr>
            <a:xfrm>
              <a:off x="8970814" y="1268787"/>
              <a:ext cx="166111" cy="166111"/>
            </a:xfrm>
            <a:custGeom>
              <a:rect b="b" l="l" r="r" t="t"/>
              <a:pathLst>
                <a:path extrusionOk="0" h="6408" w="6408">
                  <a:moveTo>
                    <a:pt x="6407" y="1"/>
                  </a:moveTo>
                  <a:lnTo>
                    <a:pt x="4870" y="2675"/>
                  </a:lnTo>
                  <a:lnTo>
                    <a:pt x="1875" y="1875"/>
                  </a:lnTo>
                  <a:lnTo>
                    <a:pt x="2675" y="4870"/>
                  </a:lnTo>
                  <a:lnTo>
                    <a:pt x="1" y="6407"/>
                  </a:lnTo>
                  <a:lnTo>
                    <a:pt x="3620" y="6407"/>
                  </a:lnTo>
                  <a:lnTo>
                    <a:pt x="3620" y="5254"/>
                  </a:lnTo>
                  <a:lnTo>
                    <a:pt x="5254" y="3620"/>
                  </a:lnTo>
                  <a:lnTo>
                    <a:pt x="6407" y="3620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40"/>
            <p:cNvSpPr/>
            <p:nvPr/>
          </p:nvSpPr>
          <p:spPr>
            <a:xfrm>
              <a:off x="8420259" y="1272662"/>
              <a:ext cx="166526" cy="166111"/>
            </a:xfrm>
            <a:custGeom>
              <a:rect b="b" l="l" r="r" t="t"/>
              <a:pathLst>
                <a:path extrusionOk="0" h="6408" w="6424">
                  <a:moveTo>
                    <a:pt x="1" y="1"/>
                  </a:moveTo>
                  <a:lnTo>
                    <a:pt x="1" y="3620"/>
                  </a:lnTo>
                  <a:lnTo>
                    <a:pt x="1170" y="3620"/>
                  </a:lnTo>
                  <a:lnTo>
                    <a:pt x="2804" y="5254"/>
                  </a:lnTo>
                  <a:lnTo>
                    <a:pt x="2804" y="6407"/>
                  </a:lnTo>
                  <a:lnTo>
                    <a:pt x="6424" y="6407"/>
                  </a:lnTo>
                  <a:lnTo>
                    <a:pt x="3749" y="4870"/>
                  </a:lnTo>
                  <a:lnTo>
                    <a:pt x="4550" y="1875"/>
                  </a:lnTo>
                  <a:lnTo>
                    <a:pt x="1555" y="2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7" name="Google Shape;4387;p40"/>
          <p:cNvSpPr txBox="1"/>
          <p:nvPr>
            <p:ph type="ctrTitle"/>
          </p:nvPr>
        </p:nvSpPr>
        <p:spPr>
          <a:xfrm>
            <a:off x="734849" y="1276000"/>
            <a:ext cx="430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Lisbon</a:t>
            </a:r>
            <a:endParaRPr/>
          </a:p>
        </p:txBody>
      </p:sp>
      <p:sp>
        <p:nvSpPr>
          <p:cNvPr id="4388" name="Google Shape;4388;p40"/>
          <p:cNvSpPr txBox="1"/>
          <p:nvPr>
            <p:ph idx="1" type="subTitle"/>
          </p:nvPr>
        </p:nvSpPr>
        <p:spPr>
          <a:xfrm>
            <a:off x="734775" y="3176200"/>
            <a:ext cx="3018900" cy="16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Demand Pressure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Ironhack Data Analytics Final Project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by Rui Braz</a:t>
            </a:r>
            <a:endParaRPr sz="1200"/>
          </a:p>
        </p:txBody>
      </p:sp>
      <p:sp>
        <p:nvSpPr>
          <p:cNvPr id="4389" name="Google Shape;4389;p40"/>
          <p:cNvSpPr/>
          <p:nvPr/>
        </p:nvSpPr>
        <p:spPr>
          <a:xfrm>
            <a:off x="6202828" y="1473462"/>
            <a:ext cx="737112" cy="737093"/>
          </a:xfrm>
          <a:custGeom>
            <a:rect b="b" l="l" r="r" t="t"/>
            <a:pathLst>
              <a:path extrusionOk="0" h="40185" w="40186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p40"/>
          <p:cNvSpPr/>
          <p:nvPr/>
        </p:nvSpPr>
        <p:spPr>
          <a:xfrm rot="-5400000">
            <a:off x="7677031" y="3684810"/>
            <a:ext cx="737093" cy="736928"/>
          </a:xfrm>
          <a:custGeom>
            <a:rect b="b" l="l" r="r" t="t"/>
            <a:pathLst>
              <a:path extrusionOk="0" h="40176" w="40185">
                <a:moveTo>
                  <a:pt x="0" y="0"/>
                </a:moveTo>
                <a:lnTo>
                  <a:pt x="0" y="40176"/>
                </a:lnTo>
                <a:lnTo>
                  <a:pt x="1045" y="40167"/>
                </a:lnTo>
                <a:lnTo>
                  <a:pt x="3099" y="40060"/>
                </a:lnTo>
                <a:lnTo>
                  <a:pt x="5126" y="39854"/>
                </a:lnTo>
                <a:lnTo>
                  <a:pt x="7117" y="39551"/>
                </a:lnTo>
                <a:lnTo>
                  <a:pt x="9082" y="39149"/>
                </a:lnTo>
                <a:lnTo>
                  <a:pt x="11002" y="38658"/>
                </a:lnTo>
                <a:lnTo>
                  <a:pt x="12895" y="38068"/>
                </a:lnTo>
                <a:lnTo>
                  <a:pt x="14743" y="37390"/>
                </a:lnTo>
                <a:lnTo>
                  <a:pt x="16538" y="36631"/>
                </a:lnTo>
                <a:lnTo>
                  <a:pt x="18298" y="35782"/>
                </a:lnTo>
                <a:lnTo>
                  <a:pt x="20003" y="34854"/>
                </a:lnTo>
                <a:lnTo>
                  <a:pt x="21664" y="33845"/>
                </a:lnTo>
                <a:lnTo>
                  <a:pt x="23263" y="32764"/>
                </a:lnTo>
                <a:lnTo>
                  <a:pt x="24816" y="31612"/>
                </a:lnTo>
                <a:lnTo>
                  <a:pt x="26299" y="30380"/>
                </a:lnTo>
                <a:lnTo>
                  <a:pt x="27728" y="29085"/>
                </a:lnTo>
                <a:lnTo>
                  <a:pt x="29094" y="27719"/>
                </a:lnTo>
                <a:lnTo>
                  <a:pt x="30389" y="26290"/>
                </a:lnTo>
                <a:lnTo>
                  <a:pt x="31621" y="24808"/>
                </a:lnTo>
                <a:lnTo>
                  <a:pt x="32773" y="23254"/>
                </a:lnTo>
                <a:lnTo>
                  <a:pt x="33854" y="21655"/>
                </a:lnTo>
                <a:lnTo>
                  <a:pt x="34863" y="19994"/>
                </a:lnTo>
                <a:lnTo>
                  <a:pt x="35791" y="18289"/>
                </a:lnTo>
                <a:lnTo>
                  <a:pt x="36640" y="16529"/>
                </a:lnTo>
                <a:lnTo>
                  <a:pt x="37399" y="14735"/>
                </a:lnTo>
                <a:lnTo>
                  <a:pt x="38077" y="12886"/>
                </a:lnTo>
                <a:lnTo>
                  <a:pt x="38667" y="10993"/>
                </a:lnTo>
                <a:lnTo>
                  <a:pt x="39158" y="9073"/>
                </a:lnTo>
                <a:lnTo>
                  <a:pt x="39560" y="7108"/>
                </a:lnTo>
                <a:lnTo>
                  <a:pt x="39863" y="5117"/>
                </a:lnTo>
                <a:lnTo>
                  <a:pt x="40069" y="3090"/>
                </a:lnTo>
                <a:lnTo>
                  <a:pt x="40176" y="1036"/>
                </a:lnTo>
                <a:lnTo>
                  <a:pt x="40185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1" name="Google Shape;4391;p40"/>
          <p:cNvSpPr/>
          <p:nvPr/>
        </p:nvSpPr>
        <p:spPr>
          <a:xfrm rot="-5400000">
            <a:off x="7677031" y="4000447"/>
            <a:ext cx="421456" cy="421291"/>
          </a:xfrm>
          <a:custGeom>
            <a:rect b="b" l="l" r="r" t="t"/>
            <a:pathLst>
              <a:path extrusionOk="0" h="22968" w="22977">
                <a:moveTo>
                  <a:pt x="0" y="0"/>
                </a:moveTo>
                <a:lnTo>
                  <a:pt x="0" y="22968"/>
                </a:lnTo>
                <a:lnTo>
                  <a:pt x="598" y="22959"/>
                </a:lnTo>
                <a:lnTo>
                  <a:pt x="1768" y="22905"/>
                </a:lnTo>
                <a:lnTo>
                  <a:pt x="2929" y="22780"/>
                </a:lnTo>
                <a:lnTo>
                  <a:pt x="4072" y="22611"/>
                </a:lnTo>
                <a:lnTo>
                  <a:pt x="5197" y="22379"/>
                </a:lnTo>
                <a:lnTo>
                  <a:pt x="6296" y="22093"/>
                </a:lnTo>
                <a:lnTo>
                  <a:pt x="7376" y="21762"/>
                </a:lnTo>
                <a:lnTo>
                  <a:pt x="8430" y="21378"/>
                </a:lnTo>
                <a:lnTo>
                  <a:pt x="9457" y="20941"/>
                </a:lnTo>
                <a:lnTo>
                  <a:pt x="10466" y="20459"/>
                </a:lnTo>
                <a:lnTo>
                  <a:pt x="11439" y="19923"/>
                </a:lnTo>
                <a:lnTo>
                  <a:pt x="12386" y="19351"/>
                </a:lnTo>
                <a:lnTo>
                  <a:pt x="13306" y="18726"/>
                </a:lnTo>
                <a:lnTo>
                  <a:pt x="14190" y="18065"/>
                </a:lnTo>
                <a:lnTo>
                  <a:pt x="15038" y="17369"/>
                </a:lnTo>
                <a:lnTo>
                  <a:pt x="15851" y="16628"/>
                </a:lnTo>
                <a:lnTo>
                  <a:pt x="16637" y="15842"/>
                </a:lnTo>
                <a:lnTo>
                  <a:pt x="17378" y="15029"/>
                </a:lnTo>
                <a:lnTo>
                  <a:pt x="18074" y="14181"/>
                </a:lnTo>
                <a:lnTo>
                  <a:pt x="18735" y="13297"/>
                </a:lnTo>
                <a:lnTo>
                  <a:pt x="19360" y="12377"/>
                </a:lnTo>
                <a:lnTo>
                  <a:pt x="19932" y="11430"/>
                </a:lnTo>
                <a:lnTo>
                  <a:pt x="20468" y="10457"/>
                </a:lnTo>
                <a:lnTo>
                  <a:pt x="20950" y="9448"/>
                </a:lnTo>
                <a:lnTo>
                  <a:pt x="21387" y="8421"/>
                </a:lnTo>
                <a:lnTo>
                  <a:pt x="21771" y="7367"/>
                </a:lnTo>
                <a:lnTo>
                  <a:pt x="22102" y="6287"/>
                </a:lnTo>
                <a:lnTo>
                  <a:pt x="22388" y="5188"/>
                </a:lnTo>
                <a:lnTo>
                  <a:pt x="22620" y="4063"/>
                </a:lnTo>
                <a:lnTo>
                  <a:pt x="22789" y="2920"/>
                </a:lnTo>
                <a:lnTo>
                  <a:pt x="22914" y="1759"/>
                </a:lnTo>
                <a:lnTo>
                  <a:pt x="22968" y="590"/>
                </a:lnTo>
                <a:lnTo>
                  <a:pt x="22977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2" name="Google Shape;4392;p40"/>
          <p:cNvSpPr/>
          <p:nvPr/>
        </p:nvSpPr>
        <p:spPr>
          <a:xfrm>
            <a:off x="5465809" y="2947633"/>
            <a:ext cx="736947" cy="737112"/>
          </a:xfrm>
          <a:custGeom>
            <a:rect b="b" l="l" r="r" t="t"/>
            <a:pathLst>
              <a:path extrusionOk="0" h="40186" w="40177">
                <a:moveTo>
                  <a:pt x="40176" y="0"/>
                </a:moveTo>
                <a:lnTo>
                  <a:pt x="0" y="40185"/>
                </a:lnTo>
                <a:lnTo>
                  <a:pt x="40176" y="40185"/>
                </a:lnTo>
                <a:lnTo>
                  <a:pt x="40176" y="0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3" name="Google Shape;4393;p40"/>
          <p:cNvSpPr/>
          <p:nvPr/>
        </p:nvSpPr>
        <p:spPr>
          <a:xfrm>
            <a:off x="7677031" y="2947633"/>
            <a:ext cx="737093" cy="737112"/>
          </a:xfrm>
          <a:custGeom>
            <a:rect b="b" l="l" r="r" t="t"/>
            <a:pathLst>
              <a:path extrusionOk="0" h="40186" w="40185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4" name="Google Shape;4394;p40"/>
          <p:cNvSpPr/>
          <p:nvPr/>
        </p:nvSpPr>
        <p:spPr>
          <a:xfrm>
            <a:off x="7677031" y="2947633"/>
            <a:ext cx="737093" cy="736947"/>
          </a:xfrm>
          <a:custGeom>
            <a:rect b="b" l="l" r="r" t="t"/>
            <a:pathLst>
              <a:path extrusionOk="0" h="40177" w="40185">
                <a:moveTo>
                  <a:pt x="0" y="0"/>
                </a:moveTo>
                <a:lnTo>
                  <a:pt x="0" y="40176"/>
                </a:lnTo>
                <a:lnTo>
                  <a:pt x="40185" y="40176"/>
                </a:lnTo>
                <a:lnTo>
                  <a:pt x="20093" y="20093"/>
                </a:lnTo>
                <a:lnTo>
                  <a:pt x="11377" y="11377"/>
                </a:lnTo>
                <a:lnTo>
                  <a:pt x="0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5" name="Google Shape;4395;p40"/>
          <p:cNvSpPr/>
          <p:nvPr/>
        </p:nvSpPr>
        <p:spPr>
          <a:xfrm>
            <a:off x="7677025" y="2210625"/>
            <a:ext cx="741715" cy="736947"/>
          </a:xfrm>
          <a:custGeom>
            <a:rect b="b" l="l" r="r" t="t"/>
            <a:pathLst>
              <a:path extrusionOk="0" h="40177" w="40185">
                <a:moveTo>
                  <a:pt x="0" y="1"/>
                </a:moveTo>
                <a:lnTo>
                  <a:pt x="0" y="40176"/>
                </a:lnTo>
                <a:lnTo>
                  <a:pt x="40185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6" name="Google Shape;4396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0" y="1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7" name="Google Shape;4397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40176" y="1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8" name="Google Shape;4398;p40"/>
          <p:cNvSpPr/>
          <p:nvPr/>
        </p:nvSpPr>
        <p:spPr>
          <a:xfrm>
            <a:off x="6202828" y="1473462"/>
            <a:ext cx="737112" cy="737093"/>
          </a:xfrm>
          <a:custGeom>
            <a:rect b="b" l="l" r="r" t="t"/>
            <a:pathLst>
              <a:path extrusionOk="0" h="40185" w="40186">
                <a:moveTo>
                  <a:pt x="0" y="0"/>
                </a:moveTo>
                <a:lnTo>
                  <a:pt x="9" y="1036"/>
                </a:lnTo>
                <a:lnTo>
                  <a:pt x="116" y="3090"/>
                </a:lnTo>
                <a:lnTo>
                  <a:pt x="322" y="5117"/>
                </a:lnTo>
                <a:lnTo>
                  <a:pt x="625" y="7117"/>
                </a:lnTo>
                <a:lnTo>
                  <a:pt x="1027" y="9073"/>
                </a:lnTo>
                <a:lnTo>
                  <a:pt x="1527" y="11002"/>
                </a:lnTo>
                <a:lnTo>
                  <a:pt x="2108" y="12886"/>
                </a:lnTo>
                <a:lnTo>
                  <a:pt x="2786" y="14734"/>
                </a:lnTo>
                <a:lnTo>
                  <a:pt x="3554" y="16538"/>
                </a:lnTo>
                <a:lnTo>
                  <a:pt x="4394" y="18297"/>
                </a:lnTo>
                <a:lnTo>
                  <a:pt x="5323" y="20003"/>
                </a:lnTo>
                <a:lnTo>
                  <a:pt x="6332" y="21655"/>
                </a:lnTo>
                <a:lnTo>
                  <a:pt x="7412" y="23262"/>
                </a:lnTo>
                <a:lnTo>
                  <a:pt x="8573" y="24807"/>
                </a:lnTo>
                <a:lnTo>
                  <a:pt x="9796" y="26299"/>
                </a:lnTo>
                <a:lnTo>
                  <a:pt x="11100" y="27727"/>
                </a:lnTo>
                <a:lnTo>
                  <a:pt x="12458" y="29085"/>
                </a:lnTo>
                <a:lnTo>
                  <a:pt x="13886" y="30389"/>
                </a:lnTo>
                <a:lnTo>
                  <a:pt x="15378" y="31612"/>
                </a:lnTo>
                <a:lnTo>
                  <a:pt x="16923" y="32773"/>
                </a:lnTo>
                <a:lnTo>
                  <a:pt x="18530" y="33853"/>
                </a:lnTo>
                <a:lnTo>
                  <a:pt x="20182" y="34862"/>
                </a:lnTo>
                <a:lnTo>
                  <a:pt x="21888" y="35791"/>
                </a:lnTo>
                <a:lnTo>
                  <a:pt x="23647" y="36631"/>
                </a:lnTo>
                <a:lnTo>
                  <a:pt x="25451" y="37399"/>
                </a:lnTo>
                <a:lnTo>
                  <a:pt x="27299" y="38077"/>
                </a:lnTo>
                <a:lnTo>
                  <a:pt x="29183" y="38658"/>
                </a:lnTo>
                <a:lnTo>
                  <a:pt x="31112" y="39158"/>
                </a:lnTo>
                <a:lnTo>
                  <a:pt x="33068" y="39560"/>
                </a:lnTo>
                <a:lnTo>
                  <a:pt x="35068" y="39863"/>
                </a:lnTo>
                <a:lnTo>
                  <a:pt x="37095" y="40069"/>
                </a:lnTo>
                <a:lnTo>
                  <a:pt x="39149" y="40176"/>
                </a:lnTo>
                <a:lnTo>
                  <a:pt x="40185" y="40185"/>
                </a:lnTo>
                <a:lnTo>
                  <a:pt x="40185" y="0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9" name="Google Shape;4399;p40"/>
          <p:cNvSpPr/>
          <p:nvPr/>
        </p:nvSpPr>
        <p:spPr>
          <a:xfrm>
            <a:off x="7677031" y="736312"/>
            <a:ext cx="737093" cy="737093"/>
          </a:xfrm>
          <a:custGeom>
            <a:rect b="b" l="l" r="r" t="t"/>
            <a:pathLst>
              <a:path extrusionOk="0" h="40185" w="40185">
                <a:moveTo>
                  <a:pt x="0" y="0"/>
                </a:moveTo>
                <a:lnTo>
                  <a:pt x="0" y="40185"/>
                </a:lnTo>
                <a:lnTo>
                  <a:pt x="40185" y="40185"/>
                </a:lnTo>
                <a:lnTo>
                  <a:pt x="40176" y="39140"/>
                </a:lnTo>
                <a:lnTo>
                  <a:pt x="40069" y="37086"/>
                </a:lnTo>
                <a:lnTo>
                  <a:pt x="39863" y="35059"/>
                </a:lnTo>
                <a:lnTo>
                  <a:pt x="39560" y="33068"/>
                </a:lnTo>
                <a:lnTo>
                  <a:pt x="39158" y="31103"/>
                </a:lnTo>
                <a:lnTo>
                  <a:pt x="38667" y="29183"/>
                </a:lnTo>
                <a:lnTo>
                  <a:pt x="38077" y="27290"/>
                </a:lnTo>
                <a:lnTo>
                  <a:pt x="37399" y="25441"/>
                </a:lnTo>
                <a:lnTo>
                  <a:pt x="36640" y="23646"/>
                </a:lnTo>
                <a:lnTo>
                  <a:pt x="35791" y="21887"/>
                </a:lnTo>
                <a:lnTo>
                  <a:pt x="34863" y="20182"/>
                </a:lnTo>
                <a:lnTo>
                  <a:pt x="33854" y="18521"/>
                </a:lnTo>
                <a:lnTo>
                  <a:pt x="32773" y="16922"/>
                </a:lnTo>
                <a:lnTo>
                  <a:pt x="31621" y="15368"/>
                </a:lnTo>
                <a:lnTo>
                  <a:pt x="30389" y="13886"/>
                </a:lnTo>
                <a:lnTo>
                  <a:pt x="29094" y="12457"/>
                </a:lnTo>
                <a:lnTo>
                  <a:pt x="27728" y="11091"/>
                </a:lnTo>
                <a:lnTo>
                  <a:pt x="26299" y="9796"/>
                </a:lnTo>
                <a:lnTo>
                  <a:pt x="24816" y="8564"/>
                </a:lnTo>
                <a:lnTo>
                  <a:pt x="23263" y="7412"/>
                </a:lnTo>
                <a:lnTo>
                  <a:pt x="21664" y="6331"/>
                </a:lnTo>
                <a:lnTo>
                  <a:pt x="20003" y="5322"/>
                </a:lnTo>
                <a:lnTo>
                  <a:pt x="18298" y="4394"/>
                </a:lnTo>
                <a:lnTo>
                  <a:pt x="16538" y="3545"/>
                </a:lnTo>
                <a:lnTo>
                  <a:pt x="14743" y="2786"/>
                </a:lnTo>
                <a:lnTo>
                  <a:pt x="12895" y="2107"/>
                </a:lnTo>
                <a:lnTo>
                  <a:pt x="11002" y="1518"/>
                </a:lnTo>
                <a:lnTo>
                  <a:pt x="9082" y="1027"/>
                </a:lnTo>
                <a:lnTo>
                  <a:pt x="7117" y="625"/>
                </a:lnTo>
                <a:lnTo>
                  <a:pt x="5126" y="321"/>
                </a:lnTo>
                <a:lnTo>
                  <a:pt x="3099" y="116"/>
                </a:lnTo>
                <a:lnTo>
                  <a:pt x="1045" y="9"/>
                </a:lnTo>
                <a:lnTo>
                  <a:pt x="0" y="0"/>
                </a:lnTo>
                <a:close/>
              </a:path>
            </a:pathLst>
          </a:custGeom>
          <a:solidFill>
            <a:srgbClr val="518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0" name="Google Shape;4400;p40"/>
          <p:cNvSpPr/>
          <p:nvPr/>
        </p:nvSpPr>
        <p:spPr>
          <a:xfrm>
            <a:off x="5465809" y="3316212"/>
            <a:ext cx="736947" cy="368574"/>
          </a:xfrm>
          <a:custGeom>
            <a:rect b="b" l="l" r="r" t="t"/>
            <a:pathLst>
              <a:path extrusionOk="0" h="20094" w="40177">
                <a:moveTo>
                  <a:pt x="20093" y="1"/>
                </a:moveTo>
                <a:lnTo>
                  <a:pt x="0" y="20093"/>
                </a:lnTo>
                <a:lnTo>
                  <a:pt x="40176" y="20093"/>
                </a:lnTo>
                <a:lnTo>
                  <a:pt x="20093" y="1"/>
                </a:lnTo>
                <a:close/>
              </a:path>
            </a:pathLst>
          </a:custGeom>
          <a:solidFill>
            <a:srgbClr val="FAB7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1" name="Google Shape;4401;p40"/>
          <p:cNvSpPr/>
          <p:nvPr/>
        </p:nvSpPr>
        <p:spPr>
          <a:xfrm>
            <a:off x="8243187" y="2775781"/>
            <a:ext cx="171007" cy="342033"/>
          </a:xfrm>
          <a:custGeom>
            <a:rect b="b" l="l" r="r" t="t"/>
            <a:pathLst>
              <a:path extrusionOk="0" h="18647" w="9323">
                <a:moveTo>
                  <a:pt x="9323" y="1"/>
                </a:moveTo>
                <a:lnTo>
                  <a:pt x="0" y="9324"/>
                </a:lnTo>
                <a:lnTo>
                  <a:pt x="9323" y="18647"/>
                </a:lnTo>
                <a:lnTo>
                  <a:pt x="932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2" name="Google Shape;4402;p40"/>
          <p:cNvSpPr/>
          <p:nvPr/>
        </p:nvSpPr>
        <p:spPr>
          <a:xfrm>
            <a:off x="6202828" y="1473462"/>
            <a:ext cx="737112" cy="521220"/>
          </a:xfrm>
          <a:custGeom>
            <a:rect b="b" l="l" r="r" t="t"/>
            <a:pathLst>
              <a:path extrusionOk="0" h="28416" w="40186">
                <a:moveTo>
                  <a:pt x="0" y="0"/>
                </a:moveTo>
                <a:lnTo>
                  <a:pt x="9" y="1036"/>
                </a:lnTo>
                <a:lnTo>
                  <a:pt x="116" y="3090"/>
                </a:lnTo>
                <a:lnTo>
                  <a:pt x="322" y="5117"/>
                </a:lnTo>
                <a:lnTo>
                  <a:pt x="625" y="7117"/>
                </a:lnTo>
                <a:lnTo>
                  <a:pt x="1027" y="9073"/>
                </a:lnTo>
                <a:lnTo>
                  <a:pt x="1527" y="11002"/>
                </a:lnTo>
                <a:lnTo>
                  <a:pt x="2117" y="12886"/>
                </a:lnTo>
                <a:lnTo>
                  <a:pt x="2786" y="14734"/>
                </a:lnTo>
                <a:lnTo>
                  <a:pt x="3554" y="16538"/>
                </a:lnTo>
                <a:lnTo>
                  <a:pt x="4394" y="18297"/>
                </a:lnTo>
                <a:lnTo>
                  <a:pt x="5323" y="20003"/>
                </a:lnTo>
                <a:lnTo>
                  <a:pt x="6332" y="21655"/>
                </a:lnTo>
                <a:lnTo>
                  <a:pt x="7412" y="23262"/>
                </a:lnTo>
                <a:lnTo>
                  <a:pt x="8573" y="24807"/>
                </a:lnTo>
                <a:lnTo>
                  <a:pt x="9796" y="26299"/>
                </a:lnTo>
                <a:lnTo>
                  <a:pt x="11100" y="27727"/>
                </a:lnTo>
                <a:lnTo>
                  <a:pt x="11770" y="28415"/>
                </a:lnTo>
                <a:lnTo>
                  <a:pt x="4018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3" name="Google Shape;4403;p40"/>
          <p:cNvSpPr/>
          <p:nvPr/>
        </p:nvSpPr>
        <p:spPr>
          <a:xfrm>
            <a:off x="7677025" y="2210625"/>
            <a:ext cx="741715" cy="368409"/>
          </a:xfrm>
          <a:custGeom>
            <a:rect b="b" l="l" r="r" t="t"/>
            <a:pathLst>
              <a:path extrusionOk="0" h="20085" w="40185">
                <a:moveTo>
                  <a:pt x="0" y="1"/>
                </a:moveTo>
                <a:lnTo>
                  <a:pt x="20093" y="20084"/>
                </a:lnTo>
                <a:lnTo>
                  <a:pt x="40185" y="1"/>
                </a:lnTo>
                <a:close/>
              </a:path>
            </a:pathLst>
          </a:custGeom>
          <a:solidFill>
            <a:srgbClr val="FAB7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4" name="Google Shape;4404;p40"/>
          <p:cNvGrpSpPr/>
          <p:nvPr/>
        </p:nvGrpSpPr>
        <p:grpSpPr>
          <a:xfrm rot="-5400000">
            <a:off x="1155642" y="826293"/>
            <a:ext cx="124724" cy="724460"/>
            <a:chOff x="5900672" y="2154041"/>
            <a:chExt cx="92988" cy="540118"/>
          </a:xfrm>
        </p:grpSpPr>
        <p:sp>
          <p:nvSpPr>
            <p:cNvPr id="4405" name="Google Shape;4405;p40"/>
            <p:cNvSpPr/>
            <p:nvPr/>
          </p:nvSpPr>
          <p:spPr>
            <a:xfrm>
              <a:off x="5900672" y="2154041"/>
              <a:ext cx="92988" cy="92988"/>
            </a:xfrm>
            <a:custGeom>
              <a:rect b="b" l="l" r="r" t="t"/>
              <a:pathLst>
                <a:path extrusionOk="0" h="4734" w="4734">
                  <a:moveTo>
                    <a:pt x="2367" y="0"/>
                  </a:moveTo>
                  <a:lnTo>
                    <a:pt x="2126" y="9"/>
                  </a:lnTo>
                  <a:lnTo>
                    <a:pt x="1662" y="108"/>
                  </a:lnTo>
                  <a:lnTo>
                    <a:pt x="1242" y="286"/>
                  </a:lnTo>
                  <a:lnTo>
                    <a:pt x="858" y="545"/>
                  </a:lnTo>
                  <a:lnTo>
                    <a:pt x="536" y="867"/>
                  </a:lnTo>
                  <a:lnTo>
                    <a:pt x="286" y="1242"/>
                  </a:lnTo>
                  <a:lnTo>
                    <a:pt x="108" y="1661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17"/>
                  </a:lnTo>
                  <a:lnTo>
                    <a:pt x="108" y="3072"/>
                  </a:lnTo>
                  <a:lnTo>
                    <a:pt x="286" y="3501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56"/>
                  </a:lnTo>
                  <a:lnTo>
                    <a:pt x="1662" y="4635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35"/>
                  </a:lnTo>
                  <a:lnTo>
                    <a:pt x="3492" y="4456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501"/>
                  </a:lnTo>
                  <a:lnTo>
                    <a:pt x="4626" y="3072"/>
                  </a:lnTo>
                  <a:lnTo>
                    <a:pt x="4724" y="2617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1"/>
                  </a:lnTo>
                  <a:lnTo>
                    <a:pt x="4448" y="1242"/>
                  </a:lnTo>
                  <a:lnTo>
                    <a:pt x="4198" y="867"/>
                  </a:lnTo>
                  <a:lnTo>
                    <a:pt x="3876" y="545"/>
                  </a:lnTo>
                  <a:lnTo>
                    <a:pt x="3492" y="286"/>
                  </a:lnTo>
                  <a:lnTo>
                    <a:pt x="3072" y="10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40"/>
            <p:cNvSpPr/>
            <p:nvPr/>
          </p:nvSpPr>
          <p:spPr>
            <a:xfrm>
              <a:off x="5900672" y="2377704"/>
              <a:ext cx="92988" cy="92968"/>
            </a:xfrm>
            <a:custGeom>
              <a:rect b="b" l="l" r="r" t="t"/>
              <a:pathLst>
                <a:path extrusionOk="0" h="4733" w="4734">
                  <a:moveTo>
                    <a:pt x="2367" y="0"/>
                  </a:moveTo>
                  <a:lnTo>
                    <a:pt x="2126" y="9"/>
                  </a:lnTo>
                  <a:lnTo>
                    <a:pt x="1662" y="98"/>
                  </a:lnTo>
                  <a:lnTo>
                    <a:pt x="1242" y="277"/>
                  </a:lnTo>
                  <a:lnTo>
                    <a:pt x="858" y="536"/>
                  </a:lnTo>
                  <a:lnTo>
                    <a:pt x="536" y="857"/>
                  </a:lnTo>
                  <a:lnTo>
                    <a:pt x="286" y="1232"/>
                  </a:lnTo>
                  <a:lnTo>
                    <a:pt x="108" y="1661"/>
                  </a:lnTo>
                  <a:lnTo>
                    <a:pt x="9" y="2117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2"/>
                  </a:lnTo>
                  <a:lnTo>
                    <a:pt x="286" y="3492"/>
                  </a:lnTo>
                  <a:lnTo>
                    <a:pt x="536" y="3867"/>
                  </a:lnTo>
                  <a:lnTo>
                    <a:pt x="858" y="4188"/>
                  </a:lnTo>
                  <a:lnTo>
                    <a:pt x="1242" y="4447"/>
                  </a:lnTo>
                  <a:lnTo>
                    <a:pt x="1662" y="4626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26"/>
                  </a:lnTo>
                  <a:lnTo>
                    <a:pt x="3492" y="4447"/>
                  </a:lnTo>
                  <a:lnTo>
                    <a:pt x="3876" y="4188"/>
                  </a:lnTo>
                  <a:lnTo>
                    <a:pt x="4198" y="3867"/>
                  </a:lnTo>
                  <a:lnTo>
                    <a:pt x="4448" y="3492"/>
                  </a:lnTo>
                  <a:lnTo>
                    <a:pt x="4626" y="3072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17"/>
                  </a:lnTo>
                  <a:lnTo>
                    <a:pt x="4626" y="1661"/>
                  </a:lnTo>
                  <a:lnTo>
                    <a:pt x="4448" y="1232"/>
                  </a:lnTo>
                  <a:lnTo>
                    <a:pt x="4198" y="857"/>
                  </a:lnTo>
                  <a:lnTo>
                    <a:pt x="3876" y="536"/>
                  </a:lnTo>
                  <a:lnTo>
                    <a:pt x="3492" y="277"/>
                  </a:lnTo>
                  <a:lnTo>
                    <a:pt x="3072" y="9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40"/>
            <p:cNvSpPr/>
            <p:nvPr/>
          </p:nvSpPr>
          <p:spPr>
            <a:xfrm>
              <a:off x="5900672" y="2601171"/>
              <a:ext cx="92988" cy="929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86" y="1233"/>
                  </a:lnTo>
                  <a:lnTo>
                    <a:pt x="108" y="1662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3"/>
                  </a:lnTo>
                  <a:lnTo>
                    <a:pt x="286" y="3492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492"/>
                  </a:lnTo>
                  <a:lnTo>
                    <a:pt x="4626" y="3073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8" y="1233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8" name="Google Shape;4408;p40"/>
          <p:cNvSpPr/>
          <p:nvPr/>
        </p:nvSpPr>
        <p:spPr>
          <a:xfrm>
            <a:off x="8202223" y="2612624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1"/>
                </a:moveTo>
                <a:lnTo>
                  <a:pt x="1679" y="90"/>
                </a:lnTo>
                <a:lnTo>
                  <a:pt x="1260" y="260"/>
                </a:lnTo>
                <a:lnTo>
                  <a:pt x="867" y="528"/>
                </a:lnTo>
                <a:lnTo>
                  <a:pt x="688" y="688"/>
                </a:lnTo>
                <a:lnTo>
                  <a:pt x="519" y="867"/>
                </a:lnTo>
                <a:lnTo>
                  <a:pt x="260" y="1260"/>
                </a:lnTo>
                <a:lnTo>
                  <a:pt x="90" y="1689"/>
                </a:lnTo>
                <a:lnTo>
                  <a:pt x="1" y="2135"/>
                </a:lnTo>
                <a:lnTo>
                  <a:pt x="1" y="2590"/>
                </a:lnTo>
                <a:lnTo>
                  <a:pt x="90" y="3037"/>
                </a:lnTo>
                <a:lnTo>
                  <a:pt x="260" y="3466"/>
                </a:lnTo>
                <a:lnTo>
                  <a:pt x="519" y="3858"/>
                </a:lnTo>
                <a:lnTo>
                  <a:pt x="688" y="4037"/>
                </a:lnTo>
                <a:lnTo>
                  <a:pt x="867" y="4198"/>
                </a:lnTo>
                <a:lnTo>
                  <a:pt x="1260" y="4457"/>
                </a:lnTo>
                <a:lnTo>
                  <a:pt x="1679" y="4635"/>
                </a:lnTo>
                <a:lnTo>
                  <a:pt x="2135" y="4716"/>
                </a:lnTo>
                <a:lnTo>
                  <a:pt x="2581" y="4716"/>
                </a:lnTo>
                <a:lnTo>
                  <a:pt x="3037" y="4635"/>
                </a:lnTo>
                <a:lnTo>
                  <a:pt x="3456" y="4457"/>
                </a:lnTo>
                <a:lnTo>
                  <a:pt x="3849" y="4198"/>
                </a:lnTo>
                <a:lnTo>
                  <a:pt x="4028" y="4037"/>
                </a:lnTo>
                <a:lnTo>
                  <a:pt x="4198" y="3858"/>
                </a:lnTo>
                <a:lnTo>
                  <a:pt x="4457" y="3466"/>
                </a:lnTo>
                <a:lnTo>
                  <a:pt x="4626" y="3037"/>
                </a:lnTo>
                <a:lnTo>
                  <a:pt x="4716" y="2590"/>
                </a:lnTo>
                <a:lnTo>
                  <a:pt x="4716" y="2135"/>
                </a:lnTo>
                <a:lnTo>
                  <a:pt x="4626" y="1689"/>
                </a:lnTo>
                <a:lnTo>
                  <a:pt x="4457" y="1260"/>
                </a:lnTo>
                <a:lnTo>
                  <a:pt x="4198" y="867"/>
                </a:lnTo>
                <a:lnTo>
                  <a:pt x="4028" y="688"/>
                </a:lnTo>
                <a:lnTo>
                  <a:pt x="3849" y="528"/>
                </a:lnTo>
                <a:lnTo>
                  <a:pt x="3456" y="260"/>
                </a:lnTo>
                <a:lnTo>
                  <a:pt x="3037" y="90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9" name="Google Shape;4409;p40"/>
          <p:cNvSpPr/>
          <p:nvPr/>
        </p:nvSpPr>
        <p:spPr>
          <a:xfrm>
            <a:off x="8054621" y="2760224"/>
            <a:ext cx="86503" cy="86668"/>
          </a:xfrm>
          <a:custGeom>
            <a:rect b="b" l="l" r="r" t="t"/>
            <a:pathLst>
              <a:path extrusionOk="0" h="4725" w="4716">
                <a:moveTo>
                  <a:pt x="2135" y="1"/>
                </a:moveTo>
                <a:lnTo>
                  <a:pt x="1680" y="90"/>
                </a:lnTo>
                <a:lnTo>
                  <a:pt x="1260" y="269"/>
                </a:lnTo>
                <a:lnTo>
                  <a:pt x="867" y="527"/>
                </a:lnTo>
                <a:lnTo>
                  <a:pt x="688" y="688"/>
                </a:lnTo>
                <a:lnTo>
                  <a:pt x="519" y="867"/>
                </a:lnTo>
                <a:lnTo>
                  <a:pt x="260" y="1260"/>
                </a:lnTo>
                <a:lnTo>
                  <a:pt x="90" y="1688"/>
                </a:lnTo>
                <a:lnTo>
                  <a:pt x="1" y="2135"/>
                </a:lnTo>
                <a:lnTo>
                  <a:pt x="1" y="2590"/>
                </a:lnTo>
                <a:lnTo>
                  <a:pt x="90" y="3037"/>
                </a:lnTo>
                <a:lnTo>
                  <a:pt x="260" y="3465"/>
                </a:lnTo>
                <a:lnTo>
                  <a:pt x="519" y="3858"/>
                </a:lnTo>
                <a:lnTo>
                  <a:pt x="688" y="4037"/>
                </a:lnTo>
                <a:lnTo>
                  <a:pt x="867" y="4198"/>
                </a:lnTo>
                <a:lnTo>
                  <a:pt x="1260" y="4457"/>
                </a:lnTo>
                <a:lnTo>
                  <a:pt x="1680" y="4635"/>
                </a:lnTo>
                <a:lnTo>
                  <a:pt x="2135" y="4725"/>
                </a:lnTo>
                <a:lnTo>
                  <a:pt x="2581" y="4725"/>
                </a:lnTo>
                <a:lnTo>
                  <a:pt x="3028" y="4635"/>
                </a:lnTo>
                <a:lnTo>
                  <a:pt x="3457" y="4457"/>
                </a:lnTo>
                <a:lnTo>
                  <a:pt x="3849" y="4198"/>
                </a:lnTo>
                <a:lnTo>
                  <a:pt x="4028" y="4037"/>
                </a:lnTo>
                <a:lnTo>
                  <a:pt x="4198" y="3858"/>
                </a:lnTo>
                <a:lnTo>
                  <a:pt x="4457" y="3465"/>
                </a:lnTo>
                <a:lnTo>
                  <a:pt x="4626" y="3037"/>
                </a:lnTo>
                <a:lnTo>
                  <a:pt x="4716" y="2590"/>
                </a:lnTo>
                <a:lnTo>
                  <a:pt x="4716" y="2135"/>
                </a:lnTo>
                <a:lnTo>
                  <a:pt x="4626" y="1688"/>
                </a:lnTo>
                <a:lnTo>
                  <a:pt x="4457" y="1260"/>
                </a:lnTo>
                <a:lnTo>
                  <a:pt x="4198" y="867"/>
                </a:lnTo>
                <a:lnTo>
                  <a:pt x="4028" y="688"/>
                </a:lnTo>
                <a:lnTo>
                  <a:pt x="3849" y="527"/>
                </a:lnTo>
                <a:lnTo>
                  <a:pt x="3457" y="269"/>
                </a:lnTo>
                <a:lnTo>
                  <a:pt x="3028" y="90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0" name="Google Shape;4410;p40"/>
          <p:cNvSpPr/>
          <p:nvPr/>
        </p:nvSpPr>
        <p:spPr>
          <a:xfrm>
            <a:off x="7907019" y="2907990"/>
            <a:ext cx="86503" cy="86503"/>
          </a:xfrm>
          <a:custGeom>
            <a:rect b="b" l="l" r="r" t="t"/>
            <a:pathLst>
              <a:path extrusionOk="0" h="4716" w="4716">
                <a:moveTo>
                  <a:pt x="2126" y="0"/>
                </a:moveTo>
                <a:lnTo>
                  <a:pt x="1680" y="81"/>
                </a:lnTo>
                <a:lnTo>
                  <a:pt x="1251" y="259"/>
                </a:lnTo>
                <a:lnTo>
                  <a:pt x="858" y="518"/>
                </a:lnTo>
                <a:lnTo>
                  <a:pt x="679" y="679"/>
                </a:lnTo>
                <a:lnTo>
                  <a:pt x="519" y="858"/>
                </a:lnTo>
                <a:lnTo>
                  <a:pt x="260" y="1251"/>
                </a:lnTo>
                <a:lnTo>
                  <a:pt x="81" y="1679"/>
                </a:lnTo>
                <a:lnTo>
                  <a:pt x="1" y="2126"/>
                </a:lnTo>
                <a:lnTo>
                  <a:pt x="1" y="2581"/>
                </a:lnTo>
                <a:lnTo>
                  <a:pt x="81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79" y="4028"/>
                </a:lnTo>
                <a:lnTo>
                  <a:pt x="858" y="4189"/>
                </a:lnTo>
                <a:lnTo>
                  <a:pt x="1251" y="4456"/>
                </a:lnTo>
                <a:lnTo>
                  <a:pt x="1680" y="4626"/>
                </a:lnTo>
                <a:lnTo>
                  <a:pt x="2126" y="4715"/>
                </a:lnTo>
                <a:lnTo>
                  <a:pt x="2582" y="4715"/>
                </a:lnTo>
                <a:lnTo>
                  <a:pt x="3028" y="4626"/>
                </a:lnTo>
                <a:lnTo>
                  <a:pt x="3457" y="4456"/>
                </a:lnTo>
                <a:lnTo>
                  <a:pt x="3850" y="4189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50" y="518"/>
                </a:lnTo>
                <a:lnTo>
                  <a:pt x="3457" y="259"/>
                </a:lnTo>
                <a:lnTo>
                  <a:pt x="3028" y="81"/>
                </a:lnTo>
                <a:lnTo>
                  <a:pt x="2582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1" name="Google Shape;4411;p40"/>
          <p:cNvSpPr/>
          <p:nvPr/>
        </p:nvSpPr>
        <p:spPr>
          <a:xfrm>
            <a:off x="8054621" y="3057388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1"/>
                </a:moveTo>
                <a:lnTo>
                  <a:pt x="1680" y="81"/>
                </a:lnTo>
                <a:lnTo>
                  <a:pt x="1260" y="259"/>
                </a:lnTo>
                <a:lnTo>
                  <a:pt x="867" y="518"/>
                </a:lnTo>
                <a:lnTo>
                  <a:pt x="688" y="679"/>
                </a:lnTo>
                <a:lnTo>
                  <a:pt x="519" y="858"/>
                </a:lnTo>
                <a:lnTo>
                  <a:pt x="260" y="1251"/>
                </a:lnTo>
                <a:lnTo>
                  <a:pt x="90" y="1679"/>
                </a:lnTo>
                <a:lnTo>
                  <a:pt x="1" y="2126"/>
                </a:lnTo>
                <a:lnTo>
                  <a:pt x="1" y="2581"/>
                </a:lnTo>
                <a:lnTo>
                  <a:pt x="90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88" y="4028"/>
                </a:lnTo>
                <a:lnTo>
                  <a:pt x="867" y="4198"/>
                </a:lnTo>
                <a:lnTo>
                  <a:pt x="1260" y="4457"/>
                </a:lnTo>
                <a:lnTo>
                  <a:pt x="1680" y="4626"/>
                </a:lnTo>
                <a:lnTo>
                  <a:pt x="2135" y="4716"/>
                </a:lnTo>
                <a:lnTo>
                  <a:pt x="2581" y="4716"/>
                </a:lnTo>
                <a:lnTo>
                  <a:pt x="3028" y="4626"/>
                </a:lnTo>
                <a:lnTo>
                  <a:pt x="3457" y="4457"/>
                </a:lnTo>
                <a:lnTo>
                  <a:pt x="3849" y="4198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49" y="518"/>
                </a:lnTo>
                <a:lnTo>
                  <a:pt x="3457" y="259"/>
                </a:lnTo>
                <a:lnTo>
                  <a:pt x="3028" y="81"/>
                </a:lnTo>
                <a:lnTo>
                  <a:pt x="258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2" name="Google Shape;4412;p40"/>
          <p:cNvSpPr/>
          <p:nvPr/>
        </p:nvSpPr>
        <p:spPr>
          <a:xfrm>
            <a:off x="8202223" y="3204989"/>
            <a:ext cx="86503" cy="86503"/>
          </a:xfrm>
          <a:custGeom>
            <a:rect b="b" l="l" r="r" t="t"/>
            <a:pathLst>
              <a:path extrusionOk="0" h="4716" w="4716">
                <a:moveTo>
                  <a:pt x="2135" y="0"/>
                </a:moveTo>
                <a:lnTo>
                  <a:pt x="1679" y="81"/>
                </a:lnTo>
                <a:lnTo>
                  <a:pt x="1260" y="259"/>
                </a:lnTo>
                <a:lnTo>
                  <a:pt x="867" y="518"/>
                </a:lnTo>
                <a:lnTo>
                  <a:pt x="688" y="679"/>
                </a:lnTo>
                <a:lnTo>
                  <a:pt x="519" y="858"/>
                </a:lnTo>
                <a:lnTo>
                  <a:pt x="260" y="1251"/>
                </a:lnTo>
                <a:lnTo>
                  <a:pt x="90" y="1679"/>
                </a:lnTo>
                <a:lnTo>
                  <a:pt x="1" y="2126"/>
                </a:lnTo>
                <a:lnTo>
                  <a:pt x="1" y="2581"/>
                </a:lnTo>
                <a:lnTo>
                  <a:pt x="90" y="3028"/>
                </a:lnTo>
                <a:lnTo>
                  <a:pt x="260" y="3456"/>
                </a:lnTo>
                <a:lnTo>
                  <a:pt x="519" y="3849"/>
                </a:lnTo>
                <a:lnTo>
                  <a:pt x="688" y="4028"/>
                </a:lnTo>
                <a:lnTo>
                  <a:pt x="867" y="4197"/>
                </a:lnTo>
                <a:lnTo>
                  <a:pt x="1260" y="4456"/>
                </a:lnTo>
                <a:lnTo>
                  <a:pt x="1679" y="4626"/>
                </a:lnTo>
                <a:lnTo>
                  <a:pt x="2135" y="4715"/>
                </a:lnTo>
                <a:lnTo>
                  <a:pt x="2581" y="4715"/>
                </a:lnTo>
                <a:lnTo>
                  <a:pt x="3037" y="4626"/>
                </a:lnTo>
                <a:lnTo>
                  <a:pt x="3456" y="4456"/>
                </a:lnTo>
                <a:lnTo>
                  <a:pt x="3849" y="4197"/>
                </a:lnTo>
                <a:lnTo>
                  <a:pt x="4028" y="4028"/>
                </a:lnTo>
                <a:lnTo>
                  <a:pt x="4198" y="3849"/>
                </a:lnTo>
                <a:lnTo>
                  <a:pt x="4457" y="3456"/>
                </a:lnTo>
                <a:lnTo>
                  <a:pt x="4626" y="3028"/>
                </a:lnTo>
                <a:lnTo>
                  <a:pt x="4716" y="2581"/>
                </a:lnTo>
                <a:lnTo>
                  <a:pt x="4716" y="2126"/>
                </a:lnTo>
                <a:lnTo>
                  <a:pt x="4626" y="1679"/>
                </a:lnTo>
                <a:lnTo>
                  <a:pt x="4457" y="1251"/>
                </a:lnTo>
                <a:lnTo>
                  <a:pt x="4198" y="858"/>
                </a:lnTo>
                <a:lnTo>
                  <a:pt x="4028" y="679"/>
                </a:lnTo>
                <a:lnTo>
                  <a:pt x="3849" y="518"/>
                </a:lnTo>
                <a:lnTo>
                  <a:pt x="3456" y="259"/>
                </a:lnTo>
                <a:lnTo>
                  <a:pt x="3037" y="81"/>
                </a:lnTo>
                <a:lnTo>
                  <a:pt x="258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3" name="Google Shape;4413;p40"/>
          <p:cNvSpPr/>
          <p:nvPr/>
        </p:nvSpPr>
        <p:spPr>
          <a:xfrm>
            <a:off x="7677031" y="736312"/>
            <a:ext cx="521220" cy="737093"/>
          </a:xfrm>
          <a:custGeom>
            <a:rect b="b" l="l" r="r" t="t"/>
            <a:pathLst>
              <a:path extrusionOk="0" h="40185" w="28416">
                <a:moveTo>
                  <a:pt x="0" y="0"/>
                </a:moveTo>
                <a:lnTo>
                  <a:pt x="0" y="40185"/>
                </a:lnTo>
                <a:lnTo>
                  <a:pt x="28415" y="11770"/>
                </a:lnTo>
                <a:lnTo>
                  <a:pt x="27728" y="11091"/>
                </a:lnTo>
                <a:lnTo>
                  <a:pt x="26299" y="9796"/>
                </a:lnTo>
                <a:lnTo>
                  <a:pt x="24816" y="8564"/>
                </a:lnTo>
                <a:lnTo>
                  <a:pt x="23263" y="7412"/>
                </a:lnTo>
                <a:lnTo>
                  <a:pt x="21664" y="6331"/>
                </a:lnTo>
                <a:lnTo>
                  <a:pt x="20003" y="5322"/>
                </a:lnTo>
                <a:lnTo>
                  <a:pt x="18298" y="4394"/>
                </a:lnTo>
                <a:lnTo>
                  <a:pt x="16538" y="3545"/>
                </a:lnTo>
                <a:lnTo>
                  <a:pt x="14743" y="2786"/>
                </a:lnTo>
                <a:lnTo>
                  <a:pt x="12895" y="2107"/>
                </a:lnTo>
                <a:lnTo>
                  <a:pt x="11002" y="1518"/>
                </a:lnTo>
                <a:lnTo>
                  <a:pt x="9082" y="1027"/>
                </a:lnTo>
                <a:lnTo>
                  <a:pt x="7117" y="625"/>
                </a:lnTo>
                <a:lnTo>
                  <a:pt x="5126" y="321"/>
                </a:lnTo>
                <a:lnTo>
                  <a:pt x="3099" y="116"/>
                </a:lnTo>
                <a:lnTo>
                  <a:pt x="1045" y="9"/>
                </a:lnTo>
                <a:lnTo>
                  <a:pt x="0" y="0"/>
                </a:lnTo>
                <a:close/>
              </a:path>
            </a:pathLst>
          </a:custGeom>
          <a:solidFill>
            <a:srgbClr val="317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p40"/>
          <p:cNvSpPr/>
          <p:nvPr/>
        </p:nvSpPr>
        <p:spPr>
          <a:xfrm>
            <a:off x="6940012" y="2210621"/>
            <a:ext cx="736947" cy="736947"/>
          </a:xfrm>
          <a:custGeom>
            <a:rect b="b" l="l" r="r" t="t"/>
            <a:pathLst>
              <a:path extrusionOk="0" h="40177" w="40177">
                <a:moveTo>
                  <a:pt x="19575" y="1"/>
                </a:moveTo>
                <a:lnTo>
                  <a:pt x="18548" y="54"/>
                </a:lnTo>
                <a:lnTo>
                  <a:pt x="17530" y="153"/>
                </a:lnTo>
                <a:lnTo>
                  <a:pt x="16530" y="304"/>
                </a:lnTo>
                <a:lnTo>
                  <a:pt x="15556" y="510"/>
                </a:lnTo>
                <a:lnTo>
                  <a:pt x="14592" y="760"/>
                </a:lnTo>
                <a:lnTo>
                  <a:pt x="13645" y="1046"/>
                </a:lnTo>
                <a:lnTo>
                  <a:pt x="12725" y="1385"/>
                </a:lnTo>
                <a:lnTo>
                  <a:pt x="11823" y="1769"/>
                </a:lnTo>
                <a:lnTo>
                  <a:pt x="10939" y="2189"/>
                </a:lnTo>
                <a:lnTo>
                  <a:pt x="10091" y="2653"/>
                </a:lnTo>
                <a:lnTo>
                  <a:pt x="9261" y="3162"/>
                </a:lnTo>
                <a:lnTo>
                  <a:pt x="8457" y="3698"/>
                </a:lnTo>
                <a:lnTo>
                  <a:pt x="7689" y="4278"/>
                </a:lnTo>
                <a:lnTo>
                  <a:pt x="6939" y="4894"/>
                </a:lnTo>
                <a:lnTo>
                  <a:pt x="6224" y="5546"/>
                </a:lnTo>
                <a:lnTo>
                  <a:pt x="5546" y="6225"/>
                </a:lnTo>
                <a:lnTo>
                  <a:pt x="4894" y="6939"/>
                </a:lnTo>
                <a:lnTo>
                  <a:pt x="4287" y="7680"/>
                </a:lnTo>
                <a:lnTo>
                  <a:pt x="3706" y="8457"/>
                </a:lnTo>
                <a:lnTo>
                  <a:pt x="3161" y="9261"/>
                </a:lnTo>
                <a:lnTo>
                  <a:pt x="2661" y="10083"/>
                </a:lnTo>
                <a:lnTo>
                  <a:pt x="2197" y="10940"/>
                </a:lnTo>
                <a:lnTo>
                  <a:pt x="1777" y="11815"/>
                </a:lnTo>
                <a:lnTo>
                  <a:pt x="1393" y="12717"/>
                </a:lnTo>
                <a:lnTo>
                  <a:pt x="1054" y="13646"/>
                </a:lnTo>
                <a:lnTo>
                  <a:pt x="759" y="14583"/>
                </a:lnTo>
                <a:lnTo>
                  <a:pt x="509" y="15548"/>
                </a:lnTo>
                <a:lnTo>
                  <a:pt x="313" y="16530"/>
                </a:lnTo>
                <a:lnTo>
                  <a:pt x="161" y="17530"/>
                </a:lnTo>
                <a:lnTo>
                  <a:pt x="54" y="18539"/>
                </a:lnTo>
                <a:lnTo>
                  <a:pt x="0" y="19566"/>
                </a:lnTo>
                <a:lnTo>
                  <a:pt x="0" y="20084"/>
                </a:lnTo>
                <a:lnTo>
                  <a:pt x="0" y="20602"/>
                </a:lnTo>
                <a:lnTo>
                  <a:pt x="54" y="21629"/>
                </a:lnTo>
                <a:lnTo>
                  <a:pt x="161" y="22647"/>
                </a:lnTo>
                <a:lnTo>
                  <a:pt x="313" y="23647"/>
                </a:lnTo>
                <a:lnTo>
                  <a:pt x="509" y="24621"/>
                </a:lnTo>
                <a:lnTo>
                  <a:pt x="759" y="25585"/>
                </a:lnTo>
                <a:lnTo>
                  <a:pt x="1054" y="26532"/>
                </a:lnTo>
                <a:lnTo>
                  <a:pt x="1393" y="27451"/>
                </a:lnTo>
                <a:lnTo>
                  <a:pt x="1777" y="28353"/>
                </a:lnTo>
                <a:lnTo>
                  <a:pt x="2197" y="29237"/>
                </a:lnTo>
                <a:lnTo>
                  <a:pt x="2661" y="30086"/>
                </a:lnTo>
                <a:lnTo>
                  <a:pt x="3161" y="30916"/>
                </a:lnTo>
                <a:lnTo>
                  <a:pt x="3706" y="31720"/>
                </a:lnTo>
                <a:lnTo>
                  <a:pt x="4287" y="32488"/>
                </a:lnTo>
                <a:lnTo>
                  <a:pt x="4894" y="33238"/>
                </a:lnTo>
                <a:lnTo>
                  <a:pt x="5546" y="33952"/>
                </a:lnTo>
                <a:lnTo>
                  <a:pt x="6224" y="34631"/>
                </a:lnTo>
                <a:lnTo>
                  <a:pt x="6939" y="35283"/>
                </a:lnTo>
                <a:lnTo>
                  <a:pt x="7689" y="35890"/>
                </a:lnTo>
                <a:lnTo>
                  <a:pt x="8457" y="36471"/>
                </a:lnTo>
                <a:lnTo>
                  <a:pt x="9261" y="37015"/>
                </a:lnTo>
                <a:lnTo>
                  <a:pt x="10091" y="37515"/>
                </a:lnTo>
                <a:lnTo>
                  <a:pt x="10939" y="37980"/>
                </a:lnTo>
                <a:lnTo>
                  <a:pt x="11823" y="38399"/>
                </a:lnTo>
                <a:lnTo>
                  <a:pt x="12725" y="38783"/>
                </a:lnTo>
                <a:lnTo>
                  <a:pt x="13645" y="39123"/>
                </a:lnTo>
                <a:lnTo>
                  <a:pt x="14592" y="39417"/>
                </a:lnTo>
                <a:lnTo>
                  <a:pt x="15556" y="39667"/>
                </a:lnTo>
                <a:lnTo>
                  <a:pt x="16530" y="39864"/>
                </a:lnTo>
                <a:lnTo>
                  <a:pt x="17530" y="40016"/>
                </a:lnTo>
                <a:lnTo>
                  <a:pt x="18548" y="40123"/>
                </a:lnTo>
                <a:lnTo>
                  <a:pt x="19575" y="40168"/>
                </a:lnTo>
                <a:lnTo>
                  <a:pt x="20093" y="40176"/>
                </a:lnTo>
                <a:lnTo>
                  <a:pt x="20611" y="40168"/>
                </a:lnTo>
                <a:lnTo>
                  <a:pt x="21637" y="40123"/>
                </a:lnTo>
                <a:lnTo>
                  <a:pt x="22647" y="40016"/>
                </a:lnTo>
                <a:lnTo>
                  <a:pt x="23647" y="39864"/>
                </a:lnTo>
                <a:lnTo>
                  <a:pt x="24629" y="39667"/>
                </a:lnTo>
                <a:lnTo>
                  <a:pt x="25593" y="39417"/>
                </a:lnTo>
                <a:lnTo>
                  <a:pt x="26531" y="39123"/>
                </a:lnTo>
                <a:lnTo>
                  <a:pt x="27460" y="38783"/>
                </a:lnTo>
                <a:lnTo>
                  <a:pt x="28362" y="38399"/>
                </a:lnTo>
                <a:lnTo>
                  <a:pt x="29237" y="37980"/>
                </a:lnTo>
                <a:lnTo>
                  <a:pt x="30094" y="37515"/>
                </a:lnTo>
                <a:lnTo>
                  <a:pt x="30925" y="37015"/>
                </a:lnTo>
                <a:lnTo>
                  <a:pt x="31719" y="36471"/>
                </a:lnTo>
                <a:lnTo>
                  <a:pt x="32496" y="35890"/>
                </a:lnTo>
                <a:lnTo>
                  <a:pt x="33238" y="35283"/>
                </a:lnTo>
                <a:lnTo>
                  <a:pt x="33952" y="34631"/>
                </a:lnTo>
                <a:lnTo>
                  <a:pt x="34631" y="33952"/>
                </a:lnTo>
                <a:lnTo>
                  <a:pt x="35282" y="33238"/>
                </a:lnTo>
                <a:lnTo>
                  <a:pt x="35899" y="32488"/>
                </a:lnTo>
                <a:lnTo>
                  <a:pt x="36479" y="31720"/>
                </a:lnTo>
                <a:lnTo>
                  <a:pt x="37015" y="30916"/>
                </a:lnTo>
                <a:lnTo>
                  <a:pt x="37524" y="30086"/>
                </a:lnTo>
                <a:lnTo>
                  <a:pt x="37988" y="29237"/>
                </a:lnTo>
                <a:lnTo>
                  <a:pt x="38408" y="28353"/>
                </a:lnTo>
                <a:lnTo>
                  <a:pt x="38792" y="27451"/>
                </a:lnTo>
                <a:lnTo>
                  <a:pt x="39131" y="26532"/>
                </a:lnTo>
                <a:lnTo>
                  <a:pt x="39417" y="25585"/>
                </a:lnTo>
                <a:lnTo>
                  <a:pt x="39667" y="24621"/>
                </a:lnTo>
                <a:lnTo>
                  <a:pt x="39872" y="23647"/>
                </a:lnTo>
                <a:lnTo>
                  <a:pt x="40024" y="22647"/>
                </a:lnTo>
                <a:lnTo>
                  <a:pt x="40123" y="21629"/>
                </a:lnTo>
                <a:lnTo>
                  <a:pt x="40176" y="20602"/>
                </a:lnTo>
                <a:lnTo>
                  <a:pt x="40176" y="20084"/>
                </a:lnTo>
                <a:lnTo>
                  <a:pt x="40176" y="19566"/>
                </a:lnTo>
                <a:lnTo>
                  <a:pt x="40123" y="18539"/>
                </a:lnTo>
                <a:lnTo>
                  <a:pt x="40024" y="17530"/>
                </a:lnTo>
                <a:lnTo>
                  <a:pt x="39872" y="16530"/>
                </a:lnTo>
                <a:lnTo>
                  <a:pt x="39667" y="15548"/>
                </a:lnTo>
                <a:lnTo>
                  <a:pt x="39417" y="14583"/>
                </a:lnTo>
                <a:lnTo>
                  <a:pt x="39131" y="13646"/>
                </a:lnTo>
                <a:lnTo>
                  <a:pt x="38792" y="12717"/>
                </a:lnTo>
                <a:lnTo>
                  <a:pt x="38408" y="11815"/>
                </a:lnTo>
                <a:lnTo>
                  <a:pt x="37988" y="10940"/>
                </a:lnTo>
                <a:lnTo>
                  <a:pt x="37524" y="10083"/>
                </a:lnTo>
                <a:lnTo>
                  <a:pt x="37015" y="9261"/>
                </a:lnTo>
                <a:lnTo>
                  <a:pt x="36479" y="8457"/>
                </a:lnTo>
                <a:lnTo>
                  <a:pt x="35899" y="7680"/>
                </a:lnTo>
                <a:lnTo>
                  <a:pt x="35282" y="6939"/>
                </a:lnTo>
                <a:lnTo>
                  <a:pt x="34631" y="6225"/>
                </a:lnTo>
                <a:lnTo>
                  <a:pt x="33952" y="5546"/>
                </a:lnTo>
                <a:lnTo>
                  <a:pt x="33238" y="4894"/>
                </a:lnTo>
                <a:lnTo>
                  <a:pt x="32496" y="4278"/>
                </a:lnTo>
                <a:lnTo>
                  <a:pt x="31719" y="3698"/>
                </a:lnTo>
                <a:lnTo>
                  <a:pt x="30925" y="3162"/>
                </a:lnTo>
                <a:lnTo>
                  <a:pt x="30094" y="2653"/>
                </a:lnTo>
                <a:lnTo>
                  <a:pt x="29237" y="2189"/>
                </a:lnTo>
                <a:lnTo>
                  <a:pt x="28362" y="1769"/>
                </a:lnTo>
                <a:lnTo>
                  <a:pt x="27460" y="1385"/>
                </a:lnTo>
                <a:lnTo>
                  <a:pt x="26531" y="1046"/>
                </a:lnTo>
                <a:lnTo>
                  <a:pt x="25593" y="760"/>
                </a:lnTo>
                <a:lnTo>
                  <a:pt x="24629" y="510"/>
                </a:lnTo>
                <a:lnTo>
                  <a:pt x="23647" y="304"/>
                </a:lnTo>
                <a:lnTo>
                  <a:pt x="22647" y="153"/>
                </a:lnTo>
                <a:lnTo>
                  <a:pt x="21637" y="54"/>
                </a:lnTo>
                <a:lnTo>
                  <a:pt x="206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5" name="Google Shape;4415;p40"/>
          <p:cNvSpPr/>
          <p:nvPr/>
        </p:nvSpPr>
        <p:spPr>
          <a:xfrm>
            <a:off x="7134301" y="2404908"/>
            <a:ext cx="348416" cy="348416"/>
          </a:xfrm>
          <a:custGeom>
            <a:rect b="b" l="l" r="r" t="t"/>
            <a:pathLst>
              <a:path extrusionOk="0" h="18995" w="18995">
                <a:moveTo>
                  <a:pt x="9502" y="1"/>
                </a:moveTo>
                <a:lnTo>
                  <a:pt x="9010" y="10"/>
                </a:lnTo>
                <a:lnTo>
                  <a:pt x="8055" y="108"/>
                </a:lnTo>
                <a:lnTo>
                  <a:pt x="7126" y="295"/>
                </a:lnTo>
                <a:lnTo>
                  <a:pt x="6233" y="572"/>
                </a:lnTo>
                <a:lnTo>
                  <a:pt x="5376" y="929"/>
                </a:lnTo>
                <a:lnTo>
                  <a:pt x="4572" y="1367"/>
                </a:lnTo>
                <a:lnTo>
                  <a:pt x="3813" y="1885"/>
                </a:lnTo>
                <a:lnTo>
                  <a:pt x="3108" y="2465"/>
                </a:lnTo>
                <a:lnTo>
                  <a:pt x="2465" y="3108"/>
                </a:lnTo>
                <a:lnTo>
                  <a:pt x="1884" y="3814"/>
                </a:lnTo>
                <a:lnTo>
                  <a:pt x="1375" y="4573"/>
                </a:lnTo>
                <a:lnTo>
                  <a:pt x="938" y="5376"/>
                </a:lnTo>
                <a:lnTo>
                  <a:pt x="572" y="6225"/>
                </a:lnTo>
                <a:lnTo>
                  <a:pt x="295" y="7118"/>
                </a:lnTo>
                <a:lnTo>
                  <a:pt x="107" y="8046"/>
                </a:lnTo>
                <a:lnTo>
                  <a:pt x="9" y="9002"/>
                </a:lnTo>
                <a:lnTo>
                  <a:pt x="0" y="9493"/>
                </a:lnTo>
                <a:lnTo>
                  <a:pt x="9" y="9984"/>
                </a:lnTo>
                <a:lnTo>
                  <a:pt x="107" y="10940"/>
                </a:lnTo>
                <a:lnTo>
                  <a:pt x="295" y="11868"/>
                </a:lnTo>
                <a:lnTo>
                  <a:pt x="572" y="12761"/>
                </a:lnTo>
                <a:lnTo>
                  <a:pt x="938" y="13619"/>
                </a:lnTo>
                <a:lnTo>
                  <a:pt x="1375" y="14422"/>
                </a:lnTo>
                <a:lnTo>
                  <a:pt x="1884" y="15181"/>
                </a:lnTo>
                <a:lnTo>
                  <a:pt x="2465" y="15887"/>
                </a:lnTo>
                <a:lnTo>
                  <a:pt x="3108" y="16530"/>
                </a:lnTo>
                <a:lnTo>
                  <a:pt x="3813" y="17110"/>
                </a:lnTo>
                <a:lnTo>
                  <a:pt x="4572" y="17619"/>
                </a:lnTo>
                <a:lnTo>
                  <a:pt x="5376" y="18057"/>
                </a:lnTo>
                <a:lnTo>
                  <a:pt x="6233" y="18423"/>
                </a:lnTo>
                <a:lnTo>
                  <a:pt x="7126" y="18700"/>
                </a:lnTo>
                <a:lnTo>
                  <a:pt x="8055" y="18887"/>
                </a:lnTo>
                <a:lnTo>
                  <a:pt x="9010" y="18986"/>
                </a:lnTo>
                <a:lnTo>
                  <a:pt x="9502" y="18995"/>
                </a:lnTo>
                <a:lnTo>
                  <a:pt x="9993" y="18986"/>
                </a:lnTo>
                <a:lnTo>
                  <a:pt x="10948" y="18887"/>
                </a:lnTo>
                <a:lnTo>
                  <a:pt x="11877" y="18700"/>
                </a:lnTo>
                <a:lnTo>
                  <a:pt x="12770" y="18423"/>
                </a:lnTo>
                <a:lnTo>
                  <a:pt x="13618" y="18057"/>
                </a:lnTo>
                <a:lnTo>
                  <a:pt x="14431" y="17619"/>
                </a:lnTo>
                <a:lnTo>
                  <a:pt x="15181" y="17110"/>
                </a:lnTo>
                <a:lnTo>
                  <a:pt x="15887" y="16530"/>
                </a:lnTo>
                <a:lnTo>
                  <a:pt x="16529" y="15887"/>
                </a:lnTo>
                <a:lnTo>
                  <a:pt x="17110" y="15181"/>
                </a:lnTo>
                <a:lnTo>
                  <a:pt x="17628" y="14422"/>
                </a:lnTo>
                <a:lnTo>
                  <a:pt x="18065" y="13619"/>
                </a:lnTo>
                <a:lnTo>
                  <a:pt x="18423" y="12761"/>
                </a:lnTo>
                <a:lnTo>
                  <a:pt x="18699" y="11868"/>
                </a:lnTo>
                <a:lnTo>
                  <a:pt x="18896" y="10940"/>
                </a:lnTo>
                <a:lnTo>
                  <a:pt x="18985" y="9984"/>
                </a:lnTo>
                <a:lnTo>
                  <a:pt x="18994" y="9493"/>
                </a:lnTo>
                <a:lnTo>
                  <a:pt x="18985" y="9002"/>
                </a:lnTo>
                <a:lnTo>
                  <a:pt x="18896" y="8046"/>
                </a:lnTo>
                <a:lnTo>
                  <a:pt x="18699" y="7118"/>
                </a:lnTo>
                <a:lnTo>
                  <a:pt x="18423" y="6225"/>
                </a:lnTo>
                <a:lnTo>
                  <a:pt x="18065" y="5376"/>
                </a:lnTo>
                <a:lnTo>
                  <a:pt x="17628" y="4573"/>
                </a:lnTo>
                <a:lnTo>
                  <a:pt x="17110" y="3814"/>
                </a:lnTo>
                <a:lnTo>
                  <a:pt x="16529" y="3108"/>
                </a:lnTo>
                <a:lnTo>
                  <a:pt x="15887" y="2465"/>
                </a:lnTo>
                <a:lnTo>
                  <a:pt x="15181" y="1885"/>
                </a:lnTo>
                <a:lnTo>
                  <a:pt x="14431" y="1367"/>
                </a:lnTo>
                <a:lnTo>
                  <a:pt x="13618" y="929"/>
                </a:lnTo>
                <a:lnTo>
                  <a:pt x="12770" y="572"/>
                </a:lnTo>
                <a:lnTo>
                  <a:pt x="11877" y="295"/>
                </a:lnTo>
                <a:lnTo>
                  <a:pt x="10948" y="108"/>
                </a:lnTo>
                <a:lnTo>
                  <a:pt x="9993" y="10"/>
                </a:lnTo>
                <a:lnTo>
                  <a:pt x="9502" y="1"/>
                </a:lnTo>
                <a:close/>
              </a:path>
            </a:pathLst>
          </a:custGeom>
          <a:solidFill>
            <a:srgbClr val="1C3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6" name="Google Shape;4416;p40"/>
          <p:cNvSpPr/>
          <p:nvPr/>
        </p:nvSpPr>
        <p:spPr>
          <a:xfrm>
            <a:off x="5465809" y="3684810"/>
            <a:ext cx="736616" cy="736616"/>
          </a:xfrm>
          <a:custGeom>
            <a:rect b="b" l="l" r="r" t="t"/>
            <a:pathLst>
              <a:path extrusionOk="0" h="40159" w="40159">
                <a:moveTo>
                  <a:pt x="0" y="0"/>
                </a:moveTo>
                <a:lnTo>
                  <a:pt x="0" y="40158"/>
                </a:lnTo>
                <a:lnTo>
                  <a:pt x="40158" y="40158"/>
                </a:lnTo>
                <a:lnTo>
                  <a:pt x="40158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7" name="Google Shape;4417;p40"/>
          <p:cNvSpPr/>
          <p:nvPr/>
        </p:nvSpPr>
        <p:spPr>
          <a:xfrm>
            <a:off x="5465809" y="3684810"/>
            <a:ext cx="369051" cy="369051"/>
          </a:xfrm>
          <a:custGeom>
            <a:rect b="b" l="l" r="r" t="t"/>
            <a:pathLst>
              <a:path extrusionOk="0" h="20120" w="20120">
                <a:moveTo>
                  <a:pt x="0" y="0"/>
                </a:moveTo>
                <a:lnTo>
                  <a:pt x="0" y="20119"/>
                </a:lnTo>
                <a:lnTo>
                  <a:pt x="20120" y="20119"/>
                </a:lnTo>
                <a:lnTo>
                  <a:pt x="20120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8" name="Google Shape;4418;p40"/>
          <p:cNvSpPr/>
          <p:nvPr/>
        </p:nvSpPr>
        <p:spPr>
          <a:xfrm>
            <a:off x="5833750" y="4052728"/>
            <a:ext cx="369051" cy="369051"/>
          </a:xfrm>
          <a:custGeom>
            <a:rect b="b" l="l" r="r" t="t"/>
            <a:pathLst>
              <a:path extrusionOk="0" h="20120" w="20120">
                <a:moveTo>
                  <a:pt x="0" y="1"/>
                </a:moveTo>
                <a:lnTo>
                  <a:pt x="0" y="20120"/>
                </a:lnTo>
                <a:lnTo>
                  <a:pt x="20119" y="20120"/>
                </a:lnTo>
                <a:lnTo>
                  <a:pt x="20119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9" name="Google Shape;4419;p40"/>
          <p:cNvSpPr/>
          <p:nvPr/>
        </p:nvSpPr>
        <p:spPr>
          <a:xfrm>
            <a:off x="5466635" y="3685140"/>
            <a:ext cx="368226" cy="368226"/>
          </a:xfrm>
          <a:custGeom>
            <a:rect b="b" l="l" r="r" t="t"/>
            <a:pathLst>
              <a:path extrusionOk="0" h="20075" w="20075">
                <a:moveTo>
                  <a:pt x="19557" y="0"/>
                </a:moveTo>
                <a:lnTo>
                  <a:pt x="18530" y="54"/>
                </a:lnTo>
                <a:lnTo>
                  <a:pt x="17521" y="161"/>
                </a:lnTo>
                <a:lnTo>
                  <a:pt x="16520" y="313"/>
                </a:lnTo>
                <a:lnTo>
                  <a:pt x="15538" y="509"/>
                </a:lnTo>
                <a:lnTo>
                  <a:pt x="14583" y="759"/>
                </a:lnTo>
                <a:lnTo>
                  <a:pt x="13636" y="1054"/>
                </a:lnTo>
                <a:lnTo>
                  <a:pt x="12716" y="1393"/>
                </a:lnTo>
                <a:lnTo>
                  <a:pt x="11814" y="1768"/>
                </a:lnTo>
                <a:lnTo>
                  <a:pt x="10930" y="2197"/>
                </a:lnTo>
                <a:lnTo>
                  <a:pt x="10082" y="2661"/>
                </a:lnTo>
                <a:lnTo>
                  <a:pt x="9251" y="3161"/>
                </a:lnTo>
                <a:lnTo>
                  <a:pt x="8448" y="3697"/>
                </a:lnTo>
                <a:lnTo>
                  <a:pt x="7680" y="4277"/>
                </a:lnTo>
                <a:lnTo>
                  <a:pt x="6939" y="4894"/>
                </a:lnTo>
                <a:lnTo>
                  <a:pt x="6224" y="5546"/>
                </a:lnTo>
                <a:lnTo>
                  <a:pt x="5537" y="6224"/>
                </a:lnTo>
                <a:lnTo>
                  <a:pt x="4894" y="6939"/>
                </a:lnTo>
                <a:lnTo>
                  <a:pt x="4278" y="7680"/>
                </a:lnTo>
                <a:lnTo>
                  <a:pt x="3697" y="8457"/>
                </a:lnTo>
                <a:lnTo>
                  <a:pt x="3161" y="9251"/>
                </a:lnTo>
                <a:lnTo>
                  <a:pt x="2652" y="10082"/>
                </a:lnTo>
                <a:lnTo>
                  <a:pt x="2188" y="10939"/>
                </a:lnTo>
                <a:lnTo>
                  <a:pt x="1768" y="11814"/>
                </a:lnTo>
                <a:lnTo>
                  <a:pt x="1384" y="12716"/>
                </a:lnTo>
                <a:lnTo>
                  <a:pt x="1054" y="13636"/>
                </a:lnTo>
                <a:lnTo>
                  <a:pt x="759" y="14583"/>
                </a:lnTo>
                <a:lnTo>
                  <a:pt x="509" y="15547"/>
                </a:lnTo>
                <a:lnTo>
                  <a:pt x="313" y="16520"/>
                </a:lnTo>
                <a:lnTo>
                  <a:pt x="161" y="17521"/>
                </a:lnTo>
                <a:lnTo>
                  <a:pt x="54" y="18530"/>
                </a:lnTo>
                <a:lnTo>
                  <a:pt x="0" y="19557"/>
                </a:lnTo>
                <a:lnTo>
                  <a:pt x="0" y="20075"/>
                </a:lnTo>
                <a:lnTo>
                  <a:pt x="518" y="20075"/>
                </a:lnTo>
                <a:lnTo>
                  <a:pt x="1545" y="20021"/>
                </a:lnTo>
                <a:lnTo>
                  <a:pt x="2554" y="19923"/>
                </a:lnTo>
                <a:lnTo>
                  <a:pt x="3554" y="19771"/>
                </a:lnTo>
                <a:lnTo>
                  <a:pt x="4536" y="19566"/>
                </a:lnTo>
                <a:lnTo>
                  <a:pt x="5492" y="19315"/>
                </a:lnTo>
                <a:lnTo>
                  <a:pt x="6439" y="19021"/>
                </a:lnTo>
                <a:lnTo>
                  <a:pt x="7358" y="18690"/>
                </a:lnTo>
                <a:lnTo>
                  <a:pt x="8260" y="18306"/>
                </a:lnTo>
                <a:lnTo>
                  <a:pt x="9135" y="17887"/>
                </a:lnTo>
                <a:lnTo>
                  <a:pt x="9993" y="17422"/>
                </a:lnTo>
                <a:lnTo>
                  <a:pt x="10823" y="16913"/>
                </a:lnTo>
                <a:lnTo>
                  <a:pt x="11618" y="16378"/>
                </a:lnTo>
                <a:lnTo>
                  <a:pt x="12395" y="15797"/>
                </a:lnTo>
                <a:lnTo>
                  <a:pt x="13136" y="15181"/>
                </a:lnTo>
                <a:lnTo>
                  <a:pt x="13850" y="14538"/>
                </a:lnTo>
                <a:lnTo>
                  <a:pt x="14538" y="13850"/>
                </a:lnTo>
                <a:lnTo>
                  <a:pt x="15181" y="13136"/>
                </a:lnTo>
                <a:lnTo>
                  <a:pt x="15797" y="12395"/>
                </a:lnTo>
                <a:lnTo>
                  <a:pt x="16378" y="11627"/>
                </a:lnTo>
                <a:lnTo>
                  <a:pt x="16913" y="10823"/>
                </a:lnTo>
                <a:lnTo>
                  <a:pt x="17422" y="9993"/>
                </a:lnTo>
                <a:lnTo>
                  <a:pt x="17878" y="9144"/>
                </a:lnTo>
                <a:lnTo>
                  <a:pt x="18306" y="8260"/>
                </a:lnTo>
                <a:lnTo>
                  <a:pt x="18682" y="7358"/>
                </a:lnTo>
                <a:lnTo>
                  <a:pt x="19021" y="6439"/>
                </a:lnTo>
                <a:lnTo>
                  <a:pt x="19316" y="5492"/>
                </a:lnTo>
                <a:lnTo>
                  <a:pt x="19566" y="4536"/>
                </a:lnTo>
                <a:lnTo>
                  <a:pt x="19762" y="3554"/>
                </a:lnTo>
                <a:lnTo>
                  <a:pt x="19914" y="2554"/>
                </a:lnTo>
                <a:lnTo>
                  <a:pt x="20021" y="1545"/>
                </a:lnTo>
                <a:lnTo>
                  <a:pt x="20075" y="518"/>
                </a:lnTo>
                <a:lnTo>
                  <a:pt x="200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0" name="Google Shape;4420;p40"/>
          <p:cNvSpPr/>
          <p:nvPr/>
        </p:nvSpPr>
        <p:spPr>
          <a:xfrm>
            <a:off x="5466635" y="3744595"/>
            <a:ext cx="308778" cy="308778"/>
          </a:xfrm>
          <a:custGeom>
            <a:rect b="b" l="l" r="r" t="t"/>
            <a:pathLst>
              <a:path extrusionOk="0" h="16834" w="16834">
                <a:moveTo>
                  <a:pt x="16833" y="1"/>
                </a:moveTo>
                <a:lnTo>
                  <a:pt x="16003" y="81"/>
                </a:lnTo>
                <a:lnTo>
                  <a:pt x="14377" y="376"/>
                </a:lnTo>
                <a:lnTo>
                  <a:pt x="12797" y="804"/>
                </a:lnTo>
                <a:lnTo>
                  <a:pt x="11279" y="1367"/>
                </a:lnTo>
                <a:lnTo>
                  <a:pt x="9832" y="2054"/>
                </a:lnTo>
                <a:lnTo>
                  <a:pt x="8448" y="2858"/>
                </a:lnTo>
                <a:lnTo>
                  <a:pt x="7144" y="3778"/>
                </a:lnTo>
                <a:lnTo>
                  <a:pt x="5930" y="4805"/>
                </a:lnTo>
                <a:lnTo>
                  <a:pt x="4804" y="5930"/>
                </a:lnTo>
                <a:lnTo>
                  <a:pt x="3777" y="7145"/>
                </a:lnTo>
                <a:lnTo>
                  <a:pt x="2858" y="8448"/>
                </a:lnTo>
                <a:lnTo>
                  <a:pt x="2054" y="9832"/>
                </a:lnTo>
                <a:lnTo>
                  <a:pt x="1366" y="11279"/>
                </a:lnTo>
                <a:lnTo>
                  <a:pt x="804" y="12797"/>
                </a:lnTo>
                <a:lnTo>
                  <a:pt x="375" y="14378"/>
                </a:lnTo>
                <a:lnTo>
                  <a:pt x="80" y="16003"/>
                </a:lnTo>
                <a:lnTo>
                  <a:pt x="0" y="16834"/>
                </a:lnTo>
                <a:lnTo>
                  <a:pt x="831" y="16753"/>
                </a:lnTo>
                <a:lnTo>
                  <a:pt x="2456" y="16458"/>
                </a:lnTo>
                <a:lnTo>
                  <a:pt x="4036" y="16030"/>
                </a:lnTo>
                <a:lnTo>
                  <a:pt x="5554" y="15467"/>
                </a:lnTo>
                <a:lnTo>
                  <a:pt x="7010" y="14780"/>
                </a:lnTo>
                <a:lnTo>
                  <a:pt x="8385" y="13976"/>
                </a:lnTo>
                <a:lnTo>
                  <a:pt x="9689" y="13056"/>
                </a:lnTo>
                <a:lnTo>
                  <a:pt x="10904" y="12029"/>
                </a:lnTo>
                <a:lnTo>
                  <a:pt x="12029" y="10904"/>
                </a:lnTo>
                <a:lnTo>
                  <a:pt x="13056" y="9690"/>
                </a:lnTo>
                <a:lnTo>
                  <a:pt x="13975" y="8386"/>
                </a:lnTo>
                <a:lnTo>
                  <a:pt x="14779" y="7011"/>
                </a:lnTo>
                <a:lnTo>
                  <a:pt x="15467" y="5555"/>
                </a:lnTo>
                <a:lnTo>
                  <a:pt x="16029" y="4037"/>
                </a:lnTo>
                <a:lnTo>
                  <a:pt x="16458" y="2456"/>
                </a:lnTo>
                <a:lnTo>
                  <a:pt x="16753" y="831"/>
                </a:lnTo>
                <a:lnTo>
                  <a:pt x="16833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1" name="Google Shape;4421;p40"/>
          <p:cNvSpPr/>
          <p:nvPr/>
        </p:nvSpPr>
        <p:spPr>
          <a:xfrm>
            <a:off x="5834227" y="3685452"/>
            <a:ext cx="368244" cy="368409"/>
          </a:xfrm>
          <a:custGeom>
            <a:rect b="b" l="l" r="r" t="t"/>
            <a:pathLst>
              <a:path extrusionOk="0" h="20085" w="20076">
                <a:moveTo>
                  <a:pt x="1" y="1"/>
                </a:moveTo>
                <a:lnTo>
                  <a:pt x="1" y="519"/>
                </a:lnTo>
                <a:lnTo>
                  <a:pt x="54" y="1546"/>
                </a:lnTo>
                <a:lnTo>
                  <a:pt x="153" y="2564"/>
                </a:lnTo>
                <a:lnTo>
                  <a:pt x="305" y="3555"/>
                </a:lnTo>
                <a:lnTo>
                  <a:pt x="510" y="4537"/>
                </a:lnTo>
                <a:lnTo>
                  <a:pt x="760" y="5502"/>
                </a:lnTo>
                <a:lnTo>
                  <a:pt x="1055" y="6439"/>
                </a:lnTo>
                <a:lnTo>
                  <a:pt x="1385" y="7368"/>
                </a:lnTo>
                <a:lnTo>
                  <a:pt x="1769" y="8270"/>
                </a:lnTo>
                <a:lnTo>
                  <a:pt x="2189" y="9145"/>
                </a:lnTo>
                <a:lnTo>
                  <a:pt x="2653" y="10002"/>
                </a:lnTo>
                <a:lnTo>
                  <a:pt x="3162" y="10824"/>
                </a:lnTo>
                <a:lnTo>
                  <a:pt x="3698" y="11628"/>
                </a:lnTo>
                <a:lnTo>
                  <a:pt x="4278" y="12405"/>
                </a:lnTo>
                <a:lnTo>
                  <a:pt x="4895" y="13146"/>
                </a:lnTo>
                <a:lnTo>
                  <a:pt x="5537" y="13860"/>
                </a:lnTo>
                <a:lnTo>
                  <a:pt x="6225" y="14539"/>
                </a:lnTo>
                <a:lnTo>
                  <a:pt x="6939" y="15191"/>
                </a:lnTo>
                <a:lnTo>
                  <a:pt x="7681" y="15798"/>
                </a:lnTo>
                <a:lnTo>
                  <a:pt x="8449" y="16378"/>
                </a:lnTo>
                <a:lnTo>
                  <a:pt x="9252" y="16923"/>
                </a:lnTo>
                <a:lnTo>
                  <a:pt x="10083" y="17423"/>
                </a:lnTo>
                <a:lnTo>
                  <a:pt x="10931" y="17888"/>
                </a:lnTo>
                <a:lnTo>
                  <a:pt x="11815" y="18307"/>
                </a:lnTo>
                <a:lnTo>
                  <a:pt x="12717" y="18691"/>
                </a:lnTo>
                <a:lnTo>
                  <a:pt x="13637" y="19031"/>
                </a:lnTo>
                <a:lnTo>
                  <a:pt x="14584" y="19325"/>
                </a:lnTo>
                <a:lnTo>
                  <a:pt x="15539" y="19566"/>
                </a:lnTo>
                <a:lnTo>
                  <a:pt x="16521" y="19772"/>
                </a:lnTo>
                <a:lnTo>
                  <a:pt x="17521" y="19924"/>
                </a:lnTo>
                <a:lnTo>
                  <a:pt x="18531" y="20022"/>
                </a:lnTo>
                <a:lnTo>
                  <a:pt x="19558" y="20075"/>
                </a:lnTo>
                <a:lnTo>
                  <a:pt x="20075" y="20084"/>
                </a:lnTo>
                <a:lnTo>
                  <a:pt x="20075" y="19566"/>
                </a:lnTo>
                <a:lnTo>
                  <a:pt x="20022" y="18539"/>
                </a:lnTo>
                <a:lnTo>
                  <a:pt x="19915" y="17521"/>
                </a:lnTo>
                <a:lnTo>
                  <a:pt x="19763" y="16530"/>
                </a:lnTo>
                <a:lnTo>
                  <a:pt x="19566" y="15548"/>
                </a:lnTo>
                <a:lnTo>
                  <a:pt x="19316" y="14583"/>
                </a:lnTo>
                <a:lnTo>
                  <a:pt x="19022" y="13637"/>
                </a:lnTo>
                <a:lnTo>
                  <a:pt x="18682" y="12717"/>
                </a:lnTo>
                <a:lnTo>
                  <a:pt x="18307" y="11815"/>
                </a:lnTo>
                <a:lnTo>
                  <a:pt x="17879" y="10940"/>
                </a:lnTo>
                <a:lnTo>
                  <a:pt x="17414" y="10083"/>
                </a:lnTo>
                <a:lnTo>
                  <a:pt x="16914" y="9261"/>
                </a:lnTo>
                <a:lnTo>
                  <a:pt x="16378" y="8458"/>
                </a:lnTo>
                <a:lnTo>
                  <a:pt x="15798" y="7681"/>
                </a:lnTo>
                <a:lnTo>
                  <a:pt x="15182" y="6939"/>
                </a:lnTo>
                <a:lnTo>
                  <a:pt x="14530" y="6225"/>
                </a:lnTo>
                <a:lnTo>
                  <a:pt x="13851" y="5546"/>
                </a:lnTo>
                <a:lnTo>
                  <a:pt x="13137" y="4894"/>
                </a:lnTo>
                <a:lnTo>
                  <a:pt x="12396" y="4287"/>
                </a:lnTo>
                <a:lnTo>
                  <a:pt x="11619" y="3707"/>
                </a:lnTo>
                <a:lnTo>
                  <a:pt x="10824" y="3162"/>
                </a:lnTo>
                <a:lnTo>
                  <a:pt x="9994" y="2662"/>
                </a:lnTo>
                <a:lnTo>
                  <a:pt x="9136" y="2198"/>
                </a:lnTo>
                <a:lnTo>
                  <a:pt x="8261" y="1778"/>
                </a:lnTo>
                <a:lnTo>
                  <a:pt x="7359" y="1394"/>
                </a:lnTo>
                <a:lnTo>
                  <a:pt x="6439" y="1055"/>
                </a:lnTo>
                <a:lnTo>
                  <a:pt x="5493" y="760"/>
                </a:lnTo>
                <a:lnTo>
                  <a:pt x="4528" y="519"/>
                </a:lnTo>
                <a:lnTo>
                  <a:pt x="3555" y="313"/>
                </a:lnTo>
                <a:lnTo>
                  <a:pt x="2555" y="162"/>
                </a:lnTo>
                <a:lnTo>
                  <a:pt x="1546" y="54"/>
                </a:lnTo>
                <a:lnTo>
                  <a:pt x="519" y="10"/>
                </a:lnTo>
                <a:lnTo>
                  <a:pt x="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2" name="Google Shape;4422;p40"/>
          <p:cNvSpPr/>
          <p:nvPr/>
        </p:nvSpPr>
        <p:spPr>
          <a:xfrm>
            <a:off x="5893536" y="3744925"/>
            <a:ext cx="308943" cy="308943"/>
          </a:xfrm>
          <a:custGeom>
            <a:rect b="b" l="l" r="r" t="t"/>
            <a:pathLst>
              <a:path extrusionOk="0" h="16843" w="16843">
                <a:moveTo>
                  <a:pt x="1" y="0"/>
                </a:moveTo>
                <a:lnTo>
                  <a:pt x="90" y="831"/>
                </a:lnTo>
                <a:lnTo>
                  <a:pt x="385" y="2465"/>
                </a:lnTo>
                <a:lnTo>
                  <a:pt x="813" y="4037"/>
                </a:lnTo>
                <a:lnTo>
                  <a:pt x="1376" y="5555"/>
                </a:lnTo>
                <a:lnTo>
                  <a:pt x="2063" y="7010"/>
                </a:lnTo>
                <a:lnTo>
                  <a:pt x="2867" y="8386"/>
                </a:lnTo>
                <a:lnTo>
                  <a:pt x="3787" y="9689"/>
                </a:lnTo>
                <a:lnTo>
                  <a:pt x="4814" y="10904"/>
                </a:lnTo>
                <a:lnTo>
                  <a:pt x="5939" y="12029"/>
                </a:lnTo>
                <a:lnTo>
                  <a:pt x="7153" y="13056"/>
                </a:lnTo>
                <a:lnTo>
                  <a:pt x="8457" y="13976"/>
                </a:lnTo>
                <a:lnTo>
                  <a:pt x="9832" y="14779"/>
                </a:lnTo>
                <a:lnTo>
                  <a:pt x="11288" y="15467"/>
                </a:lnTo>
                <a:lnTo>
                  <a:pt x="12806" y="16030"/>
                </a:lnTo>
                <a:lnTo>
                  <a:pt x="14378" y="16467"/>
                </a:lnTo>
                <a:lnTo>
                  <a:pt x="16012" y="16753"/>
                </a:lnTo>
                <a:lnTo>
                  <a:pt x="16842" y="16842"/>
                </a:lnTo>
                <a:lnTo>
                  <a:pt x="16842" y="16842"/>
                </a:lnTo>
                <a:lnTo>
                  <a:pt x="16762" y="16003"/>
                </a:lnTo>
                <a:lnTo>
                  <a:pt x="16467" y="14378"/>
                </a:lnTo>
                <a:lnTo>
                  <a:pt x="16039" y="12797"/>
                </a:lnTo>
                <a:lnTo>
                  <a:pt x="15476" y="11288"/>
                </a:lnTo>
                <a:lnTo>
                  <a:pt x="14789" y="9832"/>
                </a:lnTo>
                <a:lnTo>
                  <a:pt x="13976" y="8448"/>
                </a:lnTo>
                <a:lnTo>
                  <a:pt x="13056" y="7153"/>
                </a:lnTo>
                <a:lnTo>
                  <a:pt x="12038" y="5930"/>
                </a:lnTo>
                <a:lnTo>
                  <a:pt x="10913" y="4814"/>
                </a:lnTo>
                <a:lnTo>
                  <a:pt x="9698" y="3787"/>
                </a:lnTo>
                <a:lnTo>
                  <a:pt x="8395" y="2867"/>
                </a:lnTo>
                <a:lnTo>
                  <a:pt x="7011" y="2054"/>
                </a:lnTo>
                <a:lnTo>
                  <a:pt x="5564" y="1367"/>
                </a:lnTo>
                <a:lnTo>
                  <a:pt x="4046" y="804"/>
                </a:lnTo>
                <a:lnTo>
                  <a:pt x="2465" y="376"/>
                </a:lnTo>
                <a:lnTo>
                  <a:pt x="840" y="90"/>
                </a:lnTo>
                <a:lnTo>
                  <a:pt x="1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3" name="Google Shape;4423;p40"/>
          <p:cNvSpPr/>
          <p:nvPr/>
        </p:nvSpPr>
        <p:spPr>
          <a:xfrm>
            <a:off x="5834227" y="4046510"/>
            <a:ext cx="368244" cy="368391"/>
          </a:xfrm>
          <a:custGeom>
            <a:rect b="b" l="l" r="r" t="t"/>
            <a:pathLst>
              <a:path extrusionOk="0" h="20084" w="20076">
                <a:moveTo>
                  <a:pt x="20075" y="0"/>
                </a:moveTo>
                <a:lnTo>
                  <a:pt x="19558" y="9"/>
                </a:lnTo>
                <a:lnTo>
                  <a:pt x="18531" y="63"/>
                </a:lnTo>
                <a:lnTo>
                  <a:pt x="17521" y="161"/>
                </a:lnTo>
                <a:lnTo>
                  <a:pt x="16521" y="313"/>
                </a:lnTo>
                <a:lnTo>
                  <a:pt x="15539" y="518"/>
                </a:lnTo>
                <a:lnTo>
                  <a:pt x="14584" y="768"/>
                </a:lnTo>
                <a:lnTo>
                  <a:pt x="13637" y="1054"/>
                </a:lnTo>
                <a:lnTo>
                  <a:pt x="12717" y="1394"/>
                </a:lnTo>
                <a:lnTo>
                  <a:pt x="11815" y="1778"/>
                </a:lnTo>
                <a:lnTo>
                  <a:pt x="10931" y="2197"/>
                </a:lnTo>
                <a:lnTo>
                  <a:pt x="10083" y="2662"/>
                </a:lnTo>
                <a:lnTo>
                  <a:pt x="9252" y="3171"/>
                </a:lnTo>
                <a:lnTo>
                  <a:pt x="8449" y="3706"/>
                </a:lnTo>
                <a:lnTo>
                  <a:pt x="7681" y="4287"/>
                </a:lnTo>
                <a:lnTo>
                  <a:pt x="6939" y="4903"/>
                </a:lnTo>
                <a:lnTo>
                  <a:pt x="6225" y="5546"/>
                </a:lnTo>
                <a:lnTo>
                  <a:pt x="5537" y="6225"/>
                </a:lnTo>
                <a:lnTo>
                  <a:pt x="4895" y="6939"/>
                </a:lnTo>
                <a:lnTo>
                  <a:pt x="4278" y="7689"/>
                </a:lnTo>
                <a:lnTo>
                  <a:pt x="3698" y="8457"/>
                </a:lnTo>
                <a:lnTo>
                  <a:pt x="3162" y="9261"/>
                </a:lnTo>
                <a:lnTo>
                  <a:pt x="2653" y="10091"/>
                </a:lnTo>
                <a:lnTo>
                  <a:pt x="2189" y="10940"/>
                </a:lnTo>
                <a:lnTo>
                  <a:pt x="1769" y="11824"/>
                </a:lnTo>
                <a:lnTo>
                  <a:pt x="1385" y="12717"/>
                </a:lnTo>
                <a:lnTo>
                  <a:pt x="1055" y="13645"/>
                </a:lnTo>
                <a:lnTo>
                  <a:pt x="760" y="14583"/>
                </a:lnTo>
                <a:lnTo>
                  <a:pt x="510" y="15547"/>
                </a:lnTo>
                <a:lnTo>
                  <a:pt x="305" y="16530"/>
                </a:lnTo>
                <a:lnTo>
                  <a:pt x="153" y="17530"/>
                </a:lnTo>
                <a:lnTo>
                  <a:pt x="54" y="18539"/>
                </a:lnTo>
                <a:lnTo>
                  <a:pt x="1" y="19566"/>
                </a:lnTo>
                <a:lnTo>
                  <a:pt x="1" y="20084"/>
                </a:lnTo>
                <a:lnTo>
                  <a:pt x="519" y="20084"/>
                </a:lnTo>
                <a:lnTo>
                  <a:pt x="1546" y="20030"/>
                </a:lnTo>
                <a:lnTo>
                  <a:pt x="2555" y="19923"/>
                </a:lnTo>
                <a:lnTo>
                  <a:pt x="3555" y="19771"/>
                </a:lnTo>
                <a:lnTo>
                  <a:pt x="4528" y="19575"/>
                </a:lnTo>
                <a:lnTo>
                  <a:pt x="5493" y="19325"/>
                </a:lnTo>
                <a:lnTo>
                  <a:pt x="6439" y="19030"/>
                </a:lnTo>
                <a:lnTo>
                  <a:pt x="7359" y="18691"/>
                </a:lnTo>
                <a:lnTo>
                  <a:pt x="8261" y="18316"/>
                </a:lnTo>
                <a:lnTo>
                  <a:pt x="9136" y="17887"/>
                </a:lnTo>
                <a:lnTo>
                  <a:pt x="9994" y="17423"/>
                </a:lnTo>
                <a:lnTo>
                  <a:pt x="10824" y="16923"/>
                </a:lnTo>
                <a:lnTo>
                  <a:pt x="11619" y="16378"/>
                </a:lnTo>
                <a:lnTo>
                  <a:pt x="12396" y="15806"/>
                </a:lnTo>
                <a:lnTo>
                  <a:pt x="13137" y="15190"/>
                </a:lnTo>
                <a:lnTo>
                  <a:pt x="13851" y="14538"/>
                </a:lnTo>
                <a:lnTo>
                  <a:pt x="14530" y="13860"/>
                </a:lnTo>
                <a:lnTo>
                  <a:pt x="15182" y="13145"/>
                </a:lnTo>
                <a:lnTo>
                  <a:pt x="15798" y="12404"/>
                </a:lnTo>
                <a:lnTo>
                  <a:pt x="16378" y="11627"/>
                </a:lnTo>
                <a:lnTo>
                  <a:pt x="16914" y="10832"/>
                </a:lnTo>
                <a:lnTo>
                  <a:pt x="17414" y="10002"/>
                </a:lnTo>
                <a:lnTo>
                  <a:pt x="17879" y="9145"/>
                </a:lnTo>
                <a:lnTo>
                  <a:pt x="18307" y="8270"/>
                </a:lnTo>
                <a:lnTo>
                  <a:pt x="18682" y="7368"/>
                </a:lnTo>
                <a:lnTo>
                  <a:pt x="19022" y="6448"/>
                </a:lnTo>
                <a:lnTo>
                  <a:pt x="19316" y="5501"/>
                </a:lnTo>
                <a:lnTo>
                  <a:pt x="19566" y="4537"/>
                </a:lnTo>
                <a:lnTo>
                  <a:pt x="19763" y="3564"/>
                </a:lnTo>
                <a:lnTo>
                  <a:pt x="19915" y="2563"/>
                </a:lnTo>
                <a:lnTo>
                  <a:pt x="20022" y="1554"/>
                </a:lnTo>
                <a:lnTo>
                  <a:pt x="20075" y="527"/>
                </a:lnTo>
                <a:lnTo>
                  <a:pt x="200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4" name="Google Shape;4424;p40"/>
          <p:cNvSpPr/>
          <p:nvPr/>
        </p:nvSpPr>
        <p:spPr>
          <a:xfrm>
            <a:off x="5893536" y="4046510"/>
            <a:ext cx="308943" cy="308943"/>
          </a:xfrm>
          <a:custGeom>
            <a:rect b="b" l="l" r="r" t="t"/>
            <a:pathLst>
              <a:path extrusionOk="0" h="16843" w="16843">
                <a:moveTo>
                  <a:pt x="16842" y="0"/>
                </a:moveTo>
                <a:lnTo>
                  <a:pt x="16012" y="90"/>
                </a:lnTo>
                <a:lnTo>
                  <a:pt x="14378" y="384"/>
                </a:lnTo>
                <a:lnTo>
                  <a:pt x="12806" y="813"/>
                </a:lnTo>
                <a:lnTo>
                  <a:pt x="11288" y="1376"/>
                </a:lnTo>
                <a:lnTo>
                  <a:pt x="9832" y="2063"/>
                </a:lnTo>
                <a:lnTo>
                  <a:pt x="8457" y="2867"/>
                </a:lnTo>
                <a:lnTo>
                  <a:pt x="7153" y="3787"/>
                </a:lnTo>
                <a:lnTo>
                  <a:pt x="5939" y="4814"/>
                </a:lnTo>
                <a:lnTo>
                  <a:pt x="4814" y="5939"/>
                </a:lnTo>
                <a:lnTo>
                  <a:pt x="3787" y="7153"/>
                </a:lnTo>
                <a:lnTo>
                  <a:pt x="2867" y="8457"/>
                </a:lnTo>
                <a:lnTo>
                  <a:pt x="2063" y="9832"/>
                </a:lnTo>
                <a:lnTo>
                  <a:pt x="1376" y="11288"/>
                </a:lnTo>
                <a:lnTo>
                  <a:pt x="813" y="12806"/>
                </a:lnTo>
                <a:lnTo>
                  <a:pt x="385" y="14378"/>
                </a:lnTo>
                <a:lnTo>
                  <a:pt x="90" y="16012"/>
                </a:lnTo>
                <a:lnTo>
                  <a:pt x="1" y="16842"/>
                </a:lnTo>
                <a:lnTo>
                  <a:pt x="1" y="16842"/>
                </a:lnTo>
                <a:lnTo>
                  <a:pt x="840" y="16762"/>
                </a:lnTo>
                <a:lnTo>
                  <a:pt x="2465" y="16467"/>
                </a:lnTo>
                <a:lnTo>
                  <a:pt x="4046" y="16039"/>
                </a:lnTo>
                <a:lnTo>
                  <a:pt x="5564" y="15476"/>
                </a:lnTo>
                <a:lnTo>
                  <a:pt x="7011" y="14788"/>
                </a:lnTo>
                <a:lnTo>
                  <a:pt x="8395" y="13976"/>
                </a:lnTo>
                <a:lnTo>
                  <a:pt x="9698" y="13056"/>
                </a:lnTo>
                <a:lnTo>
                  <a:pt x="10913" y="12038"/>
                </a:lnTo>
                <a:lnTo>
                  <a:pt x="12038" y="10913"/>
                </a:lnTo>
                <a:lnTo>
                  <a:pt x="13056" y="9698"/>
                </a:lnTo>
                <a:lnTo>
                  <a:pt x="13976" y="8395"/>
                </a:lnTo>
                <a:lnTo>
                  <a:pt x="14789" y="7010"/>
                </a:lnTo>
                <a:lnTo>
                  <a:pt x="15476" y="5564"/>
                </a:lnTo>
                <a:lnTo>
                  <a:pt x="16039" y="4046"/>
                </a:lnTo>
                <a:lnTo>
                  <a:pt x="16467" y="2465"/>
                </a:lnTo>
                <a:lnTo>
                  <a:pt x="16762" y="840"/>
                </a:lnTo>
                <a:lnTo>
                  <a:pt x="16842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5" name="Google Shape;4425;p40"/>
          <p:cNvSpPr/>
          <p:nvPr/>
        </p:nvSpPr>
        <p:spPr>
          <a:xfrm>
            <a:off x="5466635" y="4046179"/>
            <a:ext cx="368226" cy="368409"/>
          </a:xfrm>
          <a:custGeom>
            <a:rect b="b" l="l" r="r" t="t"/>
            <a:pathLst>
              <a:path extrusionOk="0" h="20085" w="20075">
                <a:moveTo>
                  <a:pt x="0" y="1"/>
                </a:moveTo>
                <a:lnTo>
                  <a:pt x="0" y="519"/>
                </a:lnTo>
                <a:lnTo>
                  <a:pt x="54" y="1545"/>
                </a:lnTo>
                <a:lnTo>
                  <a:pt x="161" y="2563"/>
                </a:lnTo>
                <a:lnTo>
                  <a:pt x="313" y="3555"/>
                </a:lnTo>
                <a:lnTo>
                  <a:pt x="509" y="4537"/>
                </a:lnTo>
                <a:lnTo>
                  <a:pt x="759" y="5501"/>
                </a:lnTo>
                <a:lnTo>
                  <a:pt x="1054" y="6439"/>
                </a:lnTo>
                <a:lnTo>
                  <a:pt x="1384" y="7368"/>
                </a:lnTo>
                <a:lnTo>
                  <a:pt x="1768" y="8270"/>
                </a:lnTo>
                <a:lnTo>
                  <a:pt x="2188" y="9145"/>
                </a:lnTo>
                <a:lnTo>
                  <a:pt x="2652" y="9993"/>
                </a:lnTo>
                <a:lnTo>
                  <a:pt x="3161" y="10824"/>
                </a:lnTo>
                <a:lnTo>
                  <a:pt x="3697" y="11627"/>
                </a:lnTo>
                <a:lnTo>
                  <a:pt x="4278" y="12395"/>
                </a:lnTo>
                <a:lnTo>
                  <a:pt x="4894" y="13145"/>
                </a:lnTo>
                <a:lnTo>
                  <a:pt x="5537" y="13860"/>
                </a:lnTo>
                <a:lnTo>
                  <a:pt x="6224" y="14539"/>
                </a:lnTo>
                <a:lnTo>
                  <a:pt x="6939" y="15190"/>
                </a:lnTo>
                <a:lnTo>
                  <a:pt x="7680" y="15798"/>
                </a:lnTo>
                <a:lnTo>
                  <a:pt x="8448" y="16378"/>
                </a:lnTo>
                <a:lnTo>
                  <a:pt x="9251" y="16923"/>
                </a:lnTo>
                <a:lnTo>
                  <a:pt x="10082" y="17423"/>
                </a:lnTo>
                <a:lnTo>
                  <a:pt x="10930" y="17887"/>
                </a:lnTo>
                <a:lnTo>
                  <a:pt x="11814" y="18307"/>
                </a:lnTo>
                <a:lnTo>
                  <a:pt x="12716" y="18691"/>
                </a:lnTo>
                <a:lnTo>
                  <a:pt x="13636" y="19030"/>
                </a:lnTo>
                <a:lnTo>
                  <a:pt x="14583" y="19325"/>
                </a:lnTo>
                <a:lnTo>
                  <a:pt x="15538" y="19566"/>
                </a:lnTo>
                <a:lnTo>
                  <a:pt x="16520" y="19771"/>
                </a:lnTo>
                <a:lnTo>
                  <a:pt x="17521" y="19923"/>
                </a:lnTo>
                <a:lnTo>
                  <a:pt x="18530" y="20022"/>
                </a:lnTo>
                <a:lnTo>
                  <a:pt x="19557" y="20075"/>
                </a:lnTo>
                <a:lnTo>
                  <a:pt x="20075" y="20084"/>
                </a:lnTo>
                <a:lnTo>
                  <a:pt x="20075" y="19566"/>
                </a:lnTo>
                <a:lnTo>
                  <a:pt x="20021" y="18539"/>
                </a:lnTo>
                <a:lnTo>
                  <a:pt x="19914" y="17521"/>
                </a:lnTo>
                <a:lnTo>
                  <a:pt x="19762" y="16530"/>
                </a:lnTo>
                <a:lnTo>
                  <a:pt x="19566" y="15548"/>
                </a:lnTo>
                <a:lnTo>
                  <a:pt x="19316" y="14583"/>
                </a:lnTo>
                <a:lnTo>
                  <a:pt x="19021" y="13637"/>
                </a:lnTo>
                <a:lnTo>
                  <a:pt x="18682" y="12717"/>
                </a:lnTo>
                <a:lnTo>
                  <a:pt x="18306" y="11815"/>
                </a:lnTo>
                <a:lnTo>
                  <a:pt x="17878" y="10940"/>
                </a:lnTo>
                <a:lnTo>
                  <a:pt x="17422" y="10082"/>
                </a:lnTo>
                <a:lnTo>
                  <a:pt x="16913" y="9261"/>
                </a:lnTo>
                <a:lnTo>
                  <a:pt x="16378" y="8457"/>
                </a:lnTo>
                <a:lnTo>
                  <a:pt x="15797" y="7680"/>
                </a:lnTo>
                <a:lnTo>
                  <a:pt x="15181" y="6939"/>
                </a:lnTo>
                <a:lnTo>
                  <a:pt x="14538" y="6225"/>
                </a:lnTo>
                <a:lnTo>
                  <a:pt x="13850" y="5546"/>
                </a:lnTo>
                <a:lnTo>
                  <a:pt x="13136" y="4894"/>
                </a:lnTo>
                <a:lnTo>
                  <a:pt x="12395" y="4287"/>
                </a:lnTo>
                <a:lnTo>
                  <a:pt x="11618" y="3707"/>
                </a:lnTo>
                <a:lnTo>
                  <a:pt x="10823" y="3162"/>
                </a:lnTo>
                <a:lnTo>
                  <a:pt x="9993" y="2662"/>
                </a:lnTo>
                <a:lnTo>
                  <a:pt x="9135" y="2197"/>
                </a:lnTo>
                <a:lnTo>
                  <a:pt x="8260" y="1778"/>
                </a:lnTo>
                <a:lnTo>
                  <a:pt x="7358" y="1394"/>
                </a:lnTo>
                <a:lnTo>
                  <a:pt x="6439" y="1054"/>
                </a:lnTo>
                <a:lnTo>
                  <a:pt x="5492" y="760"/>
                </a:lnTo>
                <a:lnTo>
                  <a:pt x="4536" y="510"/>
                </a:lnTo>
                <a:lnTo>
                  <a:pt x="3554" y="313"/>
                </a:lnTo>
                <a:lnTo>
                  <a:pt x="2554" y="161"/>
                </a:lnTo>
                <a:lnTo>
                  <a:pt x="1545" y="54"/>
                </a:lnTo>
                <a:lnTo>
                  <a:pt x="518" y="10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6" name="Google Shape;4426;p40"/>
          <p:cNvSpPr/>
          <p:nvPr/>
        </p:nvSpPr>
        <p:spPr>
          <a:xfrm>
            <a:off x="5466635" y="4046179"/>
            <a:ext cx="308778" cy="308943"/>
          </a:xfrm>
          <a:custGeom>
            <a:rect b="b" l="l" r="r" t="t"/>
            <a:pathLst>
              <a:path extrusionOk="0" h="16843" w="16834">
                <a:moveTo>
                  <a:pt x="0" y="1"/>
                </a:moveTo>
                <a:lnTo>
                  <a:pt x="80" y="831"/>
                </a:lnTo>
                <a:lnTo>
                  <a:pt x="375" y="2465"/>
                </a:lnTo>
                <a:lnTo>
                  <a:pt x="804" y="4037"/>
                </a:lnTo>
                <a:lnTo>
                  <a:pt x="1366" y="5555"/>
                </a:lnTo>
                <a:lnTo>
                  <a:pt x="2054" y="7011"/>
                </a:lnTo>
                <a:lnTo>
                  <a:pt x="2858" y="8395"/>
                </a:lnTo>
                <a:lnTo>
                  <a:pt x="3777" y="9690"/>
                </a:lnTo>
                <a:lnTo>
                  <a:pt x="4804" y="10904"/>
                </a:lnTo>
                <a:lnTo>
                  <a:pt x="5930" y="12029"/>
                </a:lnTo>
                <a:lnTo>
                  <a:pt x="7144" y="13056"/>
                </a:lnTo>
                <a:lnTo>
                  <a:pt x="8448" y="13976"/>
                </a:lnTo>
                <a:lnTo>
                  <a:pt x="9832" y="14780"/>
                </a:lnTo>
                <a:lnTo>
                  <a:pt x="11279" y="15467"/>
                </a:lnTo>
                <a:lnTo>
                  <a:pt x="12797" y="16030"/>
                </a:lnTo>
                <a:lnTo>
                  <a:pt x="14377" y="16467"/>
                </a:lnTo>
                <a:lnTo>
                  <a:pt x="16003" y="16753"/>
                </a:lnTo>
                <a:lnTo>
                  <a:pt x="16833" y="16842"/>
                </a:lnTo>
                <a:lnTo>
                  <a:pt x="16753" y="16003"/>
                </a:lnTo>
                <a:lnTo>
                  <a:pt x="16458" y="14378"/>
                </a:lnTo>
                <a:lnTo>
                  <a:pt x="16029" y="12806"/>
                </a:lnTo>
                <a:lnTo>
                  <a:pt x="15467" y="11288"/>
                </a:lnTo>
                <a:lnTo>
                  <a:pt x="14779" y="9832"/>
                </a:lnTo>
                <a:lnTo>
                  <a:pt x="13975" y="8448"/>
                </a:lnTo>
                <a:lnTo>
                  <a:pt x="13056" y="7153"/>
                </a:lnTo>
                <a:lnTo>
                  <a:pt x="12029" y="5939"/>
                </a:lnTo>
                <a:lnTo>
                  <a:pt x="10904" y="4814"/>
                </a:lnTo>
                <a:lnTo>
                  <a:pt x="9689" y="3787"/>
                </a:lnTo>
                <a:lnTo>
                  <a:pt x="8385" y="2867"/>
                </a:lnTo>
                <a:lnTo>
                  <a:pt x="7010" y="2063"/>
                </a:lnTo>
                <a:lnTo>
                  <a:pt x="5554" y="1367"/>
                </a:lnTo>
                <a:lnTo>
                  <a:pt x="4036" y="804"/>
                </a:lnTo>
                <a:lnTo>
                  <a:pt x="2456" y="376"/>
                </a:lnTo>
                <a:lnTo>
                  <a:pt x="831" y="90"/>
                </a:lnTo>
                <a:lnTo>
                  <a:pt x="0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7" name="Google Shape;4427;p40"/>
          <p:cNvSpPr/>
          <p:nvPr/>
        </p:nvSpPr>
        <p:spPr>
          <a:xfrm>
            <a:off x="6571411" y="2577402"/>
            <a:ext cx="18" cy="1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8" name="Google Shape;4428;p40"/>
          <p:cNvSpPr/>
          <p:nvPr/>
        </p:nvSpPr>
        <p:spPr>
          <a:xfrm>
            <a:off x="6198600" y="2210300"/>
            <a:ext cx="741331" cy="737112"/>
          </a:xfrm>
          <a:custGeom>
            <a:rect b="b" l="l" r="r" t="t"/>
            <a:pathLst>
              <a:path extrusionOk="0" h="40186" w="40186">
                <a:moveTo>
                  <a:pt x="0" y="1"/>
                </a:moveTo>
                <a:lnTo>
                  <a:pt x="0" y="40186"/>
                </a:lnTo>
                <a:lnTo>
                  <a:pt x="40185" y="40186"/>
                </a:lnTo>
                <a:lnTo>
                  <a:pt x="4018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9" name="Google Shape;4429;p40"/>
          <p:cNvSpPr/>
          <p:nvPr/>
        </p:nvSpPr>
        <p:spPr>
          <a:xfrm>
            <a:off x="6202828" y="2578888"/>
            <a:ext cx="368556" cy="368556"/>
          </a:xfrm>
          <a:custGeom>
            <a:rect b="b" l="l" r="r" t="t"/>
            <a:pathLst>
              <a:path extrusionOk="0" h="20093" w="20093">
                <a:moveTo>
                  <a:pt x="0" y="0"/>
                </a:moveTo>
                <a:lnTo>
                  <a:pt x="0" y="20093"/>
                </a:lnTo>
                <a:lnTo>
                  <a:pt x="20093" y="20093"/>
                </a:lnTo>
                <a:lnTo>
                  <a:pt x="20093" y="19878"/>
                </a:lnTo>
                <a:lnTo>
                  <a:pt x="14270" y="14056"/>
                </a:lnTo>
                <a:lnTo>
                  <a:pt x="6037" y="14056"/>
                </a:lnTo>
                <a:lnTo>
                  <a:pt x="6037" y="5823"/>
                </a:lnTo>
                <a:lnTo>
                  <a:pt x="215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0" name="Google Shape;4430;p40"/>
          <p:cNvSpPr/>
          <p:nvPr/>
        </p:nvSpPr>
        <p:spPr>
          <a:xfrm>
            <a:off x="6296863" y="2578888"/>
            <a:ext cx="274532" cy="274532"/>
          </a:xfrm>
          <a:custGeom>
            <a:rect b="b" l="l" r="r" t="t"/>
            <a:pathLst>
              <a:path extrusionOk="0" h="14967" w="14967">
                <a:moveTo>
                  <a:pt x="0" y="0"/>
                </a:moveTo>
                <a:lnTo>
                  <a:pt x="4385" y="4385"/>
                </a:lnTo>
                <a:lnTo>
                  <a:pt x="4385" y="10582"/>
                </a:lnTo>
                <a:lnTo>
                  <a:pt x="10582" y="10582"/>
                </a:lnTo>
                <a:lnTo>
                  <a:pt x="14967" y="14967"/>
                </a:lnTo>
                <a:lnTo>
                  <a:pt x="14967" y="9939"/>
                </a:lnTo>
                <a:lnTo>
                  <a:pt x="14717" y="9680"/>
                </a:lnTo>
                <a:lnTo>
                  <a:pt x="14270" y="9127"/>
                </a:lnTo>
                <a:lnTo>
                  <a:pt x="13886" y="8546"/>
                </a:lnTo>
                <a:lnTo>
                  <a:pt x="13565" y="7939"/>
                </a:lnTo>
                <a:lnTo>
                  <a:pt x="13306" y="7305"/>
                </a:lnTo>
                <a:lnTo>
                  <a:pt x="13109" y="6653"/>
                </a:lnTo>
                <a:lnTo>
                  <a:pt x="12984" y="5992"/>
                </a:lnTo>
                <a:lnTo>
                  <a:pt x="12922" y="5314"/>
                </a:lnTo>
                <a:lnTo>
                  <a:pt x="12913" y="4983"/>
                </a:lnTo>
                <a:lnTo>
                  <a:pt x="12672" y="5215"/>
                </a:lnTo>
                <a:lnTo>
                  <a:pt x="12154" y="5644"/>
                </a:lnTo>
                <a:lnTo>
                  <a:pt x="11591" y="6019"/>
                </a:lnTo>
                <a:lnTo>
                  <a:pt x="10993" y="6349"/>
                </a:lnTo>
                <a:lnTo>
                  <a:pt x="10368" y="6608"/>
                </a:lnTo>
                <a:lnTo>
                  <a:pt x="9707" y="6814"/>
                </a:lnTo>
                <a:lnTo>
                  <a:pt x="9028" y="6957"/>
                </a:lnTo>
                <a:lnTo>
                  <a:pt x="8314" y="7028"/>
                </a:lnTo>
                <a:lnTo>
                  <a:pt x="7957" y="7037"/>
                </a:lnTo>
                <a:lnTo>
                  <a:pt x="7966" y="6671"/>
                </a:lnTo>
                <a:lnTo>
                  <a:pt x="8037" y="5965"/>
                </a:lnTo>
                <a:lnTo>
                  <a:pt x="8171" y="5278"/>
                </a:lnTo>
                <a:lnTo>
                  <a:pt x="8376" y="4626"/>
                </a:lnTo>
                <a:lnTo>
                  <a:pt x="8644" y="3992"/>
                </a:lnTo>
                <a:lnTo>
                  <a:pt x="8966" y="3394"/>
                </a:lnTo>
                <a:lnTo>
                  <a:pt x="9350" y="2840"/>
                </a:lnTo>
                <a:lnTo>
                  <a:pt x="9778" y="2313"/>
                </a:lnTo>
                <a:lnTo>
                  <a:pt x="10011" y="2072"/>
                </a:lnTo>
                <a:lnTo>
                  <a:pt x="9671" y="2072"/>
                </a:lnTo>
                <a:lnTo>
                  <a:pt x="9002" y="2009"/>
                </a:lnTo>
                <a:lnTo>
                  <a:pt x="8341" y="1875"/>
                </a:lnTo>
                <a:lnTo>
                  <a:pt x="7689" y="1688"/>
                </a:lnTo>
                <a:lnTo>
                  <a:pt x="7055" y="1429"/>
                </a:lnTo>
                <a:lnTo>
                  <a:pt x="6448" y="1108"/>
                </a:lnTo>
                <a:lnTo>
                  <a:pt x="5858" y="724"/>
                </a:lnTo>
                <a:lnTo>
                  <a:pt x="5313" y="268"/>
                </a:lnTo>
                <a:lnTo>
                  <a:pt x="5046" y="18"/>
                </a:lnTo>
                <a:lnTo>
                  <a:pt x="5072" y="0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1" name="Google Shape;4431;p40"/>
          <p:cNvSpPr/>
          <p:nvPr/>
        </p:nvSpPr>
        <p:spPr>
          <a:xfrm>
            <a:off x="6571411" y="2304325"/>
            <a:ext cx="274716" cy="274551"/>
          </a:xfrm>
          <a:custGeom>
            <a:rect b="b" l="l" r="r" t="t"/>
            <a:pathLst>
              <a:path extrusionOk="0" h="14968" w="14977">
                <a:moveTo>
                  <a:pt x="1" y="1"/>
                </a:moveTo>
                <a:lnTo>
                  <a:pt x="1" y="5073"/>
                </a:lnTo>
                <a:lnTo>
                  <a:pt x="251" y="5332"/>
                </a:lnTo>
                <a:lnTo>
                  <a:pt x="706" y="5877"/>
                </a:lnTo>
                <a:lnTo>
                  <a:pt x="1090" y="6466"/>
                </a:lnTo>
                <a:lnTo>
                  <a:pt x="1412" y="7073"/>
                </a:lnTo>
                <a:lnTo>
                  <a:pt x="1671" y="7707"/>
                </a:lnTo>
                <a:lnTo>
                  <a:pt x="1858" y="8359"/>
                </a:lnTo>
                <a:lnTo>
                  <a:pt x="1992" y="9020"/>
                </a:lnTo>
                <a:lnTo>
                  <a:pt x="2055" y="9690"/>
                </a:lnTo>
                <a:lnTo>
                  <a:pt x="2055" y="10029"/>
                </a:lnTo>
                <a:lnTo>
                  <a:pt x="2296" y="9797"/>
                </a:lnTo>
                <a:lnTo>
                  <a:pt x="2823" y="9368"/>
                </a:lnTo>
                <a:lnTo>
                  <a:pt x="3376" y="8984"/>
                </a:lnTo>
                <a:lnTo>
                  <a:pt x="3975" y="8663"/>
                </a:lnTo>
                <a:lnTo>
                  <a:pt x="4609" y="8395"/>
                </a:lnTo>
                <a:lnTo>
                  <a:pt x="5260" y="8189"/>
                </a:lnTo>
                <a:lnTo>
                  <a:pt x="5948" y="8055"/>
                </a:lnTo>
                <a:lnTo>
                  <a:pt x="6654" y="7984"/>
                </a:lnTo>
                <a:lnTo>
                  <a:pt x="7020" y="7975"/>
                </a:lnTo>
                <a:lnTo>
                  <a:pt x="7011" y="8332"/>
                </a:lnTo>
                <a:lnTo>
                  <a:pt x="6939" y="9047"/>
                </a:lnTo>
                <a:lnTo>
                  <a:pt x="6796" y="9725"/>
                </a:lnTo>
                <a:lnTo>
                  <a:pt x="6591" y="10386"/>
                </a:lnTo>
                <a:lnTo>
                  <a:pt x="6332" y="11020"/>
                </a:lnTo>
                <a:lnTo>
                  <a:pt x="6002" y="11610"/>
                </a:lnTo>
                <a:lnTo>
                  <a:pt x="5627" y="12172"/>
                </a:lnTo>
                <a:lnTo>
                  <a:pt x="5198" y="12690"/>
                </a:lnTo>
                <a:lnTo>
                  <a:pt x="4966" y="12931"/>
                </a:lnTo>
                <a:lnTo>
                  <a:pt x="5296" y="12940"/>
                </a:lnTo>
                <a:lnTo>
                  <a:pt x="5966" y="13003"/>
                </a:lnTo>
                <a:lnTo>
                  <a:pt x="6627" y="13128"/>
                </a:lnTo>
                <a:lnTo>
                  <a:pt x="7270" y="13324"/>
                </a:lnTo>
                <a:lnTo>
                  <a:pt x="7904" y="13574"/>
                </a:lnTo>
                <a:lnTo>
                  <a:pt x="8511" y="13896"/>
                </a:lnTo>
                <a:lnTo>
                  <a:pt x="9091" y="14271"/>
                </a:lnTo>
                <a:lnTo>
                  <a:pt x="9636" y="14717"/>
                </a:lnTo>
                <a:lnTo>
                  <a:pt x="9895" y="14967"/>
                </a:lnTo>
                <a:lnTo>
                  <a:pt x="14976" y="14967"/>
                </a:lnTo>
                <a:lnTo>
                  <a:pt x="10592" y="10583"/>
                </a:lnTo>
                <a:lnTo>
                  <a:pt x="10592" y="4385"/>
                </a:lnTo>
                <a:lnTo>
                  <a:pt x="4385" y="4385"/>
                </a:lnTo>
                <a:lnTo>
                  <a:pt x="1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2" name="Google Shape;4432;p40"/>
          <p:cNvSpPr/>
          <p:nvPr/>
        </p:nvSpPr>
        <p:spPr>
          <a:xfrm>
            <a:off x="6571411" y="2210291"/>
            <a:ext cx="368574" cy="368574"/>
          </a:xfrm>
          <a:custGeom>
            <a:rect b="b" l="l" r="r" t="t"/>
            <a:pathLst>
              <a:path extrusionOk="0" h="20094" w="20094">
                <a:moveTo>
                  <a:pt x="1" y="1"/>
                </a:moveTo>
                <a:lnTo>
                  <a:pt x="1" y="215"/>
                </a:lnTo>
                <a:lnTo>
                  <a:pt x="5823" y="6037"/>
                </a:lnTo>
                <a:lnTo>
                  <a:pt x="14057" y="6037"/>
                </a:lnTo>
                <a:lnTo>
                  <a:pt x="14057" y="14271"/>
                </a:lnTo>
                <a:lnTo>
                  <a:pt x="19888" y="20093"/>
                </a:lnTo>
                <a:lnTo>
                  <a:pt x="20093" y="20093"/>
                </a:lnTo>
                <a:lnTo>
                  <a:pt x="20093" y="1"/>
                </a:lnTo>
                <a:close/>
              </a:path>
            </a:pathLst>
          </a:custGeom>
          <a:solidFill>
            <a:srgbClr val="4A9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3" name="Google Shape;4433;p40"/>
          <p:cNvSpPr/>
          <p:nvPr/>
        </p:nvSpPr>
        <p:spPr>
          <a:xfrm>
            <a:off x="6571411" y="2578888"/>
            <a:ext cx="181994" cy="182324"/>
          </a:xfrm>
          <a:custGeom>
            <a:rect b="b" l="l" r="r" t="t"/>
            <a:pathLst>
              <a:path extrusionOk="0" h="9940" w="9922">
                <a:moveTo>
                  <a:pt x="1" y="0"/>
                </a:moveTo>
                <a:lnTo>
                  <a:pt x="1" y="9939"/>
                </a:lnTo>
                <a:lnTo>
                  <a:pt x="251" y="9680"/>
                </a:lnTo>
                <a:lnTo>
                  <a:pt x="706" y="9127"/>
                </a:lnTo>
                <a:lnTo>
                  <a:pt x="1090" y="8546"/>
                </a:lnTo>
                <a:lnTo>
                  <a:pt x="1412" y="7939"/>
                </a:lnTo>
                <a:lnTo>
                  <a:pt x="1671" y="7305"/>
                </a:lnTo>
                <a:lnTo>
                  <a:pt x="1858" y="6653"/>
                </a:lnTo>
                <a:lnTo>
                  <a:pt x="1992" y="5992"/>
                </a:lnTo>
                <a:lnTo>
                  <a:pt x="2055" y="5314"/>
                </a:lnTo>
                <a:lnTo>
                  <a:pt x="2055" y="4983"/>
                </a:lnTo>
                <a:lnTo>
                  <a:pt x="2296" y="5215"/>
                </a:lnTo>
                <a:lnTo>
                  <a:pt x="2823" y="5644"/>
                </a:lnTo>
                <a:lnTo>
                  <a:pt x="3376" y="6019"/>
                </a:lnTo>
                <a:lnTo>
                  <a:pt x="3975" y="6349"/>
                </a:lnTo>
                <a:lnTo>
                  <a:pt x="4609" y="6608"/>
                </a:lnTo>
                <a:lnTo>
                  <a:pt x="5260" y="6814"/>
                </a:lnTo>
                <a:lnTo>
                  <a:pt x="5948" y="6957"/>
                </a:lnTo>
                <a:lnTo>
                  <a:pt x="6654" y="7028"/>
                </a:lnTo>
                <a:lnTo>
                  <a:pt x="7020" y="7037"/>
                </a:lnTo>
                <a:lnTo>
                  <a:pt x="7011" y="6671"/>
                </a:lnTo>
                <a:lnTo>
                  <a:pt x="6939" y="5965"/>
                </a:lnTo>
                <a:lnTo>
                  <a:pt x="6796" y="5278"/>
                </a:lnTo>
                <a:lnTo>
                  <a:pt x="6591" y="4626"/>
                </a:lnTo>
                <a:lnTo>
                  <a:pt x="6332" y="3992"/>
                </a:lnTo>
                <a:lnTo>
                  <a:pt x="6002" y="3394"/>
                </a:lnTo>
                <a:lnTo>
                  <a:pt x="5627" y="2840"/>
                </a:lnTo>
                <a:lnTo>
                  <a:pt x="5198" y="2313"/>
                </a:lnTo>
                <a:lnTo>
                  <a:pt x="4966" y="2072"/>
                </a:lnTo>
                <a:lnTo>
                  <a:pt x="5296" y="2072"/>
                </a:lnTo>
                <a:lnTo>
                  <a:pt x="5966" y="2009"/>
                </a:lnTo>
                <a:lnTo>
                  <a:pt x="6636" y="1875"/>
                </a:lnTo>
                <a:lnTo>
                  <a:pt x="7288" y="1688"/>
                </a:lnTo>
                <a:lnTo>
                  <a:pt x="7913" y="1429"/>
                </a:lnTo>
                <a:lnTo>
                  <a:pt x="8529" y="1108"/>
                </a:lnTo>
                <a:lnTo>
                  <a:pt x="9109" y="724"/>
                </a:lnTo>
                <a:lnTo>
                  <a:pt x="9663" y="268"/>
                </a:lnTo>
                <a:lnTo>
                  <a:pt x="9922" y="18"/>
                </a:lnTo>
                <a:lnTo>
                  <a:pt x="989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4" name="Google Shape;4434;p40"/>
          <p:cNvSpPr/>
          <p:nvPr/>
        </p:nvSpPr>
        <p:spPr>
          <a:xfrm>
            <a:off x="6389908" y="2397369"/>
            <a:ext cx="181499" cy="181517"/>
          </a:xfrm>
          <a:custGeom>
            <a:rect b="b" l="l" r="r" t="t"/>
            <a:pathLst>
              <a:path extrusionOk="0" h="9896" w="9895">
                <a:moveTo>
                  <a:pt x="9895" y="1"/>
                </a:moveTo>
                <a:lnTo>
                  <a:pt x="9645" y="260"/>
                </a:lnTo>
                <a:lnTo>
                  <a:pt x="9198" y="805"/>
                </a:lnTo>
                <a:lnTo>
                  <a:pt x="8814" y="1394"/>
                </a:lnTo>
                <a:lnTo>
                  <a:pt x="8493" y="2001"/>
                </a:lnTo>
                <a:lnTo>
                  <a:pt x="8234" y="2635"/>
                </a:lnTo>
                <a:lnTo>
                  <a:pt x="8037" y="3287"/>
                </a:lnTo>
                <a:lnTo>
                  <a:pt x="7912" y="3948"/>
                </a:lnTo>
                <a:lnTo>
                  <a:pt x="7850" y="4618"/>
                </a:lnTo>
                <a:lnTo>
                  <a:pt x="7841" y="4957"/>
                </a:lnTo>
                <a:lnTo>
                  <a:pt x="7600" y="4725"/>
                </a:lnTo>
                <a:lnTo>
                  <a:pt x="7082" y="4296"/>
                </a:lnTo>
                <a:lnTo>
                  <a:pt x="6519" y="3912"/>
                </a:lnTo>
                <a:lnTo>
                  <a:pt x="5921" y="3591"/>
                </a:lnTo>
                <a:lnTo>
                  <a:pt x="5296" y="3323"/>
                </a:lnTo>
                <a:lnTo>
                  <a:pt x="4635" y="3117"/>
                </a:lnTo>
                <a:lnTo>
                  <a:pt x="3956" y="2983"/>
                </a:lnTo>
                <a:lnTo>
                  <a:pt x="3242" y="2912"/>
                </a:lnTo>
                <a:lnTo>
                  <a:pt x="2885" y="2903"/>
                </a:lnTo>
                <a:lnTo>
                  <a:pt x="2894" y="3260"/>
                </a:lnTo>
                <a:lnTo>
                  <a:pt x="2965" y="3975"/>
                </a:lnTo>
                <a:lnTo>
                  <a:pt x="3099" y="4653"/>
                </a:lnTo>
                <a:lnTo>
                  <a:pt x="3304" y="5314"/>
                </a:lnTo>
                <a:lnTo>
                  <a:pt x="3572" y="5948"/>
                </a:lnTo>
                <a:lnTo>
                  <a:pt x="3894" y="6538"/>
                </a:lnTo>
                <a:lnTo>
                  <a:pt x="4278" y="7100"/>
                </a:lnTo>
                <a:lnTo>
                  <a:pt x="4706" y="7618"/>
                </a:lnTo>
                <a:lnTo>
                  <a:pt x="4939" y="7859"/>
                </a:lnTo>
                <a:lnTo>
                  <a:pt x="4599" y="7868"/>
                </a:lnTo>
                <a:lnTo>
                  <a:pt x="3938" y="7931"/>
                </a:lnTo>
                <a:lnTo>
                  <a:pt x="3278" y="8056"/>
                </a:lnTo>
                <a:lnTo>
                  <a:pt x="2626" y="8252"/>
                </a:lnTo>
                <a:lnTo>
                  <a:pt x="2001" y="8502"/>
                </a:lnTo>
                <a:lnTo>
                  <a:pt x="1393" y="8824"/>
                </a:lnTo>
                <a:lnTo>
                  <a:pt x="813" y="9199"/>
                </a:lnTo>
                <a:lnTo>
                  <a:pt x="259" y="9645"/>
                </a:lnTo>
                <a:lnTo>
                  <a:pt x="0" y="9895"/>
                </a:lnTo>
                <a:lnTo>
                  <a:pt x="9895" y="9895"/>
                </a:lnTo>
                <a:lnTo>
                  <a:pt x="9895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5" name="Google Shape;4435;p40"/>
          <p:cNvSpPr/>
          <p:nvPr/>
        </p:nvSpPr>
        <p:spPr>
          <a:xfrm>
            <a:off x="6389413" y="2578888"/>
            <a:ext cx="181994" cy="182324"/>
          </a:xfrm>
          <a:custGeom>
            <a:rect b="b" l="l" r="r" t="t"/>
            <a:pathLst>
              <a:path extrusionOk="0" h="9940" w="9922">
                <a:moveTo>
                  <a:pt x="27" y="0"/>
                </a:moveTo>
                <a:lnTo>
                  <a:pt x="1" y="18"/>
                </a:lnTo>
                <a:lnTo>
                  <a:pt x="268" y="268"/>
                </a:lnTo>
                <a:lnTo>
                  <a:pt x="813" y="724"/>
                </a:lnTo>
                <a:lnTo>
                  <a:pt x="1403" y="1108"/>
                </a:lnTo>
                <a:lnTo>
                  <a:pt x="2010" y="1429"/>
                </a:lnTo>
                <a:lnTo>
                  <a:pt x="2644" y="1688"/>
                </a:lnTo>
                <a:lnTo>
                  <a:pt x="3296" y="1875"/>
                </a:lnTo>
                <a:lnTo>
                  <a:pt x="3957" y="2009"/>
                </a:lnTo>
                <a:lnTo>
                  <a:pt x="4626" y="2072"/>
                </a:lnTo>
                <a:lnTo>
                  <a:pt x="4966" y="2072"/>
                </a:lnTo>
                <a:lnTo>
                  <a:pt x="4733" y="2313"/>
                </a:lnTo>
                <a:lnTo>
                  <a:pt x="4305" y="2840"/>
                </a:lnTo>
                <a:lnTo>
                  <a:pt x="3921" y="3394"/>
                </a:lnTo>
                <a:lnTo>
                  <a:pt x="3599" y="3992"/>
                </a:lnTo>
                <a:lnTo>
                  <a:pt x="3331" y="4626"/>
                </a:lnTo>
                <a:lnTo>
                  <a:pt x="3126" y="5278"/>
                </a:lnTo>
                <a:lnTo>
                  <a:pt x="2992" y="5965"/>
                </a:lnTo>
                <a:lnTo>
                  <a:pt x="2921" y="6671"/>
                </a:lnTo>
                <a:lnTo>
                  <a:pt x="2912" y="7037"/>
                </a:lnTo>
                <a:lnTo>
                  <a:pt x="3269" y="7028"/>
                </a:lnTo>
                <a:lnTo>
                  <a:pt x="3983" y="6957"/>
                </a:lnTo>
                <a:lnTo>
                  <a:pt x="4662" y="6814"/>
                </a:lnTo>
                <a:lnTo>
                  <a:pt x="5323" y="6608"/>
                </a:lnTo>
                <a:lnTo>
                  <a:pt x="5948" y="6349"/>
                </a:lnTo>
                <a:lnTo>
                  <a:pt x="6546" y="6019"/>
                </a:lnTo>
                <a:lnTo>
                  <a:pt x="7109" y="5644"/>
                </a:lnTo>
                <a:lnTo>
                  <a:pt x="7627" y="5215"/>
                </a:lnTo>
                <a:lnTo>
                  <a:pt x="7868" y="4983"/>
                </a:lnTo>
                <a:lnTo>
                  <a:pt x="7877" y="5314"/>
                </a:lnTo>
                <a:lnTo>
                  <a:pt x="7939" y="5992"/>
                </a:lnTo>
                <a:lnTo>
                  <a:pt x="8064" y="6653"/>
                </a:lnTo>
                <a:lnTo>
                  <a:pt x="8261" y="7305"/>
                </a:lnTo>
                <a:lnTo>
                  <a:pt x="8520" y="7939"/>
                </a:lnTo>
                <a:lnTo>
                  <a:pt x="8841" y="8546"/>
                </a:lnTo>
                <a:lnTo>
                  <a:pt x="9225" y="9127"/>
                </a:lnTo>
                <a:lnTo>
                  <a:pt x="9672" y="9680"/>
                </a:lnTo>
                <a:lnTo>
                  <a:pt x="9922" y="9939"/>
                </a:lnTo>
                <a:lnTo>
                  <a:pt x="9922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p40"/>
          <p:cNvSpPr/>
          <p:nvPr/>
        </p:nvSpPr>
        <p:spPr>
          <a:xfrm>
            <a:off x="6571411" y="2397369"/>
            <a:ext cx="181517" cy="181517"/>
          </a:xfrm>
          <a:custGeom>
            <a:rect b="b" l="l" r="r" t="t"/>
            <a:pathLst>
              <a:path extrusionOk="0" h="9896" w="9896">
                <a:moveTo>
                  <a:pt x="1" y="1"/>
                </a:moveTo>
                <a:lnTo>
                  <a:pt x="1" y="9895"/>
                </a:lnTo>
                <a:lnTo>
                  <a:pt x="9895" y="9895"/>
                </a:lnTo>
                <a:lnTo>
                  <a:pt x="9636" y="9645"/>
                </a:lnTo>
                <a:lnTo>
                  <a:pt x="9091" y="9199"/>
                </a:lnTo>
                <a:lnTo>
                  <a:pt x="8511" y="8824"/>
                </a:lnTo>
                <a:lnTo>
                  <a:pt x="7904" y="8502"/>
                </a:lnTo>
                <a:lnTo>
                  <a:pt x="7270" y="8252"/>
                </a:lnTo>
                <a:lnTo>
                  <a:pt x="6627" y="8056"/>
                </a:lnTo>
                <a:lnTo>
                  <a:pt x="5966" y="7931"/>
                </a:lnTo>
                <a:lnTo>
                  <a:pt x="5296" y="7868"/>
                </a:lnTo>
                <a:lnTo>
                  <a:pt x="4966" y="7859"/>
                </a:lnTo>
                <a:lnTo>
                  <a:pt x="5198" y="7618"/>
                </a:lnTo>
                <a:lnTo>
                  <a:pt x="5627" y="7100"/>
                </a:lnTo>
                <a:lnTo>
                  <a:pt x="6002" y="6538"/>
                </a:lnTo>
                <a:lnTo>
                  <a:pt x="6332" y="5948"/>
                </a:lnTo>
                <a:lnTo>
                  <a:pt x="6591" y="5314"/>
                </a:lnTo>
                <a:lnTo>
                  <a:pt x="6796" y="4653"/>
                </a:lnTo>
                <a:lnTo>
                  <a:pt x="6939" y="3975"/>
                </a:lnTo>
                <a:lnTo>
                  <a:pt x="7011" y="3260"/>
                </a:lnTo>
                <a:lnTo>
                  <a:pt x="7020" y="2903"/>
                </a:lnTo>
                <a:lnTo>
                  <a:pt x="6654" y="2912"/>
                </a:lnTo>
                <a:lnTo>
                  <a:pt x="5948" y="2983"/>
                </a:lnTo>
                <a:lnTo>
                  <a:pt x="5260" y="3117"/>
                </a:lnTo>
                <a:lnTo>
                  <a:pt x="4609" y="3323"/>
                </a:lnTo>
                <a:lnTo>
                  <a:pt x="3975" y="3591"/>
                </a:lnTo>
                <a:lnTo>
                  <a:pt x="3376" y="3912"/>
                </a:lnTo>
                <a:lnTo>
                  <a:pt x="2823" y="4296"/>
                </a:lnTo>
                <a:lnTo>
                  <a:pt x="2296" y="4725"/>
                </a:lnTo>
                <a:lnTo>
                  <a:pt x="2055" y="4957"/>
                </a:lnTo>
                <a:lnTo>
                  <a:pt x="2055" y="4618"/>
                </a:lnTo>
                <a:lnTo>
                  <a:pt x="1992" y="3948"/>
                </a:lnTo>
                <a:lnTo>
                  <a:pt x="1858" y="3287"/>
                </a:lnTo>
                <a:lnTo>
                  <a:pt x="1671" y="2635"/>
                </a:lnTo>
                <a:lnTo>
                  <a:pt x="1412" y="2001"/>
                </a:lnTo>
                <a:lnTo>
                  <a:pt x="1090" y="1394"/>
                </a:lnTo>
                <a:lnTo>
                  <a:pt x="706" y="805"/>
                </a:lnTo>
                <a:lnTo>
                  <a:pt x="251" y="260"/>
                </a:lnTo>
                <a:lnTo>
                  <a:pt x="1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7" name="Google Shape;4437;p40"/>
          <p:cNvSpPr/>
          <p:nvPr/>
        </p:nvSpPr>
        <p:spPr>
          <a:xfrm>
            <a:off x="6571411" y="2578888"/>
            <a:ext cx="18" cy="1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8" name="Google Shape;4438;p40"/>
          <p:cNvSpPr/>
          <p:nvPr/>
        </p:nvSpPr>
        <p:spPr>
          <a:xfrm>
            <a:off x="6206754" y="2214235"/>
            <a:ext cx="364631" cy="364631"/>
          </a:xfrm>
          <a:custGeom>
            <a:rect b="b" l="l" r="r" t="t"/>
            <a:pathLst>
              <a:path extrusionOk="0" h="19879" w="19879">
                <a:moveTo>
                  <a:pt x="19879" y="0"/>
                </a:moveTo>
                <a:lnTo>
                  <a:pt x="14056" y="5822"/>
                </a:lnTo>
                <a:lnTo>
                  <a:pt x="5823" y="5822"/>
                </a:lnTo>
                <a:lnTo>
                  <a:pt x="5823" y="14056"/>
                </a:lnTo>
                <a:lnTo>
                  <a:pt x="1" y="19878"/>
                </a:lnTo>
                <a:lnTo>
                  <a:pt x="4912" y="19878"/>
                </a:lnTo>
                <a:lnTo>
                  <a:pt x="9297" y="15494"/>
                </a:lnTo>
                <a:lnTo>
                  <a:pt x="9297" y="9296"/>
                </a:lnTo>
                <a:lnTo>
                  <a:pt x="15494" y="9296"/>
                </a:lnTo>
                <a:lnTo>
                  <a:pt x="19879" y="4912"/>
                </a:lnTo>
                <a:lnTo>
                  <a:pt x="198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9" name="Google Shape;4439;p40"/>
          <p:cNvSpPr/>
          <p:nvPr/>
        </p:nvSpPr>
        <p:spPr>
          <a:xfrm>
            <a:off x="6571411" y="2578888"/>
            <a:ext cx="364796" cy="364631"/>
          </a:xfrm>
          <a:custGeom>
            <a:rect b="b" l="l" r="r" t="t"/>
            <a:pathLst>
              <a:path extrusionOk="0" h="19879" w="19888">
                <a:moveTo>
                  <a:pt x="14976" y="0"/>
                </a:moveTo>
                <a:lnTo>
                  <a:pt x="10592" y="4385"/>
                </a:lnTo>
                <a:lnTo>
                  <a:pt x="10592" y="10582"/>
                </a:lnTo>
                <a:lnTo>
                  <a:pt x="4385" y="10582"/>
                </a:lnTo>
                <a:lnTo>
                  <a:pt x="1" y="14967"/>
                </a:lnTo>
                <a:lnTo>
                  <a:pt x="1" y="19878"/>
                </a:lnTo>
                <a:lnTo>
                  <a:pt x="5823" y="14056"/>
                </a:lnTo>
                <a:lnTo>
                  <a:pt x="14057" y="14056"/>
                </a:lnTo>
                <a:lnTo>
                  <a:pt x="14057" y="5823"/>
                </a:lnTo>
                <a:lnTo>
                  <a:pt x="198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0" name="Google Shape;4440;p40"/>
          <p:cNvSpPr/>
          <p:nvPr/>
        </p:nvSpPr>
        <p:spPr>
          <a:xfrm>
            <a:off x="6206754" y="2578888"/>
            <a:ext cx="364631" cy="364631"/>
          </a:xfrm>
          <a:custGeom>
            <a:rect b="b" l="l" r="r" t="t"/>
            <a:pathLst>
              <a:path extrusionOk="0" h="19879" w="19879">
                <a:moveTo>
                  <a:pt x="1" y="0"/>
                </a:moveTo>
                <a:lnTo>
                  <a:pt x="5823" y="5823"/>
                </a:lnTo>
                <a:lnTo>
                  <a:pt x="5823" y="14056"/>
                </a:lnTo>
                <a:lnTo>
                  <a:pt x="14056" y="14056"/>
                </a:lnTo>
                <a:lnTo>
                  <a:pt x="19879" y="19878"/>
                </a:lnTo>
                <a:lnTo>
                  <a:pt x="19879" y="14967"/>
                </a:lnTo>
                <a:lnTo>
                  <a:pt x="15494" y="10582"/>
                </a:lnTo>
                <a:lnTo>
                  <a:pt x="9297" y="10582"/>
                </a:lnTo>
                <a:lnTo>
                  <a:pt x="9297" y="4385"/>
                </a:lnTo>
                <a:lnTo>
                  <a:pt x="49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1" name="Google Shape;4441;p40"/>
          <p:cNvSpPr/>
          <p:nvPr/>
        </p:nvSpPr>
        <p:spPr>
          <a:xfrm>
            <a:off x="6571411" y="2214235"/>
            <a:ext cx="364796" cy="364631"/>
          </a:xfrm>
          <a:custGeom>
            <a:rect b="b" l="l" r="r" t="t"/>
            <a:pathLst>
              <a:path extrusionOk="0" h="19879" w="19888">
                <a:moveTo>
                  <a:pt x="1" y="0"/>
                </a:moveTo>
                <a:lnTo>
                  <a:pt x="1" y="4912"/>
                </a:lnTo>
                <a:lnTo>
                  <a:pt x="4385" y="9296"/>
                </a:lnTo>
                <a:lnTo>
                  <a:pt x="10592" y="9296"/>
                </a:lnTo>
                <a:lnTo>
                  <a:pt x="10592" y="15494"/>
                </a:lnTo>
                <a:lnTo>
                  <a:pt x="14976" y="19878"/>
                </a:lnTo>
                <a:lnTo>
                  <a:pt x="19888" y="19878"/>
                </a:lnTo>
                <a:lnTo>
                  <a:pt x="14057" y="14056"/>
                </a:lnTo>
                <a:lnTo>
                  <a:pt x="14057" y="5822"/>
                </a:lnTo>
                <a:lnTo>
                  <a:pt x="5823" y="582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2" name="Google Shape;4442;p40"/>
          <p:cNvSpPr/>
          <p:nvPr/>
        </p:nvSpPr>
        <p:spPr>
          <a:xfrm>
            <a:off x="5981352" y="3447266"/>
            <a:ext cx="77479" cy="77662"/>
          </a:xfrm>
          <a:custGeom>
            <a:rect b="b" l="l" r="r" t="t"/>
            <a:pathLst>
              <a:path extrusionOk="0" h="4234" w="4224">
                <a:moveTo>
                  <a:pt x="0" y="1"/>
                </a:moveTo>
                <a:lnTo>
                  <a:pt x="0" y="4234"/>
                </a:lnTo>
                <a:lnTo>
                  <a:pt x="205" y="4010"/>
                </a:lnTo>
                <a:lnTo>
                  <a:pt x="536" y="3510"/>
                </a:lnTo>
                <a:lnTo>
                  <a:pt x="759" y="2974"/>
                </a:lnTo>
                <a:lnTo>
                  <a:pt x="866" y="2403"/>
                </a:lnTo>
                <a:lnTo>
                  <a:pt x="875" y="2117"/>
                </a:lnTo>
                <a:lnTo>
                  <a:pt x="1081" y="2314"/>
                </a:lnTo>
                <a:lnTo>
                  <a:pt x="1563" y="2635"/>
                </a:lnTo>
                <a:lnTo>
                  <a:pt x="2099" y="2867"/>
                </a:lnTo>
                <a:lnTo>
                  <a:pt x="2679" y="2983"/>
                </a:lnTo>
                <a:lnTo>
                  <a:pt x="2983" y="2992"/>
                </a:lnTo>
                <a:lnTo>
                  <a:pt x="2974" y="2689"/>
                </a:lnTo>
                <a:lnTo>
                  <a:pt x="2858" y="2108"/>
                </a:lnTo>
                <a:lnTo>
                  <a:pt x="2625" y="1572"/>
                </a:lnTo>
                <a:lnTo>
                  <a:pt x="2304" y="1090"/>
                </a:lnTo>
                <a:lnTo>
                  <a:pt x="2107" y="885"/>
                </a:lnTo>
                <a:lnTo>
                  <a:pt x="2393" y="876"/>
                </a:lnTo>
                <a:lnTo>
                  <a:pt x="2965" y="769"/>
                </a:lnTo>
                <a:lnTo>
                  <a:pt x="3501" y="545"/>
                </a:lnTo>
                <a:lnTo>
                  <a:pt x="4001" y="215"/>
                </a:lnTo>
                <a:lnTo>
                  <a:pt x="4224" y="10"/>
                </a:lnTo>
                <a:lnTo>
                  <a:pt x="420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3" name="Google Shape;4443;p40"/>
          <p:cNvSpPr/>
          <p:nvPr/>
        </p:nvSpPr>
        <p:spPr>
          <a:xfrm>
            <a:off x="5904029" y="3369943"/>
            <a:ext cx="77314" cy="77332"/>
          </a:xfrm>
          <a:custGeom>
            <a:rect b="b" l="l" r="r" t="t"/>
            <a:pathLst>
              <a:path extrusionOk="0" h="4216" w="4215">
                <a:moveTo>
                  <a:pt x="4215" y="1"/>
                </a:moveTo>
                <a:lnTo>
                  <a:pt x="4001" y="224"/>
                </a:lnTo>
                <a:lnTo>
                  <a:pt x="3679" y="724"/>
                </a:lnTo>
                <a:lnTo>
                  <a:pt x="3456" y="1260"/>
                </a:lnTo>
                <a:lnTo>
                  <a:pt x="3349" y="1831"/>
                </a:lnTo>
                <a:lnTo>
                  <a:pt x="3340" y="2117"/>
                </a:lnTo>
                <a:lnTo>
                  <a:pt x="3134" y="1921"/>
                </a:lnTo>
                <a:lnTo>
                  <a:pt x="2652" y="1599"/>
                </a:lnTo>
                <a:lnTo>
                  <a:pt x="2116" y="1367"/>
                </a:lnTo>
                <a:lnTo>
                  <a:pt x="1536" y="1251"/>
                </a:lnTo>
                <a:lnTo>
                  <a:pt x="1232" y="1242"/>
                </a:lnTo>
                <a:lnTo>
                  <a:pt x="1241" y="1546"/>
                </a:lnTo>
                <a:lnTo>
                  <a:pt x="1357" y="2126"/>
                </a:lnTo>
                <a:lnTo>
                  <a:pt x="1590" y="2662"/>
                </a:lnTo>
                <a:lnTo>
                  <a:pt x="1911" y="3144"/>
                </a:lnTo>
                <a:lnTo>
                  <a:pt x="2099" y="3350"/>
                </a:lnTo>
                <a:lnTo>
                  <a:pt x="1822" y="3358"/>
                </a:lnTo>
                <a:lnTo>
                  <a:pt x="1259" y="3466"/>
                </a:lnTo>
                <a:lnTo>
                  <a:pt x="723" y="3689"/>
                </a:lnTo>
                <a:lnTo>
                  <a:pt x="223" y="4010"/>
                </a:lnTo>
                <a:lnTo>
                  <a:pt x="0" y="4216"/>
                </a:lnTo>
                <a:lnTo>
                  <a:pt x="4215" y="4216"/>
                </a:lnTo>
                <a:lnTo>
                  <a:pt x="4215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4" name="Google Shape;4444;p40"/>
          <p:cNvSpPr/>
          <p:nvPr/>
        </p:nvSpPr>
        <p:spPr>
          <a:xfrm>
            <a:off x="5903864" y="3447266"/>
            <a:ext cx="77479" cy="77662"/>
          </a:xfrm>
          <a:custGeom>
            <a:rect b="b" l="l" r="r" t="t"/>
            <a:pathLst>
              <a:path extrusionOk="0" h="4234" w="4224">
                <a:moveTo>
                  <a:pt x="9" y="1"/>
                </a:moveTo>
                <a:lnTo>
                  <a:pt x="0" y="10"/>
                </a:lnTo>
                <a:lnTo>
                  <a:pt x="223" y="215"/>
                </a:lnTo>
                <a:lnTo>
                  <a:pt x="723" y="545"/>
                </a:lnTo>
                <a:lnTo>
                  <a:pt x="1259" y="769"/>
                </a:lnTo>
                <a:lnTo>
                  <a:pt x="1822" y="876"/>
                </a:lnTo>
                <a:lnTo>
                  <a:pt x="2108" y="885"/>
                </a:lnTo>
                <a:lnTo>
                  <a:pt x="1920" y="1090"/>
                </a:lnTo>
                <a:lnTo>
                  <a:pt x="1599" y="1572"/>
                </a:lnTo>
                <a:lnTo>
                  <a:pt x="1366" y="2108"/>
                </a:lnTo>
                <a:lnTo>
                  <a:pt x="1250" y="2689"/>
                </a:lnTo>
                <a:lnTo>
                  <a:pt x="1241" y="2992"/>
                </a:lnTo>
                <a:lnTo>
                  <a:pt x="1545" y="2983"/>
                </a:lnTo>
                <a:lnTo>
                  <a:pt x="2125" y="2867"/>
                </a:lnTo>
                <a:lnTo>
                  <a:pt x="2661" y="2635"/>
                </a:lnTo>
                <a:lnTo>
                  <a:pt x="3143" y="2314"/>
                </a:lnTo>
                <a:lnTo>
                  <a:pt x="3349" y="2117"/>
                </a:lnTo>
                <a:lnTo>
                  <a:pt x="3358" y="2403"/>
                </a:lnTo>
                <a:lnTo>
                  <a:pt x="3465" y="2974"/>
                </a:lnTo>
                <a:lnTo>
                  <a:pt x="3688" y="3510"/>
                </a:lnTo>
                <a:lnTo>
                  <a:pt x="4010" y="4010"/>
                </a:lnTo>
                <a:lnTo>
                  <a:pt x="4224" y="4234"/>
                </a:lnTo>
                <a:lnTo>
                  <a:pt x="4224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40"/>
          <p:cNvSpPr/>
          <p:nvPr/>
        </p:nvSpPr>
        <p:spPr>
          <a:xfrm>
            <a:off x="5981352" y="3369943"/>
            <a:ext cx="77167" cy="77332"/>
          </a:xfrm>
          <a:custGeom>
            <a:rect b="b" l="l" r="r" t="t"/>
            <a:pathLst>
              <a:path extrusionOk="0" h="4216" w="4207">
                <a:moveTo>
                  <a:pt x="0" y="1"/>
                </a:moveTo>
                <a:lnTo>
                  <a:pt x="0" y="4216"/>
                </a:lnTo>
                <a:lnTo>
                  <a:pt x="4206" y="4216"/>
                </a:lnTo>
                <a:lnTo>
                  <a:pt x="3983" y="4010"/>
                </a:lnTo>
                <a:lnTo>
                  <a:pt x="3492" y="3689"/>
                </a:lnTo>
                <a:lnTo>
                  <a:pt x="2956" y="3466"/>
                </a:lnTo>
                <a:lnTo>
                  <a:pt x="2393" y="3358"/>
                </a:lnTo>
                <a:lnTo>
                  <a:pt x="2107" y="3350"/>
                </a:lnTo>
                <a:lnTo>
                  <a:pt x="2304" y="3144"/>
                </a:lnTo>
                <a:lnTo>
                  <a:pt x="2625" y="2662"/>
                </a:lnTo>
                <a:lnTo>
                  <a:pt x="2858" y="2126"/>
                </a:lnTo>
                <a:lnTo>
                  <a:pt x="2974" y="1546"/>
                </a:lnTo>
                <a:lnTo>
                  <a:pt x="2983" y="1242"/>
                </a:lnTo>
                <a:lnTo>
                  <a:pt x="2679" y="1251"/>
                </a:lnTo>
                <a:lnTo>
                  <a:pt x="2099" y="1367"/>
                </a:lnTo>
                <a:lnTo>
                  <a:pt x="1563" y="1599"/>
                </a:lnTo>
                <a:lnTo>
                  <a:pt x="1081" y="1921"/>
                </a:lnTo>
                <a:lnTo>
                  <a:pt x="875" y="2117"/>
                </a:lnTo>
                <a:lnTo>
                  <a:pt x="866" y="1831"/>
                </a:lnTo>
                <a:lnTo>
                  <a:pt x="759" y="1260"/>
                </a:lnTo>
                <a:lnTo>
                  <a:pt x="536" y="724"/>
                </a:lnTo>
                <a:lnTo>
                  <a:pt x="205" y="224"/>
                </a:lnTo>
                <a:lnTo>
                  <a:pt x="0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6" name="Google Shape;4446;p40"/>
          <p:cNvSpPr/>
          <p:nvPr/>
        </p:nvSpPr>
        <p:spPr>
          <a:xfrm>
            <a:off x="5826045" y="3292144"/>
            <a:ext cx="155288" cy="155123"/>
          </a:xfrm>
          <a:custGeom>
            <a:rect b="b" l="l" r="r" t="t"/>
            <a:pathLst>
              <a:path extrusionOk="0" h="8457" w="8466">
                <a:moveTo>
                  <a:pt x="8466" y="0"/>
                </a:moveTo>
                <a:lnTo>
                  <a:pt x="5983" y="2474"/>
                </a:lnTo>
                <a:lnTo>
                  <a:pt x="2483" y="2474"/>
                </a:lnTo>
                <a:lnTo>
                  <a:pt x="2483" y="5983"/>
                </a:lnTo>
                <a:lnTo>
                  <a:pt x="0" y="8457"/>
                </a:lnTo>
                <a:lnTo>
                  <a:pt x="2090" y="8457"/>
                </a:lnTo>
                <a:lnTo>
                  <a:pt x="3956" y="6590"/>
                </a:lnTo>
                <a:lnTo>
                  <a:pt x="3956" y="3956"/>
                </a:lnTo>
                <a:lnTo>
                  <a:pt x="6600" y="3956"/>
                </a:lnTo>
                <a:lnTo>
                  <a:pt x="8466" y="2090"/>
                </a:lnTo>
                <a:lnTo>
                  <a:pt x="84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40"/>
          <p:cNvSpPr/>
          <p:nvPr/>
        </p:nvSpPr>
        <p:spPr>
          <a:xfrm>
            <a:off x="5981352" y="3447266"/>
            <a:ext cx="155123" cy="155306"/>
          </a:xfrm>
          <a:custGeom>
            <a:rect b="b" l="l" r="r" t="t"/>
            <a:pathLst>
              <a:path extrusionOk="0" h="8467" w="8457">
                <a:moveTo>
                  <a:pt x="6367" y="1"/>
                </a:moveTo>
                <a:lnTo>
                  <a:pt x="4501" y="1867"/>
                </a:lnTo>
                <a:lnTo>
                  <a:pt x="4501" y="4510"/>
                </a:lnTo>
                <a:lnTo>
                  <a:pt x="1866" y="4510"/>
                </a:lnTo>
                <a:lnTo>
                  <a:pt x="0" y="6368"/>
                </a:lnTo>
                <a:lnTo>
                  <a:pt x="0" y="8466"/>
                </a:lnTo>
                <a:lnTo>
                  <a:pt x="2474" y="5984"/>
                </a:lnTo>
                <a:lnTo>
                  <a:pt x="5983" y="5984"/>
                </a:lnTo>
                <a:lnTo>
                  <a:pt x="5983" y="2483"/>
                </a:lnTo>
                <a:lnTo>
                  <a:pt x="84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8" name="Google Shape;4448;p40"/>
          <p:cNvSpPr/>
          <p:nvPr/>
        </p:nvSpPr>
        <p:spPr>
          <a:xfrm>
            <a:off x="5826045" y="3447266"/>
            <a:ext cx="155288" cy="155306"/>
          </a:xfrm>
          <a:custGeom>
            <a:rect b="b" l="l" r="r" t="t"/>
            <a:pathLst>
              <a:path extrusionOk="0" h="8467" w="8466">
                <a:moveTo>
                  <a:pt x="0" y="1"/>
                </a:moveTo>
                <a:lnTo>
                  <a:pt x="2483" y="2483"/>
                </a:lnTo>
                <a:lnTo>
                  <a:pt x="2483" y="5984"/>
                </a:lnTo>
                <a:lnTo>
                  <a:pt x="5983" y="5984"/>
                </a:lnTo>
                <a:lnTo>
                  <a:pt x="8466" y="8466"/>
                </a:lnTo>
                <a:lnTo>
                  <a:pt x="8466" y="6377"/>
                </a:lnTo>
                <a:lnTo>
                  <a:pt x="6600" y="4510"/>
                </a:lnTo>
                <a:lnTo>
                  <a:pt x="3956" y="4510"/>
                </a:lnTo>
                <a:lnTo>
                  <a:pt x="3956" y="1867"/>
                </a:lnTo>
                <a:lnTo>
                  <a:pt x="209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9" name="Google Shape;4449;p40"/>
          <p:cNvSpPr/>
          <p:nvPr/>
        </p:nvSpPr>
        <p:spPr>
          <a:xfrm>
            <a:off x="5981352" y="3292144"/>
            <a:ext cx="155123" cy="155123"/>
          </a:xfrm>
          <a:custGeom>
            <a:rect b="b" l="l" r="r" t="t"/>
            <a:pathLst>
              <a:path extrusionOk="0" h="8457" w="8457">
                <a:moveTo>
                  <a:pt x="0" y="0"/>
                </a:moveTo>
                <a:lnTo>
                  <a:pt x="0" y="2090"/>
                </a:lnTo>
                <a:lnTo>
                  <a:pt x="1866" y="3956"/>
                </a:lnTo>
                <a:lnTo>
                  <a:pt x="4501" y="3956"/>
                </a:lnTo>
                <a:lnTo>
                  <a:pt x="4501" y="6590"/>
                </a:lnTo>
                <a:lnTo>
                  <a:pt x="6367" y="8457"/>
                </a:lnTo>
                <a:lnTo>
                  <a:pt x="8457" y="8457"/>
                </a:lnTo>
                <a:lnTo>
                  <a:pt x="5983" y="5983"/>
                </a:lnTo>
                <a:lnTo>
                  <a:pt x="5983" y="2474"/>
                </a:lnTo>
                <a:lnTo>
                  <a:pt x="2474" y="24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0" name="Google Shape;4450;p40"/>
          <p:cNvSpPr/>
          <p:nvPr/>
        </p:nvSpPr>
        <p:spPr>
          <a:xfrm>
            <a:off x="7993680" y="1155669"/>
            <a:ext cx="77332" cy="77497"/>
          </a:xfrm>
          <a:custGeom>
            <a:rect b="b" l="l" r="r" t="t"/>
            <a:pathLst>
              <a:path extrusionOk="0" h="4225" w="4216">
                <a:moveTo>
                  <a:pt x="1" y="1"/>
                </a:moveTo>
                <a:lnTo>
                  <a:pt x="1" y="4224"/>
                </a:lnTo>
                <a:lnTo>
                  <a:pt x="206" y="4001"/>
                </a:lnTo>
                <a:lnTo>
                  <a:pt x="537" y="3510"/>
                </a:lnTo>
                <a:lnTo>
                  <a:pt x="751" y="2965"/>
                </a:lnTo>
                <a:lnTo>
                  <a:pt x="867" y="2403"/>
                </a:lnTo>
                <a:lnTo>
                  <a:pt x="876" y="2117"/>
                </a:lnTo>
                <a:lnTo>
                  <a:pt x="1081" y="2313"/>
                </a:lnTo>
                <a:lnTo>
                  <a:pt x="1555" y="2635"/>
                </a:lnTo>
                <a:lnTo>
                  <a:pt x="2090" y="2858"/>
                </a:lnTo>
                <a:lnTo>
                  <a:pt x="2680" y="2983"/>
                </a:lnTo>
                <a:lnTo>
                  <a:pt x="2983" y="2992"/>
                </a:lnTo>
                <a:lnTo>
                  <a:pt x="2983" y="2992"/>
                </a:lnTo>
                <a:lnTo>
                  <a:pt x="2974" y="2689"/>
                </a:lnTo>
                <a:lnTo>
                  <a:pt x="2849" y="2099"/>
                </a:lnTo>
                <a:lnTo>
                  <a:pt x="2626" y="1563"/>
                </a:lnTo>
                <a:lnTo>
                  <a:pt x="2305" y="1090"/>
                </a:lnTo>
                <a:lnTo>
                  <a:pt x="2108" y="885"/>
                </a:lnTo>
                <a:lnTo>
                  <a:pt x="2394" y="876"/>
                </a:lnTo>
                <a:lnTo>
                  <a:pt x="2957" y="760"/>
                </a:lnTo>
                <a:lnTo>
                  <a:pt x="3501" y="545"/>
                </a:lnTo>
                <a:lnTo>
                  <a:pt x="3992" y="215"/>
                </a:lnTo>
                <a:lnTo>
                  <a:pt x="4216" y="10"/>
                </a:lnTo>
                <a:lnTo>
                  <a:pt x="4207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1" name="Google Shape;4451;p40"/>
          <p:cNvSpPr/>
          <p:nvPr/>
        </p:nvSpPr>
        <p:spPr>
          <a:xfrm>
            <a:off x="7916357" y="1078347"/>
            <a:ext cx="77332" cy="77332"/>
          </a:xfrm>
          <a:custGeom>
            <a:rect b="b" l="l" r="r" t="t"/>
            <a:pathLst>
              <a:path extrusionOk="0" h="4216" w="4216">
                <a:moveTo>
                  <a:pt x="4216" y="1"/>
                </a:moveTo>
                <a:lnTo>
                  <a:pt x="4001" y="224"/>
                </a:lnTo>
                <a:lnTo>
                  <a:pt x="3680" y="724"/>
                </a:lnTo>
                <a:lnTo>
                  <a:pt x="3457" y="1260"/>
                </a:lnTo>
                <a:lnTo>
                  <a:pt x="3350" y="1822"/>
                </a:lnTo>
                <a:lnTo>
                  <a:pt x="3341" y="2108"/>
                </a:lnTo>
                <a:lnTo>
                  <a:pt x="3126" y="1912"/>
                </a:lnTo>
                <a:lnTo>
                  <a:pt x="2653" y="1590"/>
                </a:lnTo>
                <a:lnTo>
                  <a:pt x="2117" y="1367"/>
                </a:lnTo>
                <a:lnTo>
                  <a:pt x="1537" y="1251"/>
                </a:lnTo>
                <a:lnTo>
                  <a:pt x="1224" y="1242"/>
                </a:lnTo>
                <a:lnTo>
                  <a:pt x="1242" y="1546"/>
                </a:lnTo>
                <a:lnTo>
                  <a:pt x="1358" y="2126"/>
                </a:lnTo>
                <a:lnTo>
                  <a:pt x="1581" y="2662"/>
                </a:lnTo>
                <a:lnTo>
                  <a:pt x="1903" y="3135"/>
                </a:lnTo>
                <a:lnTo>
                  <a:pt x="2099" y="3349"/>
                </a:lnTo>
                <a:lnTo>
                  <a:pt x="1814" y="3358"/>
                </a:lnTo>
                <a:lnTo>
                  <a:pt x="1260" y="3466"/>
                </a:lnTo>
                <a:lnTo>
                  <a:pt x="724" y="3680"/>
                </a:lnTo>
                <a:lnTo>
                  <a:pt x="224" y="4010"/>
                </a:lnTo>
                <a:lnTo>
                  <a:pt x="1" y="4216"/>
                </a:lnTo>
                <a:lnTo>
                  <a:pt x="4216" y="4216"/>
                </a:lnTo>
                <a:lnTo>
                  <a:pt x="421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40"/>
          <p:cNvSpPr/>
          <p:nvPr/>
        </p:nvSpPr>
        <p:spPr>
          <a:xfrm>
            <a:off x="7916192" y="1155669"/>
            <a:ext cx="77497" cy="77497"/>
          </a:xfrm>
          <a:custGeom>
            <a:rect b="b" l="l" r="r" t="t"/>
            <a:pathLst>
              <a:path extrusionOk="0" h="4225" w="4225">
                <a:moveTo>
                  <a:pt x="10" y="1"/>
                </a:moveTo>
                <a:lnTo>
                  <a:pt x="1" y="10"/>
                </a:lnTo>
                <a:lnTo>
                  <a:pt x="224" y="215"/>
                </a:lnTo>
                <a:lnTo>
                  <a:pt x="724" y="545"/>
                </a:lnTo>
                <a:lnTo>
                  <a:pt x="1260" y="760"/>
                </a:lnTo>
                <a:lnTo>
                  <a:pt x="1823" y="876"/>
                </a:lnTo>
                <a:lnTo>
                  <a:pt x="2108" y="885"/>
                </a:lnTo>
                <a:lnTo>
                  <a:pt x="1912" y="1090"/>
                </a:lnTo>
                <a:lnTo>
                  <a:pt x="1590" y="1563"/>
                </a:lnTo>
                <a:lnTo>
                  <a:pt x="1367" y="2099"/>
                </a:lnTo>
                <a:lnTo>
                  <a:pt x="1251" y="2689"/>
                </a:lnTo>
                <a:lnTo>
                  <a:pt x="1233" y="2992"/>
                </a:lnTo>
                <a:lnTo>
                  <a:pt x="1233" y="2992"/>
                </a:lnTo>
                <a:lnTo>
                  <a:pt x="1546" y="2983"/>
                </a:lnTo>
                <a:lnTo>
                  <a:pt x="2126" y="2858"/>
                </a:lnTo>
                <a:lnTo>
                  <a:pt x="2662" y="2635"/>
                </a:lnTo>
                <a:lnTo>
                  <a:pt x="3135" y="2313"/>
                </a:lnTo>
                <a:lnTo>
                  <a:pt x="3350" y="2117"/>
                </a:lnTo>
                <a:lnTo>
                  <a:pt x="3359" y="2403"/>
                </a:lnTo>
                <a:lnTo>
                  <a:pt x="3466" y="2965"/>
                </a:lnTo>
                <a:lnTo>
                  <a:pt x="3689" y="3510"/>
                </a:lnTo>
                <a:lnTo>
                  <a:pt x="4010" y="4001"/>
                </a:lnTo>
                <a:lnTo>
                  <a:pt x="4225" y="4224"/>
                </a:lnTo>
                <a:lnTo>
                  <a:pt x="422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3" name="Google Shape;4453;p40"/>
          <p:cNvSpPr/>
          <p:nvPr/>
        </p:nvSpPr>
        <p:spPr>
          <a:xfrm>
            <a:off x="7993680" y="1078347"/>
            <a:ext cx="77167" cy="77332"/>
          </a:xfrm>
          <a:custGeom>
            <a:rect b="b" l="l" r="r" t="t"/>
            <a:pathLst>
              <a:path extrusionOk="0" h="4216" w="4207">
                <a:moveTo>
                  <a:pt x="1" y="1"/>
                </a:moveTo>
                <a:lnTo>
                  <a:pt x="1" y="4216"/>
                </a:lnTo>
                <a:lnTo>
                  <a:pt x="4207" y="4216"/>
                </a:lnTo>
                <a:lnTo>
                  <a:pt x="3983" y="4010"/>
                </a:lnTo>
                <a:lnTo>
                  <a:pt x="3492" y="3680"/>
                </a:lnTo>
                <a:lnTo>
                  <a:pt x="2957" y="3466"/>
                </a:lnTo>
                <a:lnTo>
                  <a:pt x="2394" y="3358"/>
                </a:lnTo>
                <a:lnTo>
                  <a:pt x="2108" y="3349"/>
                </a:lnTo>
                <a:lnTo>
                  <a:pt x="2305" y="3135"/>
                </a:lnTo>
                <a:lnTo>
                  <a:pt x="2626" y="2662"/>
                </a:lnTo>
                <a:lnTo>
                  <a:pt x="2849" y="2126"/>
                </a:lnTo>
                <a:lnTo>
                  <a:pt x="2974" y="1546"/>
                </a:lnTo>
                <a:lnTo>
                  <a:pt x="2983" y="1242"/>
                </a:lnTo>
                <a:lnTo>
                  <a:pt x="2680" y="1251"/>
                </a:lnTo>
                <a:lnTo>
                  <a:pt x="2090" y="1367"/>
                </a:lnTo>
                <a:lnTo>
                  <a:pt x="1555" y="1590"/>
                </a:lnTo>
                <a:lnTo>
                  <a:pt x="1081" y="1912"/>
                </a:lnTo>
                <a:lnTo>
                  <a:pt x="876" y="2108"/>
                </a:lnTo>
                <a:lnTo>
                  <a:pt x="867" y="1822"/>
                </a:lnTo>
                <a:lnTo>
                  <a:pt x="751" y="1260"/>
                </a:lnTo>
                <a:lnTo>
                  <a:pt x="537" y="724"/>
                </a:lnTo>
                <a:lnTo>
                  <a:pt x="206" y="224"/>
                </a:lnTo>
                <a:lnTo>
                  <a:pt x="1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4" name="Google Shape;4454;p40"/>
          <p:cNvSpPr/>
          <p:nvPr/>
        </p:nvSpPr>
        <p:spPr>
          <a:xfrm>
            <a:off x="7838391" y="1000382"/>
            <a:ext cx="155288" cy="155288"/>
          </a:xfrm>
          <a:custGeom>
            <a:rect b="b" l="l" r="r" t="t"/>
            <a:pathLst>
              <a:path extrusionOk="0" h="8466" w="8466">
                <a:moveTo>
                  <a:pt x="8466" y="0"/>
                </a:moveTo>
                <a:lnTo>
                  <a:pt x="5983" y="2483"/>
                </a:lnTo>
                <a:lnTo>
                  <a:pt x="2483" y="2483"/>
                </a:lnTo>
                <a:lnTo>
                  <a:pt x="2483" y="5983"/>
                </a:lnTo>
                <a:lnTo>
                  <a:pt x="0" y="8466"/>
                </a:lnTo>
                <a:lnTo>
                  <a:pt x="2090" y="8466"/>
                </a:lnTo>
                <a:lnTo>
                  <a:pt x="3956" y="6599"/>
                </a:lnTo>
                <a:lnTo>
                  <a:pt x="3956" y="3956"/>
                </a:lnTo>
                <a:lnTo>
                  <a:pt x="6599" y="3956"/>
                </a:lnTo>
                <a:lnTo>
                  <a:pt x="8466" y="2090"/>
                </a:lnTo>
                <a:lnTo>
                  <a:pt x="84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5" name="Google Shape;4455;p40"/>
          <p:cNvSpPr/>
          <p:nvPr/>
        </p:nvSpPr>
        <p:spPr>
          <a:xfrm>
            <a:off x="7993680" y="1155669"/>
            <a:ext cx="155141" cy="155141"/>
          </a:xfrm>
          <a:custGeom>
            <a:rect b="b" l="l" r="r" t="t"/>
            <a:pathLst>
              <a:path extrusionOk="0" h="8458" w="8458">
                <a:moveTo>
                  <a:pt x="6368" y="1"/>
                </a:moveTo>
                <a:lnTo>
                  <a:pt x="4501" y="1867"/>
                </a:lnTo>
                <a:lnTo>
                  <a:pt x="4501" y="4501"/>
                </a:lnTo>
                <a:lnTo>
                  <a:pt x="1867" y="4501"/>
                </a:lnTo>
                <a:lnTo>
                  <a:pt x="1" y="6368"/>
                </a:lnTo>
                <a:lnTo>
                  <a:pt x="1" y="8457"/>
                </a:lnTo>
                <a:lnTo>
                  <a:pt x="2474" y="5984"/>
                </a:lnTo>
                <a:lnTo>
                  <a:pt x="5984" y="5984"/>
                </a:lnTo>
                <a:lnTo>
                  <a:pt x="5984" y="2474"/>
                </a:lnTo>
                <a:lnTo>
                  <a:pt x="84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6" name="Google Shape;4456;p40"/>
          <p:cNvSpPr/>
          <p:nvPr/>
        </p:nvSpPr>
        <p:spPr>
          <a:xfrm>
            <a:off x="7838391" y="1155669"/>
            <a:ext cx="155288" cy="155141"/>
          </a:xfrm>
          <a:custGeom>
            <a:rect b="b" l="l" r="r" t="t"/>
            <a:pathLst>
              <a:path extrusionOk="0" h="8458" w="8466">
                <a:moveTo>
                  <a:pt x="0" y="1"/>
                </a:moveTo>
                <a:lnTo>
                  <a:pt x="2483" y="2474"/>
                </a:lnTo>
                <a:lnTo>
                  <a:pt x="2483" y="5984"/>
                </a:lnTo>
                <a:lnTo>
                  <a:pt x="5983" y="5984"/>
                </a:lnTo>
                <a:lnTo>
                  <a:pt x="8466" y="8457"/>
                </a:lnTo>
                <a:lnTo>
                  <a:pt x="8466" y="6368"/>
                </a:lnTo>
                <a:lnTo>
                  <a:pt x="6599" y="4501"/>
                </a:lnTo>
                <a:lnTo>
                  <a:pt x="3956" y="4501"/>
                </a:lnTo>
                <a:lnTo>
                  <a:pt x="3956" y="1867"/>
                </a:lnTo>
                <a:lnTo>
                  <a:pt x="209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p40"/>
          <p:cNvSpPr/>
          <p:nvPr/>
        </p:nvSpPr>
        <p:spPr>
          <a:xfrm>
            <a:off x="7993680" y="1000382"/>
            <a:ext cx="155141" cy="155288"/>
          </a:xfrm>
          <a:custGeom>
            <a:rect b="b" l="l" r="r" t="t"/>
            <a:pathLst>
              <a:path extrusionOk="0" h="8466" w="8458">
                <a:moveTo>
                  <a:pt x="1" y="0"/>
                </a:moveTo>
                <a:lnTo>
                  <a:pt x="1" y="2090"/>
                </a:lnTo>
                <a:lnTo>
                  <a:pt x="1867" y="3956"/>
                </a:lnTo>
                <a:lnTo>
                  <a:pt x="4501" y="3956"/>
                </a:lnTo>
                <a:lnTo>
                  <a:pt x="4501" y="6599"/>
                </a:lnTo>
                <a:lnTo>
                  <a:pt x="6368" y="8466"/>
                </a:lnTo>
                <a:lnTo>
                  <a:pt x="8457" y="8466"/>
                </a:lnTo>
                <a:lnTo>
                  <a:pt x="5984" y="5983"/>
                </a:lnTo>
                <a:lnTo>
                  <a:pt x="5984" y="2483"/>
                </a:lnTo>
                <a:lnTo>
                  <a:pt x="2474" y="2483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p40"/>
          <p:cNvSpPr/>
          <p:nvPr/>
        </p:nvSpPr>
        <p:spPr>
          <a:xfrm>
            <a:off x="8045614" y="3316212"/>
            <a:ext cx="160368" cy="227209"/>
          </a:xfrm>
          <a:custGeom>
            <a:rect b="b" l="l" r="r" t="t"/>
            <a:pathLst>
              <a:path extrusionOk="0" h="12387" w="8743">
                <a:moveTo>
                  <a:pt x="1" y="1"/>
                </a:moveTo>
                <a:lnTo>
                  <a:pt x="1" y="12387"/>
                </a:lnTo>
                <a:lnTo>
                  <a:pt x="313" y="12065"/>
                </a:lnTo>
                <a:lnTo>
                  <a:pt x="876" y="11378"/>
                </a:lnTo>
                <a:lnTo>
                  <a:pt x="1358" y="10645"/>
                </a:lnTo>
                <a:lnTo>
                  <a:pt x="1760" y="9886"/>
                </a:lnTo>
                <a:lnTo>
                  <a:pt x="2072" y="9100"/>
                </a:lnTo>
                <a:lnTo>
                  <a:pt x="2313" y="8288"/>
                </a:lnTo>
                <a:lnTo>
                  <a:pt x="2474" y="7457"/>
                </a:lnTo>
                <a:lnTo>
                  <a:pt x="2554" y="6627"/>
                </a:lnTo>
                <a:lnTo>
                  <a:pt x="2563" y="6207"/>
                </a:lnTo>
                <a:lnTo>
                  <a:pt x="2867" y="6502"/>
                </a:lnTo>
                <a:lnTo>
                  <a:pt x="3510" y="7029"/>
                </a:lnTo>
                <a:lnTo>
                  <a:pt x="4207" y="7502"/>
                </a:lnTo>
                <a:lnTo>
                  <a:pt x="4957" y="7904"/>
                </a:lnTo>
                <a:lnTo>
                  <a:pt x="5734" y="8243"/>
                </a:lnTo>
                <a:lnTo>
                  <a:pt x="6555" y="8493"/>
                </a:lnTo>
                <a:lnTo>
                  <a:pt x="7412" y="8672"/>
                </a:lnTo>
                <a:lnTo>
                  <a:pt x="8296" y="8761"/>
                </a:lnTo>
                <a:lnTo>
                  <a:pt x="8743" y="8761"/>
                </a:lnTo>
                <a:lnTo>
                  <a:pt x="8743" y="8743"/>
                </a:lnTo>
                <a:lnTo>
                  <a:pt x="1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40"/>
          <p:cNvSpPr/>
          <p:nvPr/>
        </p:nvSpPr>
        <p:spPr>
          <a:xfrm>
            <a:off x="7819386" y="3156339"/>
            <a:ext cx="226218" cy="159873"/>
          </a:xfrm>
          <a:custGeom>
            <a:rect b="b" l="l" r="r" t="t"/>
            <a:pathLst>
              <a:path extrusionOk="0" h="8716" w="12333">
                <a:moveTo>
                  <a:pt x="3590" y="0"/>
                </a:moveTo>
                <a:lnTo>
                  <a:pt x="3599" y="447"/>
                </a:lnTo>
                <a:lnTo>
                  <a:pt x="3688" y="1331"/>
                </a:lnTo>
                <a:lnTo>
                  <a:pt x="3867" y="2179"/>
                </a:lnTo>
                <a:lnTo>
                  <a:pt x="4117" y="3001"/>
                </a:lnTo>
                <a:lnTo>
                  <a:pt x="4447" y="3786"/>
                </a:lnTo>
                <a:lnTo>
                  <a:pt x="4858" y="4528"/>
                </a:lnTo>
                <a:lnTo>
                  <a:pt x="5331" y="5233"/>
                </a:lnTo>
                <a:lnTo>
                  <a:pt x="5858" y="5876"/>
                </a:lnTo>
                <a:lnTo>
                  <a:pt x="6153" y="6180"/>
                </a:lnTo>
                <a:lnTo>
                  <a:pt x="5733" y="6189"/>
                </a:lnTo>
                <a:lnTo>
                  <a:pt x="4903" y="6269"/>
                </a:lnTo>
                <a:lnTo>
                  <a:pt x="4081" y="6421"/>
                </a:lnTo>
                <a:lnTo>
                  <a:pt x="3278" y="6662"/>
                </a:lnTo>
                <a:lnTo>
                  <a:pt x="2492" y="6974"/>
                </a:lnTo>
                <a:lnTo>
                  <a:pt x="1733" y="7376"/>
                </a:lnTo>
                <a:lnTo>
                  <a:pt x="1009" y="7850"/>
                </a:lnTo>
                <a:lnTo>
                  <a:pt x="322" y="8403"/>
                </a:lnTo>
                <a:lnTo>
                  <a:pt x="0" y="8716"/>
                </a:lnTo>
                <a:lnTo>
                  <a:pt x="12333" y="8716"/>
                </a:lnTo>
                <a:lnTo>
                  <a:pt x="3617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p40"/>
          <p:cNvSpPr/>
          <p:nvPr/>
        </p:nvSpPr>
        <p:spPr>
          <a:xfrm>
            <a:off x="7818891" y="3316212"/>
            <a:ext cx="226713" cy="227209"/>
          </a:xfrm>
          <a:custGeom>
            <a:rect b="b" l="l" r="r" t="t"/>
            <a:pathLst>
              <a:path extrusionOk="0" h="12387" w="12360">
                <a:moveTo>
                  <a:pt x="27" y="1"/>
                </a:moveTo>
                <a:lnTo>
                  <a:pt x="0" y="28"/>
                </a:lnTo>
                <a:lnTo>
                  <a:pt x="322" y="340"/>
                </a:lnTo>
                <a:lnTo>
                  <a:pt x="1010" y="894"/>
                </a:lnTo>
                <a:lnTo>
                  <a:pt x="1733" y="1376"/>
                </a:lnTo>
                <a:lnTo>
                  <a:pt x="2501" y="1778"/>
                </a:lnTo>
                <a:lnTo>
                  <a:pt x="3287" y="2099"/>
                </a:lnTo>
                <a:lnTo>
                  <a:pt x="4099" y="2340"/>
                </a:lnTo>
                <a:lnTo>
                  <a:pt x="4921" y="2501"/>
                </a:lnTo>
                <a:lnTo>
                  <a:pt x="5760" y="2582"/>
                </a:lnTo>
                <a:lnTo>
                  <a:pt x="6180" y="2582"/>
                </a:lnTo>
                <a:lnTo>
                  <a:pt x="5885" y="2885"/>
                </a:lnTo>
                <a:lnTo>
                  <a:pt x="5349" y="3537"/>
                </a:lnTo>
                <a:lnTo>
                  <a:pt x="4885" y="4234"/>
                </a:lnTo>
                <a:lnTo>
                  <a:pt x="4474" y="4975"/>
                </a:lnTo>
                <a:lnTo>
                  <a:pt x="4144" y="5761"/>
                </a:lnTo>
                <a:lnTo>
                  <a:pt x="3894" y="6582"/>
                </a:lnTo>
                <a:lnTo>
                  <a:pt x="3715" y="7431"/>
                </a:lnTo>
                <a:lnTo>
                  <a:pt x="3626" y="8315"/>
                </a:lnTo>
                <a:lnTo>
                  <a:pt x="3617" y="8770"/>
                </a:lnTo>
                <a:lnTo>
                  <a:pt x="4073" y="8761"/>
                </a:lnTo>
                <a:lnTo>
                  <a:pt x="4948" y="8672"/>
                </a:lnTo>
                <a:lnTo>
                  <a:pt x="5805" y="8493"/>
                </a:lnTo>
                <a:lnTo>
                  <a:pt x="6626" y="8243"/>
                </a:lnTo>
                <a:lnTo>
                  <a:pt x="7412" y="7904"/>
                </a:lnTo>
                <a:lnTo>
                  <a:pt x="8154" y="7502"/>
                </a:lnTo>
                <a:lnTo>
                  <a:pt x="8850" y="7029"/>
                </a:lnTo>
                <a:lnTo>
                  <a:pt x="9502" y="6502"/>
                </a:lnTo>
                <a:lnTo>
                  <a:pt x="9797" y="6207"/>
                </a:lnTo>
                <a:lnTo>
                  <a:pt x="9806" y="6627"/>
                </a:lnTo>
                <a:lnTo>
                  <a:pt x="9886" y="7466"/>
                </a:lnTo>
                <a:lnTo>
                  <a:pt x="10047" y="8288"/>
                </a:lnTo>
                <a:lnTo>
                  <a:pt x="10288" y="9100"/>
                </a:lnTo>
                <a:lnTo>
                  <a:pt x="10609" y="9886"/>
                </a:lnTo>
                <a:lnTo>
                  <a:pt x="11011" y="10654"/>
                </a:lnTo>
                <a:lnTo>
                  <a:pt x="11484" y="11378"/>
                </a:lnTo>
                <a:lnTo>
                  <a:pt x="12047" y="12065"/>
                </a:lnTo>
                <a:lnTo>
                  <a:pt x="12360" y="12387"/>
                </a:lnTo>
                <a:lnTo>
                  <a:pt x="12360" y="1"/>
                </a:lnTo>
                <a:close/>
              </a:path>
            </a:pathLst>
          </a:custGeom>
          <a:solidFill>
            <a:srgbClr val="F46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40"/>
          <p:cNvSpPr/>
          <p:nvPr/>
        </p:nvSpPr>
        <p:spPr>
          <a:xfrm>
            <a:off x="6939352" y="1473462"/>
            <a:ext cx="737607" cy="737754"/>
          </a:xfrm>
          <a:custGeom>
            <a:rect b="b" l="l" r="r" t="t"/>
            <a:pathLst>
              <a:path extrusionOk="0" h="40221" w="40213">
                <a:moveTo>
                  <a:pt x="0" y="0"/>
                </a:moveTo>
                <a:lnTo>
                  <a:pt x="0" y="40220"/>
                </a:lnTo>
                <a:lnTo>
                  <a:pt x="40212" y="40220"/>
                </a:lnTo>
                <a:lnTo>
                  <a:pt x="40212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p40"/>
          <p:cNvSpPr/>
          <p:nvPr/>
        </p:nvSpPr>
        <p:spPr>
          <a:xfrm>
            <a:off x="6939352" y="1842372"/>
            <a:ext cx="368886" cy="368886"/>
          </a:xfrm>
          <a:custGeom>
            <a:rect b="b" l="l" r="r" t="t"/>
            <a:pathLst>
              <a:path extrusionOk="0" h="20111" w="20111">
                <a:moveTo>
                  <a:pt x="0" y="0"/>
                </a:moveTo>
                <a:lnTo>
                  <a:pt x="0" y="20110"/>
                </a:lnTo>
                <a:lnTo>
                  <a:pt x="20111" y="20110"/>
                </a:lnTo>
                <a:lnTo>
                  <a:pt x="20111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p40"/>
          <p:cNvSpPr/>
          <p:nvPr/>
        </p:nvSpPr>
        <p:spPr>
          <a:xfrm>
            <a:off x="7308265" y="1473462"/>
            <a:ext cx="368739" cy="368886"/>
          </a:xfrm>
          <a:custGeom>
            <a:rect b="b" l="l" r="r" t="t"/>
            <a:pathLst>
              <a:path extrusionOk="0" h="20111" w="20103">
                <a:moveTo>
                  <a:pt x="1" y="0"/>
                </a:moveTo>
                <a:lnTo>
                  <a:pt x="1" y="20110"/>
                </a:lnTo>
                <a:lnTo>
                  <a:pt x="20102" y="20110"/>
                </a:lnTo>
                <a:lnTo>
                  <a:pt x="20102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40"/>
          <p:cNvSpPr/>
          <p:nvPr/>
        </p:nvSpPr>
        <p:spPr>
          <a:xfrm>
            <a:off x="7162626" y="1696899"/>
            <a:ext cx="291095" cy="290912"/>
          </a:xfrm>
          <a:custGeom>
            <a:rect b="b" l="l" r="r" t="t"/>
            <a:pathLst>
              <a:path extrusionOk="0" h="15860" w="15870">
                <a:moveTo>
                  <a:pt x="4654" y="0"/>
                </a:moveTo>
                <a:lnTo>
                  <a:pt x="1" y="4644"/>
                </a:lnTo>
                <a:lnTo>
                  <a:pt x="1" y="11216"/>
                </a:lnTo>
                <a:lnTo>
                  <a:pt x="4654" y="15860"/>
                </a:lnTo>
                <a:lnTo>
                  <a:pt x="11226" y="15860"/>
                </a:lnTo>
                <a:lnTo>
                  <a:pt x="15870" y="11216"/>
                </a:lnTo>
                <a:lnTo>
                  <a:pt x="15870" y="4644"/>
                </a:lnTo>
                <a:lnTo>
                  <a:pt x="11226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p40"/>
          <p:cNvSpPr/>
          <p:nvPr/>
        </p:nvSpPr>
        <p:spPr>
          <a:xfrm>
            <a:off x="6973748" y="1507858"/>
            <a:ext cx="668969" cy="668969"/>
          </a:xfrm>
          <a:custGeom>
            <a:rect b="b" l="l" r="r" t="t"/>
            <a:pathLst>
              <a:path extrusionOk="0" fill="none" h="36471" w="36471">
                <a:moveTo>
                  <a:pt x="28853" y="22629"/>
                </a:moveTo>
                <a:lnTo>
                  <a:pt x="36471" y="18235"/>
                </a:lnTo>
                <a:lnTo>
                  <a:pt x="28853" y="13833"/>
                </a:lnTo>
                <a:lnTo>
                  <a:pt x="31131" y="5340"/>
                </a:lnTo>
                <a:lnTo>
                  <a:pt x="22629" y="7618"/>
                </a:lnTo>
                <a:lnTo>
                  <a:pt x="18236" y="0"/>
                </a:lnTo>
                <a:lnTo>
                  <a:pt x="13833" y="7618"/>
                </a:lnTo>
                <a:lnTo>
                  <a:pt x="5341" y="5340"/>
                </a:lnTo>
                <a:lnTo>
                  <a:pt x="7618" y="13833"/>
                </a:lnTo>
                <a:lnTo>
                  <a:pt x="1" y="18235"/>
                </a:lnTo>
                <a:lnTo>
                  <a:pt x="7618" y="22629"/>
                </a:lnTo>
                <a:lnTo>
                  <a:pt x="5341" y="31130"/>
                </a:lnTo>
                <a:lnTo>
                  <a:pt x="13833" y="28853"/>
                </a:lnTo>
                <a:lnTo>
                  <a:pt x="18236" y="36470"/>
                </a:lnTo>
                <a:lnTo>
                  <a:pt x="22629" y="28853"/>
                </a:lnTo>
                <a:lnTo>
                  <a:pt x="31122" y="31130"/>
                </a:lnTo>
                <a:lnTo>
                  <a:pt x="28853" y="22629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6" name="Google Shape;4466;p40"/>
          <p:cNvSpPr/>
          <p:nvPr/>
        </p:nvSpPr>
        <p:spPr>
          <a:xfrm>
            <a:off x="7182622" y="1733588"/>
            <a:ext cx="251127" cy="217377"/>
          </a:xfrm>
          <a:custGeom>
            <a:rect b="b" l="l" r="r" t="t"/>
            <a:pathLst>
              <a:path extrusionOk="0" h="11851" w="13691">
                <a:moveTo>
                  <a:pt x="3421" y="1"/>
                </a:moveTo>
                <a:lnTo>
                  <a:pt x="0" y="5930"/>
                </a:lnTo>
                <a:lnTo>
                  <a:pt x="3421" y="11851"/>
                </a:lnTo>
                <a:lnTo>
                  <a:pt x="10270" y="11851"/>
                </a:lnTo>
                <a:lnTo>
                  <a:pt x="13690" y="5930"/>
                </a:lnTo>
                <a:lnTo>
                  <a:pt x="10270" y="1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40"/>
          <p:cNvSpPr/>
          <p:nvPr/>
        </p:nvSpPr>
        <p:spPr>
          <a:xfrm>
            <a:off x="7249947" y="1791906"/>
            <a:ext cx="116475" cy="100920"/>
          </a:xfrm>
          <a:custGeom>
            <a:rect b="b" l="l" r="r" t="t"/>
            <a:pathLst>
              <a:path extrusionOk="0" h="5502" w="6350">
                <a:moveTo>
                  <a:pt x="1590" y="1"/>
                </a:moveTo>
                <a:lnTo>
                  <a:pt x="1" y="2751"/>
                </a:lnTo>
                <a:lnTo>
                  <a:pt x="1590" y="5502"/>
                </a:lnTo>
                <a:lnTo>
                  <a:pt x="4760" y="5502"/>
                </a:lnTo>
                <a:lnTo>
                  <a:pt x="6350" y="2751"/>
                </a:lnTo>
                <a:lnTo>
                  <a:pt x="4760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8" name="Google Shape;4468;p40"/>
          <p:cNvSpPr/>
          <p:nvPr/>
        </p:nvSpPr>
        <p:spPr>
          <a:xfrm>
            <a:off x="6939352" y="1473462"/>
            <a:ext cx="170200" cy="170200"/>
          </a:xfrm>
          <a:custGeom>
            <a:rect b="b" l="l" r="r" t="t"/>
            <a:pathLst>
              <a:path extrusionOk="0" h="9279" w="9279">
                <a:moveTo>
                  <a:pt x="4037" y="0"/>
                </a:moveTo>
                <a:lnTo>
                  <a:pt x="4037" y="1670"/>
                </a:lnTo>
                <a:lnTo>
                  <a:pt x="1670" y="4036"/>
                </a:lnTo>
                <a:lnTo>
                  <a:pt x="0" y="4036"/>
                </a:lnTo>
                <a:lnTo>
                  <a:pt x="0" y="9278"/>
                </a:lnTo>
                <a:lnTo>
                  <a:pt x="2233" y="5403"/>
                </a:lnTo>
                <a:lnTo>
                  <a:pt x="6564" y="6564"/>
                </a:lnTo>
                <a:lnTo>
                  <a:pt x="5403" y="2241"/>
                </a:lnTo>
                <a:lnTo>
                  <a:pt x="9279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40"/>
          <p:cNvSpPr/>
          <p:nvPr/>
        </p:nvSpPr>
        <p:spPr>
          <a:xfrm>
            <a:off x="7506810" y="1473462"/>
            <a:ext cx="170218" cy="170200"/>
          </a:xfrm>
          <a:custGeom>
            <a:rect b="b" l="l" r="r" t="t"/>
            <a:pathLst>
              <a:path extrusionOk="0" h="9279" w="9280">
                <a:moveTo>
                  <a:pt x="1" y="0"/>
                </a:moveTo>
                <a:lnTo>
                  <a:pt x="3876" y="2241"/>
                </a:lnTo>
                <a:lnTo>
                  <a:pt x="2724" y="6564"/>
                </a:lnTo>
                <a:lnTo>
                  <a:pt x="2724" y="6564"/>
                </a:lnTo>
                <a:lnTo>
                  <a:pt x="7047" y="5403"/>
                </a:lnTo>
                <a:lnTo>
                  <a:pt x="9279" y="9278"/>
                </a:lnTo>
                <a:lnTo>
                  <a:pt x="9279" y="4036"/>
                </a:lnTo>
                <a:lnTo>
                  <a:pt x="7609" y="4036"/>
                </a:lnTo>
                <a:lnTo>
                  <a:pt x="5243" y="1670"/>
                </a:lnTo>
                <a:lnTo>
                  <a:pt x="5243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0" name="Google Shape;4470;p40"/>
          <p:cNvSpPr/>
          <p:nvPr/>
        </p:nvSpPr>
        <p:spPr>
          <a:xfrm>
            <a:off x="7506810" y="2040915"/>
            <a:ext cx="170218" cy="170365"/>
          </a:xfrm>
          <a:custGeom>
            <a:rect b="b" l="l" r="r" t="t"/>
            <a:pathLst>
              <a:path extrusionOk="0" h="9288" w="9280">
                <a:moveTo>
                  <a:pt x="9279" y="0"/>
                </a:moveTo>
                <a:lnTo>
                  <a:pt x="7047" y="3885"/>
                </a:lnTo>
                <a:lnTo>
                  <a:pt x="2724" y="2724"/>
                </a:lnTo>
                <a:lnTo>
                  <a:pt x="2724" y="2724"/>
                </a:lnTo>
                <a:lnTo>
                  <a:pt x="3876" y="7046"/>
                </a:lnTo>
                <a:lnTo>
                  <a:pt x="1" y="9287"/>
                </a:lnTo>
                <a:lnTo>
                  <a:pt x="5243" y="9287"/>
                </a:lnTo>
                <a:lnTo>
                  <a:pt x="5243" y="7609"/>
                </a:lnTo>
                <a:lnTo>
                  <a:pt x="7609" y="5251"/>
                </a:lnTo>
                <a:lnTo>
                  <a:pt x="9279" y="5251"/>
                </a:lnTo>
                <a:lnTo>
                  <a:pt x="9279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40"/>
          <p:cNvSpPr/>
          <p:nvPr/>
        </p:nvSpPr>
        <p:spPr>
          <a:xfrm>
            <a:off x="6939352" y="2040915"/>
            <a:ext cx="170200" cy="170365"/>
          </a:xfrm>
          <a:custGeom>
            <a:rect b="b" l="l" r="r" t="t"/>
            <a:pathLst>
              <a:path extrusionOk="0" h="9288" w="9279">
                <a:moveTo>
                  <a:pt x="0" y="0"/>
                </a:moveTo>
                <a:lnTo>
                  <a:pt x="0" y="5251"/>
                </a:lnTo>
                <a:lnTo>
                  <a:pt x="1670" y="5251"/>
                </a:lnTo>
                <a:lnTo>
                  <a:pt x="4037" y="7609"/>
                </a:lnTo>
                <a:lnTo>
                  <a:pt x="4037" y="9287"/>
                </a:lnTo>
                <a:lnTo>
                  <a:pt x="9279" y="9287"/>
                </a:lnTo>
                <a:lnTo>
                  <a:pt x="5403" y="7046"/>
                </a:lnTo>
                <a:lnTo>
                  <a:pt x="6564" y="2724"/>
                </a:lnTo>
                <a:lnTo>
                  <a:pt x="2233" y="3885"/>
                </a:lnTo>
                <a:lnTo>
                  <a:pt x="0" y="0"/>
                </a:lnTo>
                <a:close/>
              </a:path>
            </a:pathLst>
          </a:custGeom>
          <a:solidFill>
            <a:srgbClr val="F8A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2" name="Google Shape;4472;p40"/>
          <p:cNvGrpSpPr/>
          <p:nvPr/>
        </p:nvGrpSpPr>
        <p:grpSpPr>
          <a:xfrm>
            <a:off x="6202968" y="2947715"/>
            <a:ext cx="737236" cy="1474271"/>
            <a:chOff x="5286826" y="2572144"/>
            <a:chExt cx="1285952" cy="2571552"/>
          </a:xfrm>
        </p:grpSpPr>
        <p:sp>
          <p:nvSpPr>
            <p:cNvPr id="4473" name="Google Shape;4473;p40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40"/>
            <p:cNvSpPr/>
            <p:nvPr/>
          </p:nvSpPr>
          <p:spPr>
            <a:xfrm>
              <a:off x="5286826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0" y="0"/>
                  </a:moveTo>
                  <a:lnTo>
                    <a:pt x="0" y="20084"/>
                  </a:lnTo>
                  <a:lnTo>
                    <a:pt x="9" y="20602"/>
                  </a:lnTo>
                  <a:lnTo>
                    <a:pt x="63" y="21628"/>
                  </a:lnTo>
                  <a:lnTo>
                    <a:pt x="161" y="22646"/>
                  </a:lnTo>
                  <a:lnTo>
                    <a:pt x="313" y="23647"/>
                  </a:lnTo>
                  <a:lnTo>
                    <a:pt x="518" y="24620"/>
                  </a:lnTo>
                  <a:lnTo>
                    <a:pt x="768" y="25584"/>
                  </a:lnTo>
                  <a:lnTo>
                    <a:pt x="1063" y="26531"/>
                  </a:lnTo>
                  <a:lnTo>
                    <a:pt x="1393" y="27451"/>
                  </a:lnTo>
                  <a:lnTo>
                    <a:pt x="1777" y="28353"/>
                  </a:lnTo>
                  <a:lnTo>
                    <a:pt x="2197" y="29237"/>
                  </a:lnTo>
                  <a:lnTo>
                    <a:pt x="2661" y="30085"/>
                  </a:lnTo>
                  <a:lnTo>
                    <a:pt x="3170" y="30916"/>
                  </a:lnTo>
                  <a:lnTo>
                    <a:pt x="3706" y="31719"/>
                  </a:lnTo>
                  <a:lnTo>
                    <a:pt x="4287" y="32487"/>
                  </a:lnTo>
                  <a:lnTo>
                    <a:pt x="4903" y="33237"/>
                  </a:lnTo>
                  <a:lnTo>
                    <a:pt x="5555" y="33952"/>
                  </a:lnTo>
                  <a:lnTo>
                    <a:pt x="6233" y="34630"/>
                  </a:lnTo>
                  <a:lnTo>
                    <a:pt x="6948" y="35282"/>
                  </a:lnTo>
                  <a:lnTo>
                    <a:pt x="7689" y="35890"/>
                  </a:lnTo>
                  <a:lnTo>
                    <a:pt x="8466" y="36470"/>
                  </a:lnTo>
                  <a:lnTo>
                    <a:pt x="9270" y="37015"/>
                  </a:lnTo>
                  <a:lnTo>
                    <a:pt x="10091" y="37515"/>
                  </a:lnTo>
                  <a:lnTo>
                    <a:pt x="10948" y="37979"/>
                  </a:lnTo>
                  <a:lnTo>
                    <a:pt x="11824" y="38399"/>
                  </a:lnTo>
                  <a:lnTo>
                    <a:pt x="12726" y="38783"/>
                  </a:lnTo>
                  <a:lnTo>
                    <a:pt x="13654" y="39122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3"/>
                  </a:lnTo>
                  <a:lnTo>
                    <a:pt x="17539" y="40015"/>
                  </a:lnTo>
                  <a:lnTo>
                    <a:pt x="18548" y="40122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2"/>
                  </a:lnTo>
                  <a:lnTo>
                    <a:pt x="22656" y="40015"/>
                  </a:lnTo>
                  <a:lnTo>
                    <a:pt x="23656" y="39863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2"/>
                  </a:lnTo>
                  <a:lnTo>
                    <a:pt x="27460" y="38783"/>
                  </a:lnTo>
                  <a:lnTo>
                    <a:pt x="28362" y="38399"/>
                  </a:lnTo>
                  <a:lnTo>
                    <a:pt x="29246" y="37979"/>
                  </a:lnTo>
                  <a:lnTo>
                    <a:pt x="30094" y="37515"/>
                  </a:lnTo>
                  <a:lnTo>
                    <a:pt x="30925" y="37015"/>
                  </a:lnTo>
                  <a:lnTo>
                    <a:pt x="31728" y="36470"/>
                  </a:lnTo>
                  <a:lnTo>
                    <a:pt x="32496" y="35890"/>
                  </a:lnTo>
                  <a:lnTo>
                    <a:pt x="33247" y="35282"/>
                  </a:lnTo>
                  <a:lnTo>
                    <a:pt x="33961" y="34630"/>
                  </a:lnTo>
                  <a:lnTo>
                    <a:pt x="34640" y="33952"/>
                  </a:lnTo>
                  <a:lnTo>
                    <a:pt x="35292" y="33237"/>
                  </a:lnTo>
                  <a:lnTo>
                    <a:pt x="35899" y="32487"/>
                  </a:lnTo>
                  <a:lnTo>
                    <a:pt x="36479" y="31719"/>
                  </a:lnTo>
                  <a:lnTo>
                    <a:pt x="37024" y="30916"/>
                  </a:lnTo>
                  <a:lnTo>
                    <a:pt x="37524" y="30085"/>
                  </a:lnTo>
                  <a:lnTo>
                    <a:pt x="37988" y="29237"/>
                  </a:lnTo>
                  <a:lnTo>
                    <a:pt x="38408" y="28353"/>
                  </a:lnTo>
                  <a:lnTo>
                    <a:pt x="38792" y="27451"/>
                  </a:lnTo>
                  <a:lnTo>
                    <a:pt x="39131" y="26531"/>
                  </a:lnTo>
                  <a:lnTo>
                    <a:pt x="39426" y="25584"/>
                  </a:lnTo>
                  <a:lnTo>
                    <a:pt x="39676" y="24620"/>
                  </a:lnTo>
                  <a:lnTo>
                    <a:pt x="39873" y="23647"/>
                  </a:lnTo>
                  <a:lnTo>
                    <a:pt x="40024" y="22646"/>
                  </a:lnTo>
                  <a:lnTo>
                    <a:pt x="40132" y="21628"/>
                  </a:lnTo>
                  <a:lnTo>
                    <a:pt x="40185" y="20602"/>
                  </a:lnTo>
                  <a:lnTo>
                    <a:pt x="40185" y="20084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D129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40"/>
            <p:cNvSpPr/>
            <p:nvPr/>
          </p:nvSpPr>
          <p:spPr>
            <a:xfrm>
              <a:off x="5286826" y="2572144"/>
              <a:ext cx="1285952" cy="1285952"/>
            </a:xfrm>
            <a:custGeom>
              <a:rect b="b" l="l" r="r" t="t"/>
              <a:pathLst>
                <a:path extrusionOk="0" h="40186" w="40186">
                  <a:moveTo>
                    <a:pt x="0" y="0"/>
                  </a:moveTo>
                  <a:lnTo>
                    <a:pt x="0" y="40185"/>
                  </a:lnTo>
                  <a:lnTo>
                    <a:pt x="40185" y="40185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40"/>
            <p:cNvSpPr/>
            <p:nvPr/>
          </p:nvSpPr>
          <p:spPr>
            <a:xfrm>
              <a:off x="5286826" y="2572144"/>
              <a:ext cx="1285952" cy="1285664"/>
            </a:xfrm>
            <a:custGeom>
              <a:rect b="b" l="l" r="r" t="t"/>
              <a:pathLst>
                <a:path extrusionOk="0" h="40177" w="40186">
                  <a:moveTo>
                    <a:pt x="0" y="0"/>
                  </a:moveTo>
                  <a:lnTo>
                    <a:pt x="0" y="20093"/>
                  </a:lnTo>
                  <a:lnTo>
                    <a:pt x="9" y="20611"/>
                  </a:lnTo>
                  <a:lnTo>
                    <a:pt x="63" y="21638"/>
                  </a:lnTo>
                  <a:lnTo>
                    <a:pt x="161" y="22647"/>
                  </a:lnTo>
                  <a:lnTo>
                    <a:pt x="313" y="23647"/>
                  </a:lnTo>
                  <a:lnTo>
                    <a:pt x="518" y="24629"/>
                  </a:lnTo>
                  <a:lnTo>
                    <a:pt x="768" y="25594"/>
                  </a:lnTo>
                  <a:lnTo>
                    <a:pt x="1054" y="26531"/>
                  </a:lnTo>
                  <a:lnTo>
                    <a:pt x="1393" y="27460"/>
                  </a:lnTo>
                  <a:lnTo>
                    <a:pt x="1777" y="28362"/>
                  </a:lnTo>
                  <a:lnTo>
                    <a:pt x="2197" y="29237"/>
                  </a:lnTo>
                  <a:lnTo>
                    <a:pt x="2661" y="30094"/>
                  </a:lnTo>
                  <a:lnTo>
                    <a:pt x="3170" y="30916"/>
                  </a:lnTo>
                  <a:lnTo>
                    <a:pt x="3706" y="31720"/>
                  </a:lnTo>
                  <a:lnTo>
                    <a:pt x="4287" y="32496"/>
                  </a:lnTo>
                  <a:lnTo>
                    <a:pt x="4903" y="33238"/>
                  </a:lnTo>
                  <a:lnTo>
                    <a:pt x="5555" y="33952"/>
                  </a:lnTo>
                  <a:lnTo>
                    <a:pt x="6233" y="34631"/>
                  </a:lnTo>
                  <a:lnTo>
                    <a:pt x="6948" y="35283"/>
                  </a:lnTo>
                  <a:lnTo>
                    <a:pt x="7689" y="35899"/>
                  </a:lnTo>
                  <a:lnTo>
                    <a:pt x="8466" y="36479"/>
                  </a:lnTo>
                  <a:lnTo>
                    <a:pt x="9261" y="37015"/>
                  </a:lnTo>
                  <a:lnTo>
                    <a:pt x="10091" y="37524"/>
                  </a:lnTo>
                  <a:lnTo>
                    <a:pt x="10948" y="37979"/>
                  </a:lnTo>
                  <a:lnTo>
                    <a:pt x="11824" y="38408"/>
                  </a:lnTo>
                  <a:lnTo>
                    <a:pt x="12726" y="38792"/>
                  </a:lnTo>
                  <a:lnTo>
                    <a:pt x="13654" y="39123"/>
                  </a:lnTo>
                  <a:lnTo>
                    <a:pt x="14592" y="39417"/>
                  </a:lnTo>
                  <a:lnTo>
                    <a:pt x="15556" y="39667"/>
                  </a:lnTo>
                  <a:lnTo>
                    <a:pt x="16539" y="39864"/>
                  </a:lnTo>
                  <a:lnTo>
                    <a:pt x="17539" y="40024"/>
                  </a:lnTo>
                  <a:lnTo>
                    <a:pt x="18548" y="40123"/>
                  </a:lnTo>
                  <a:lnTo>
                    <a:pt x="19575" y="40176"/>
                  </a:lnTo>
                  <a:lnTo>
                    <a:pt x="20611" y="40176"/>
                  </a:lnTo>
                  <a:lnTo>
                    <a:pt x="21638" y="40123"/>
                  </a:lnTo>
                  <a:lnTo>
                    <a:pt x="22656" y="40024"/>
                  </a:lnTo>
                  <a:lnTo>
                    <a:pt x="23647" y="39864"/>
                  </a:lnTo>
                  <a:lnTo>
                    <a:pt x="24629" y="39667"/>
                  </a:lnTo>
                  <a:lnTo>
                    <a:pt x="25594" y="39417"/>
                  </a:lnTo>
                  <a:lnTo>
                    <a:pt x="26540" y="39123"/>
                  </a:lnTo>
                  <a:lnTo>
                    <a:pt x="27460" y="38792"/>
                  </a:lnTo>
                  <a:lnTo>
                    <a:pt x="28362" y="38408"/>
                  </a:lnTo>
                  <a:lnTo>
                    <a:pt x="29246" y="37979"/>
                  </a:lnTo>
                  <a:lnTo>
                    <a:pt x="30094" y="37524"/>
                  </a:lnTo>
                  <a:lnTo>
                    <a:pt x="30925" y="37015"/>
                  </a:lnTo>
                  <a:lnTo>
                    <a:pt x="31728" y="36479"/>
                  </a:lnTo>
                  <a:lnTo>
                    <a:pt x="32496" y="35899"/>
                  </a:lnTo>
                  <a:lnTo>
                    <a:pt x="33247" y="35283"/>
                  </a:lnTo>
                  <a:lnTo>
                    <a:pt x="33961" y="34631"/>
                  </a:lnTo>
                  <a:lnTo>
                    <a:pt x="34640" y="33952"/>
                  </a:lnTo>
                  <a:lnTo>
                    <a:pt x="35292" y="33238"/>
                  </a:lnTo>
                  <a:lnTo>
                    <a:pt x="35899" y="32496"/>
                  </a:lnTo>
                  <a:lnTo>
                    <a:pt x="36479" y="31720"/>
                  </a:lnTo>
                  <a:lnTo>
                    <a:pt x="37024" y="30916"/>
                  </a:lnTo>
                  <a:lnTo>
                    <a:pt x="37524" y="30094"/>
                  </a:lnTo>
                  <a:lnTo>
                    <a:pt x="37988" y="29237"/>
                  </a:lnTo>
                  <a:lnTo>
                    <a:pt x="38417" y="28362"/>
                  </a:lnTo>
                  <a:lnTo>
                    <a:pt x="38792" y="27460"/>
                  </a:lnTo>
                  <a:lnTo>
                    <a:pt x="39131" y="26531"/>
                  </a:lnTo>
                  <a:lnTo>
                    <a:pt x="39426" y="25594"/>
                  </a:lnTo>
                  <a:lnTo>
                    <a:pt x="39676" y="24629"/>
                  </a:lnTo>
                  <a:lnTo>
                    <a:pt x="39873" y="23647"/>
                  </a:lnTo>
                  <a:lnTo>
                    <a:pt x="40024" y="22647"/>
                  </a:lnTo>
                  <a:lnTo>
                    <a:pt x="40132" y="21638"/>
                  </a:lnTo>
                  <a:lnTo>
                    <a:pt x="40185" y="20611"/>
                  </a:lnTo>
                  <a:lnTo>
                    <a:pt x="40185" y="20093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40"/>
            <p:cNvSpPr/>
            <p:nvPr/>
          </p:nvSpPr>
          <p:spPr>
            <a:xfrm>
              <a:off x="5929770" y="2572144"/>
              <a:ext cx="643008" cy="1285664"/>
            </a:xfrm>
            <a:custGeom>
              <a:rect b="b" l="l" r="r" t="t"/>
              <a:pathLst>
                <a:path extrusionOk="0" h="40177" w="20094">
                  <a:moveTo>
                    <a:pt x="1" y="0"/>
                  </a:moveTo>
                  <a:lnTo>
                    <a:pt x="1" y="40176"/>
                  </a:lnTo>
                  <a:lnTo>
                    <a:pt x="519" y="40176"/>
                  </a:lnTo>
                  <a:lnTo>
                    <a:pt x="1546" y="40123"/>
                  </a:lnTo>
                  <a:lnTo>
                    <a:pt x="2564" y="40024"/>
                  </a:lnTo>
                  <a:lnTo>
                    <a:pt x="3555" y="39864"/>
                  </a:lnTo>
                  <a:lnTo>
                    <a:pt x="4537" y="39667"/>
                  </a:lnTo>
                  <a:lnTo>
                    <a:pt x="5502" y="39417"/>
                  </a:lnTo>
                  <a:lnTo>
                    <a:pt x="6448" y="39123"/>
                  </a:lnTo>
                  <a:lnTo>
                    <a:pt x="7368" y="38792"/>
                  </a:lnTo>
                  <a:lnTo>
                    <a:pt x="8270" y="38408"/>
                  </a:lnTo>
                  <a:lnTo>
                    <a:pt x="9154" y="37979"/>
                  </a:lnTo>
                  <a:lnTo>
                    <a:pt x="10002" y="37524"/>
                  </a:lnTo>
                  <a:lnTo>
                    <a:pt x="10833" y="37015"/>
                  </a:lnTo>
                  <a:lnTo>
                    <a:pt x="11636" y="36479"/>
                  </a:lnTo>
                  <a:lnTo>
                    <a:pt x="12404" y="35899"/>
                  </a:lnTo>
                  <a:lnTo>
                    <a:pt x="13155" y="35283"/>
                  </a:lnTo>
                  <a:lnTo>
                    <a:pt x="13869" y="34631"/>
                  </a:lnTo>
                  <a:lnTo>
                    <a:pt x="14548" y="33952"/>
                  </a:lnTo>
                  <a:lnTo>
                    <a:pt x="15200" y="33238"/>
                  </a:lnTo>
                  <a:lnTo>
                    <a:pt x="15807" y="32496"/>
                  </a:lnTo>
                  <a:lnTo>
                    <a:pt x="16387" y="31720"/>
                  </a:lnTo>
                  <a:lnTo>
                    <a:pt x="16932" y="30916"/>
                  </a:lnTo>
                  <a:lnTo>
                    <a:pt x="17432" y="30094"/>
                  </a:lnTo>
                  <a:lnTo>
                    <a:pt x="17896" y="29237"/>
                  </a:lnTo>
                  <a:lnTo>
                    <a:pt x="18325" y="28362"/>
                  </a:lnTo>
                  <a:lnTo>
                    <a:pt x="18700" y="27460"/>
                  </a:lnTo>
                  <a:lnTo>
                    <a:pt x="19039" y="26531"/>
                  </a:lnTo>
                  <a:lnTo>
                    <a:pt x="19334" y="25594"/>
                  </a:lnTo>
                  <a:lnTo>
                    <a:pt x="19584" y="24629"/>
                  </a:lnTo>
                  <a:lnTo>
                    <a:pt x="19781" y="23647"/>
                  </a:lnTo>
                  <a:lnTo>
                    <a:pt x="19932" y="22647"/>
                  </a:lnTo>
                  <a:lnTo>
                    <a:pt x="20040" y="21638"/>
                  </a:lnTo>
                  <a:lnTo>
                    <a:pt x="20093" y="20611"/>
                  </a:lnTo>
                  <a:lnTo>
                    <a:pt x="20093" y="20093"/>
                  </a:lnTo>
                  <a:lnTo>
                    <a:pt x="20093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40"/>
            <p:cNvSpPr/>
            <p:nvPr/>
          </p:nvSpPr>
          <p:spPr>
            <a:xfrm>
              <a:off x="5622026" y="2861616"/>
              <a:ext cx="607840" cy="607840"/>
            </a:xfrm>
            <a:custGeom>
              <a:rect b="b" l="l" r="r" t="t"/>
              <a:pathLst>
                <a:path extrusionOk="0" h="18995" w="18995">
                  <a:moveTo>
                    <a:pt x="9493" y="0"/>
                  </a:moveTo>
                  <a:lnTo>
                    <a:pt x="9011" y="9"/>
                  </a:lnTo>
                  <a:lnTo>
                    <a:pt x="8046" y="108"/>
                  </a:lnTo>
                  <a:lnTo>
                    <a:pt x="7126" y="295"/>
                  </a:lnTo>
                  <a:lnTo>
                    <a:pt x="6233" y="572"/>
                  </a:lnTo>
                  <a:lnTo>
                    <a:pt x="5376" y="938"/>
                  </a:lnTo>
                  <a:lnTo>
                    <a:pt x="4572" y="1376"/>
                  </a:lnTo>
                  <a:lnTo>
                    <a:pt x="3813" y="1885"/>
                  </a:lnTo>
                  <a:lnTo>
                    <a:pt x="3108" y="2465"/>
                  </a:lnTo>
                  <a:lnTo>
                    <a:pt x="2465" y="3108"/>
                  </a:lnTo>
                  <a:lnTo>
                    <a:pt x="1884" y="3814"/>
                  </a:lnTo>
                  <a:lnTo>
                    <a:pt x="1375" y="4573"/>
                  </a:lnTo>
                  <a:lnTo>
                    <a:pt x="938" y="5376"/>
                  </a:lnTo>
                  <a:lnTo>
                    <a:pt x="572" y="6234"/>
                  </a:lnTo>
                  <a:lnTo>
                    <a:pt x="295" y="7127"/>
                  </a:lnTo>
                  <a:lnTo>
                    <a:pt x="107" y="8055"/>
                  </a:lnTo>
                  <a:lnTo>
                    <a:pt x="9" y="9011"/>
                  </a:lnTo>
                  <a:lnTo>
                    <a:pt x="0" y="9502"/>
                  </a:lnTo>
                  <a:lnTo>
                    <a:pt x="9" y="9993"/>
                  </a:lnTo>
                  <a:lnTo>
                    <a:pt x="107" y="10949"/>
                  </a:lnTo>
                  <a:lnTo>
                    <a:pt x="295" y="11877"/>
                  </a:lnTo>
                  <a:lnTo>
                    <a:pt x="572" y="12770"/>
                  </a:lnTo>
                  <a:lnTo>
                    <a:pt x="938" y="13619"/>
                  </a:lnTo>
                  <a:lnTo>
                    <a:pt x="1375" y="14422"/>
                  </a:lnTo>
                  <a:lnTo>
                    <a:pt x="1884" y="15181"/>
                  </a:lnTo>
                  <a:lnTo>
                    <a:pt x="2465" y="15887"/>
                  </a:lnTo>
                  <a:lnTo>
                    <a:pt x="3108" y="16530"/>
                  </a:lnTo>
                  <a:lnTo>
                    <a:pt x="3813" y="17110"/>
                  </a:lnTo>
                  <a:lnTo>
                    <a:pt x="4572" y="17628"/>
                  </a:lnTo>
                  <a:lnTo>
                    <a:pt x="5376" y="18066"/>
                  </a:lnTo>
                  <a:lnTo>
                    <a:pt x="6233" y="18423"/>
                  </a:lnTo>
                  <a:lnTo>
                    <a:pt x="7126" y="18700"/>
                  </a:lnTo>
                  <a:lnTo>
                    <a:pt x="8046" y="18887"/>
                  </a:lnTo>
                  <a:lnTo>
                    <a:pt x="9011" y="18986"/>
                  </a:lnTo>
                  <a:lnTo>
                    <a:pt x="9493" y="18994"/>
                  </a:lnTo>
                  <a:lnTo>
                    <a:pt x="9984" y="18986"/>
                  </a:lnTo>
                  <a:lnTo>
                    <a:pt x="10948" y="18887"/>
                  </a:lnTo>
                  <a:lnTo>
                    <a:pt x="11868" y="18700"/>
                  </a:lnTo>
                  <a:lnTo>
                    <a:pt x="12761" y="18423"/>
                  </a:lnTo>
                  <a:lnTo>
                    <a:pt x="13618" y="18066"/>
                  </a:lnTo>
                  <a:lnTo>
                    <a:pt x="14422" y="17628"/>
                  </a:lnTo>
                  <a:lnTo>
                    <a:pt x="15181" y="17110"/>
                  </a:lnTo>
                  <a:lnTo>
                    <a:pt x="15887" y="16530"/>
                  </a:lnTo>
                  <a:lnTo>
                    <a:pt x="16530" y="15887"/>
                  </a:lnTo>
                  <a:lnTo>
                    <a:pt x="17110" y="15181"/>
                  </a:lnTo>
                  <a:lnTo>
                    <a:pt x="17619" y="14422"/>
                  </a:lnTo>
                  <a:lnTo>
                    <a:pt x="18057" y="13619"/>
                  </a:lnTo>
                  <a:lnTo>
                    <a:pt x="18423" y="12770"/>
                  </a:lnTo>
                  <a:lnTo>
                    <a:pt x="18700" y="11877"/>
                  </a:lnTo>
                  <a:lnTo>
                    <a:pt x="18887" y="10949"/>
                  </a:lnTo>
                  <a:lnTo>
                    <a:pt x="18985" y="9993"/>
                  </a:lnTo>
                  <a:lnTo>
                    <a:pt x="18994" y="9502"/>
                  </a:lnTo>
                  <a:lnTo>
                    <a:pt x="18985" y="9011"/>
                  </a:lnTo>
                  <a:lnTo>
                    <a:pt x="18887" y="8055"/>
                  </a:lnTo>
                  <a:lnTo>
                    <a:pt x="18700" y="7127"/>
                  </a:lnTo>
                  <a:lnTo>
                    <a:pt x="18423" y="6234"/>
                  </a:lnTo>
                  <a:lnTo>
                    <a:pt x="18057" y="5376"/>
                  </a:lnTo>
                  <a:lnTo>
                    <a:pt x="17619" y="4573"/>
                  </a:lnTo>
                  <a:lnTo>
                    <a:pt x="17110" y="3814"/>
                  </a:lnTo>
                  <a:lnTo>
                    <a:pt x="16530" y="3108"/>
                  </a:lnTo>
                  <a:lnTo>
                    <a:pt x="15887" y="2465"/>
                  </a:lnTo>
                  <a:lnTo>
                    <a:pt x="15181" y="1885"/>
                  </a:lnTo>
                  <a:lnTo>
                    <a:pt x="14422" y="1376"/>
                  </a:lnTo>
                  <a:lnTo>
                    <a:pt x="13618" y="938"/>
                  </a:lnTo>
                  <a:lnTo>
                    <a:pt x="12761" y="572"/>
                  </a:lnTo>
                  <a:lnTo>
                    <a:pt x="11868" y="295"/>
                  </a:lnTo>
                  <a:lnTo>
                    <a:pt x="10948" y="108"/>
                  </a:lnTo>
                  <a:lnTo>
                    <a:pt x="9984" y="9"/>
                  </a:lnTo>
                  <a:lnTo>
                    <a:pt x="9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40"/>
            <p:cNvSpPr/>
            <p:nvPr/>
          </p:nvSpPr>
          <p:spPr>
            <a:xfrm>
              <a:off x="5666602" y="4236688"/>
              <a:ext cx="526400" cy="526400"/>
            </a:xfrm>
            <a:custGeom>
              <a:rect b="b" l="l" r="r" t="t"/>
              <a:pathLst>
                <a:path extrusionOk="0" h="16450" w="16450">
                  <a:moveTo>
                    <a:pt x="8225" y="0"/>
                  </a:moveTo>
                  <a:lnTo>
                    <a:pt x="0" y="8225"/>
                  </a:lnTo>
                  <a:lnTo>
                    <a:pt x="8225" y="16449"/>
                  </a:lnTo>
                  <a:lnTo>
                    <a:pt x="16449" y="8225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40"/>
            <p:cNvSpPr/>
            <p:nvPr/>
          </p:nvSpPr>
          <p:spPr>
            <a:xfrm>
              <a:off x="5828042" y="4382992"/>
              <a:ext cx="209792" cy="209504"/>
            </a:xfrm>
            <a:custGeom>
              <a:rect b="b" l="l" r="r" t="t"/>
              <a:pathLst>
                <a:path extrusionOk="0" h="6547" w="6556">
                  <a:moveTo>
                    <a:pt x="3278" y="0"/>
                  </a:moveTo>
                  <a:lnTo>
                    <a:pt x="1" y="3269"/>
                  </a:lnTo>
                  <a:lnTo>
                    <a:pt x="3278" y="6546"/>
                  </a:lnTo>
                  <a:lnTo>
                    <a:pt x="6555" y="3269"/>
                  </a:lnTo>
                  <a:lnTo>
                    <a:pt x="32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40"/>
            <p:cNvSpPr/>
            <p:nvPr/>
          </p:nvSpPr>
          <p:spPr>
            <a:xfrm>
              <a:off x="5914922" y="31642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40"/>
            <p:cNvSpPr/>
            <p:nvPr/>
          </p:nvSpPr>
          <p:spPr>
            <a:xfrm>
              <a:off x="5914922" y="3165392"/>
              <a:ext cx="136896" cy="136896"/>
            </a:xfrm>
            <a:custGeom>
              <a:rect b="b" l="l" r="r" t="t"/>
              <a:pathLst>
                <a:path extrusionOk="0" h="4278" w="4278">
                  <a:moveTo>
                    <a:pt x="0" y="0"/>
                  </a:moveTo>
                  <a:lnTo>
                    <a:pt x="0" y="4277"/>
                  </a:lnTo>
                  <a:lnTo>
                    <a:pt x="215" y="4054"/>
                  </a:lnTo>
                  <a:lnTo>
                    <a:pt x="545" y="3554"/>
                  </a:lnTo>
                  <a:lnTo>
                    <a:pt x="768" y="3009"/>
                  </a:lnTo>
                  <a:lnTo>
                    <a:pt x="876" y="2438"/>
                  </a:lnTo>
                  <a:lnTo>
                    <a:pt x="884" y="2143"/>
                  </a:lnTo>
                  <a:lnTo>
                    <a:pt x="1099" y="2340"/>
                  </a:lnTo>
                  <a:lnTo>
                    <a:pt x="1581" y="2670"/>
                  </a:lnTo>
                  <a:lnTo>
                    <a:pt x="2126" y="2902"/>
                  </a:lnTo>
                  <a:lnTo>
                    <a:pt x="2715" y="3018"/>
                  </a:lnTo>
                  <a:lnTo>
                    <a:pt x="3019" y="3027"/>
                  </a:lnTo>
                  <a:lnTo>
                    <a:pt x="3010" y="2715"/>
                  </a:lnTo>
                  <a:lnTo>
                    <a:pt x="2894" y="2125"/>
                  </a:lnTo>
                  <a:lnTo>
                    <a:pt x="2662" y="1590"/>
                  </a:lnTo>
                  <a:lnTo>
                    <a:pt x="2340" y="1107"/>
                  </a:lnTo>
                  <a:lnTo>
                    <a:pt x="2135" y="893"/>
                  </a:lnTo>
                  <a:lnTo>
                    <a:pt x="2429" y="884"/>
                  </a:lnTo>
                  <a:lnTo>
                    <a:pt x="3001" y="777"/>
                  </a:lnTo>
                  <a:lnTo>
                    <a:pt x="3546" y="554"/>
                  </a:lnTo>
                  <a:lnTo>
                    <a:pt x="4046" y="223"/>
                  </a:lnTo>
                  <a:lnTo>
                    <a:pt x="4278" y="9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40"/>
            <p:cNvSpPr/>
            <p:nvPr/>
          </p:nvSpPr>
          <p:spPr>
            <a:xfrm>
              <a:off x="5778314" y="3028784"/>
              <a:ext cx="136640" cy="136608"/>
            </a:xfrm>
            <a:custGeom>
              <a:rect b="b" l="l" r="r" t="t"/>
              <a:pathLst>
                <a:path extrusionOk="0" h="4269" w="4270">
                  <a:moveTo>
                    <a:pt x="4269" y="1"/>
                  </a:moveTo>
                  <a:lnTo>
                    <a:pt x="4055" y="233"/>
                  </a:lnTo>
                  <a:lnTo>
                    <a:pt x="3725" y="733"/>
                  </a:lnTo>
                  <a:lnTo>
                    <a:pt x="3501" y="1277"/>
                  </a:lnTo>
                  <a:lnTo>
                    <a:pt x="3394" y="1849"/>
                  </a:lnTo>
                  <a:lnTo>
                    <a:pt x="3385" y="2135"/>
                  </a:lnTo>
                  <a:lnTo>
                    <a:pt x="3171" y="1938"/>
                  </a:lnTo>
                  <a:lnTo>
                    <a:pt x="2689" y="1617"/>
                  </a:lnTo>
                  <a:lnTo>
                    <a:pt x="2144" y="1385"/>
                  </a:lnTo>
                  <a:lnTo>
                    <a:pt x="1555" y="1269"/>
                  </a:lnTo>
                  <a:lnTo>
                    <a:pt x="1242" y="1251"/>
                  </a:lnTo>
                  <a:lnTo>
                    <a:pt x="1260" y="1563"/>
                  </a:lnTo>
                  <a:lnTo>
                    <a:pt x="1376" y="2153"/>
                  </a:lnTo>
                  <a:lnTo>
                    <a:pt x="1608" y="2697"/>
                  </a:lnTo>
                  <a:lnTo>
                    <a:pt x="1930" y="3180"/>
                  </a:lnTo>
                  <a:lnTo>
                    <a:pt x="2135" y="3394"/>
                  </a:lnTo>
                  <a:lnTo>
                    <a:pt x="1840" y="3403"/>
                  </a:lnTo>
                  <a:lnTo>
                    <a:pt x="1278" y="3510"/>
                  </a:lnTo>
                  <a:lnTo>
                    <a:pt x="733" y="3724"/>
                  </a:lnTo>
                  <a:lnTo>
                    <a:pt x="233" y="4055"/>
                  </a:lnTo>
                  <a:lnTo>
                    <a:pt x="1" y="4269"/>
                  </a:lnTo>
                  <a:lnTo>
                    <a:pt x="4269" y="4269"/>
                  </a:lnTo>
                  <a:lnTo>
                    <a:pt x="4269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40"/>
            <p:cNvSpPr/>
            <p:nvPr/>
          </p:nvSpPr>
          <p:spPr>
            <a:xfrm>
              <a:off x="5778026" y="3165392"/>
              <a:ext cx="136928" cy="136896"/>
            </a:xfrm>
            <a:custGeom>
              <a:rect b="b" l="l" r="r" t="t"/>
              <a:pathLst>
                <a:path extrusionOk="0" h="4278" w="4279">
                  <a:moveTo>
                    <a:pt x="10" y="0"/>
                  </a:moveTo>
                  <a:lnTo>
                    <a:pt x="1" y="9"/>
                  </a:lnTo>
                  <a:lnTo>
                    <a:pt x="233" y="223"/>
                  </a:lnTo>
                  <a:lnTo>
                    <a:pt x="733" y="554"/>
                  </a:lnTo>
                  <a:lnTo>
                    <a:pt x="1278" y="777"/>
                  </a:lnTo>
                  <a:lnTo>
                    <a:pt x="1849" y="884"/>
                  </a:lnTo>
                  <a:lnTo>
                    <a:pt x="2144" y="893"/>
                  </a:lnTo>
                  <a:lnTo>
                    <a:pt x="1939" y="1107"/>
                  </a:lnTo>
                  <a:lnTo>
                    <a:pt x="1617" y="1590"/>
                  </a:lnTo>
                  <a:lnTo>
                    <a:pt x="1385" y="2125"/>
                  </a:lnTo>
                  <a:lnTo>
                    <a:pt x="1269" y="2715"/>
                  </a:lnTo>
                  <a:lnTo>
                    <a:pt x="1251" y="3027"/>
                  </a:lnTo>
                  <a:lnTo>
                    <a:pt x="1564" y="3018"/>
                  </a:lnTo>
                  <a:lnTo>
                    <a:pt x="2153" y="2902"/>
                  </a:lnTo>
                  <a:lnTo>
                    <a:pt x="2698" y="2670"/>
                  </a:lnTo>
                  <a:lnTo>
                    <a:pt x="3180" y="2340"/>
                  </a:lnTo>
                  <a:lnTo>
                    <a:pt x="3394" y="2143"/>
                  </a:lnTo>
                  <a:lnTo>
                    <a:pt x="3403" y="2438"/>
                  </a:lnTo>
                  <a:lnTo>
                    <a:pt x="3510" y="3009"/>
                  </a:lnTo>
                  <a:lnTo>
                    <a:pt x="3734" y="3554"/>
                  </a:lnTo>
                  <a:lnTo>
                    <a:pt x="4064" y="4054"/>
                  </a:lnTo>
                  <a:lnTo>
                    <a:pt x="4278" y="4277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5" name="Google Shape;4485;p40"/>
            <p:cNvSpPr/>
            <p:nvPr/>
          </p:nvSpPr>
          <p:spPr>
            <a:xfrm>
              <a:off x="5914922" y="3028784"/>
              <a:ext cx="136320" cy="136608"/>
            </a:xfrm>
            <a:custGeom>
              <a:rect b="b" l="l" r="r" t="t"/>
              <a:pathLst>
                <a:path extrusionOk="0" h="4269" w="4260">
                  <a:moveTo>
                    <a:pt x="0" y="1"/>
                  </a:moveTo>
                  <a:lnTo>
                    <a:pt x="0" y="4269"/>
                  </a:lnTo>
                  <a:lnTo>
                    <a:pt x="4260" y="4269"/>
                  </a:lnTo>
                  <a:lnTo>
                    <a:pt x="4037" y="4055"/>
                  </a:lnTo>
                  <a:lnTo>
                    <a:pt x="3537" y="3724"/>
                  </a:lnTo>
                  <a:lnTo>
                    <a:pt x="2992" y="3510"/>
                  </a:lnTo>
                  <a:lnTo>
                    <a:pt x="2429" y="3403"/>
                  </a:lnTo>
                  <a:lnTo>
                    <a:pt x="2135" y="3394"/>
                  </a:lnTo>
                  <a:lnTo>
                    <a:pt x="2340" y="3180"/>
                  </a:lnTo>
                  <a:lnTo>
                    <a:pt x="2662" y="2697"/>
                  </a:lnTo>
                  <a:lnTo>
                    <a:pt x="2894" y="2153"/>
                  </a:lnTo>
                  <a:lnTo>
                    <a:pt x="3010" y="1563"/>
                  </a:lnTo>
                  <a:lnTo>
                    <a:pt x="3019" y="1251"/>
                  </a:lnTo>
                  <a:lnTo>
                    <a:pt x="3019" y="1251"/>
                  </a:lnTo>
                  <a:lnTo>
                    <a:pt x="2715" y="1269"/>
                  </a:lnTo>
                  <a:lnTo>
                    <a:pt x="2126" y="1385"/>
                  </a:lnTo>
                  <a:lnTo>
                    <a:pt x="1581" y="1617"/>
                  </a:lnTo>
                  <a:lnTo>
                    <a:pt x="1099" y="1938"/>
                  </a:lnTo>
                  <a:lnTo>
                    <a:pt x="884" y="2135"/>
                  </a:lnTo>
                  <a:lnTo>
                    <a:pt x="876" y="1849"/>
                  </a:lnTo>
                  <a:lnTo>
                    <a:pt x="768" y="1277"/>
                  </a:lnTo>
                  <a:lnTo>
                    <a:pt x="545" y="733"/>
                  </a:lnTo>
                  <a:lnTo>
                    <a:pt x="215" y="2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A4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40"/>
            <p:cNvSpPr/>
            <p:nvPr/>
          </p:nvSpPr>
          <p:spPr>
            <a:xfrm>
              <a:off x="5914922" y="3165392"/>
              <a:ext cx="32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C9B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7" name="Google Shape;4487;p40"/>
          <p:cNvSpPr/>
          <p:nvPr/>
        </p:nvSpPr>
        <p:spPr>
          <a:xfrm>
            <a:off x="6940012" y="3684810"/>
            <a:ext cx="736947" cy="736928"/>
          </a:xfrm>
          <a:custGeom>
            <a:rect b="b" l="l" r="r" t="t"/>
            <a:pathLst>
              <a:path extrusionOk="0" h="40176" w="40177">
                <a:moveTo>
                  <a:pt x="0" y="0"/>
                </a:moveTo>
                <a:lnTo>
                  <a:pt x="0" y="40176"/>
                </a:lnTo>
                <a:lnTo>
                  <a:pt x="40176" y="40176"/>
                </a:lnTo>
                <a:lnTo>
                  <a:pt x="4017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8" name="Google Shape;4488;p40"/>
          <p:cNvSpPr/>
          <p:nvPr/>
        </p:nvSpPr>
        <p:spPr>
          <a:xfrm>
            <a:off x="6940012" y="2947633"/>
            <a:ext cx="736947" cy="737112"/>
          </a:xfrm>
          <a:custGeom>
            <a:rect b="b" l="l" r="r" t="t"/>
            <a:pathLst>
              <a:path extrusionOk="0" h="40186" w="40177">
                <a:moveTo>
                  <a:pt x="0" y="0"/>
                </a:moveTo>
                <a:lnTo>
                  <a:pt x="0" y="40185"/>
                </a:lnTo>
                <a:lnTo>
                  <a:pt x="40176" y="40185"/>
                </a:lnTo>
                <a:lnTo>
                  <a:pt x="40176" y="0"/>
                </a:lnTo>
                <a:close/>
              </a:path>
            </a:pathLst>
          </a:custGeom>
          <a:solidFill>
            <a:srgbClr val="F59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9" name="Google Shape;4489;p40"/>
          <p:cNvSpPr/>
          <p:nvPr/>
        </p:nvSpPr>
        <p:spPr>
          <a:xfrm>
            <a:off x="6940000" y="3316200"/>
            <a:ext cx="359054" cy="373129"/>
          </a:xfrm>
          <a:custGeom>
            <a:rect b="b" l="l" r="r" t="t"/>
            <a:pathLst>
              <a:path extrusionOk="0" h="20085" w="19575">
                <a:moveTo>
                  <a:pt x="0" y="1"/>
                </a:moveTo>
                <a:lnTo>
                  <a:pt x="0" y="20084"/>
                </a:lnTo>
                <a:lnTo>
                  <a:pt x="19575" y="20084"/>
                </a:lnTo>
                <a:lnTo>
                  <a:pt x="18548" y="20031"/>
                </a:lnTo>
                <a:lnTo>
                  <a:pt x="17530" y="19932"/>
                </a:lnTo>
                <a:lnTo>
                  <a:pt x="16530" y="19772"/>
                </a:lnTo>
                <a:lnTo>
                  <a:pt x="15556" y="19575"/>
                </a:lnTo>
                <a:lnTo>
                  <a:pt x="14592" y="19325"/>
                </a:lnTo>
                <a:lnTo>
                  <a:pt x="13645" y="19031"/>
                </a:lnTo>
                <a:lnTo>
                  <a:pt x="12725" y="18691"/>
                </a:lnTo>
                <a:lnTo>
                  <a:pt x="11823" y="18316"/>
                </a:lnTo>
                <a:lnTo>
                  <a:pt x="10948" y="17887"/>
                </a:lnTo>
                <a:lnTo>
                  <a:pt x="10091" y="17423"/>
                </a:lnTo>
                <a:lnTo>
                  <a:pt x="9261" y="16923"/>
                </a:lnTo>
                <a:lnTo>
                  <a:pt x="8457" y="16378"/>
                </a:lnTo>
                <a:lnTo>
                  <a:pt x="7689" y="15807"/>
                </a:lnTo>
                <a:lnTo>
                  <a:pt x="6948" y="15191"/>
                </a:lnTo>
                <a:lnTo>
                  <a:pt x="6233" y="14539"/>
                </a:lnTo>
                <a:lnTo>
                  <a:pt x="5885" y="14199"/>
                </a:lnTo>
                <a:lnTo>
                  <a:pt x="5546" y="13860"/>
                </a:lnTo>
                <a:lnTo>
                  <a:pt x="4903" y="13146"/>
                </a:lnTo>
                <a:lnTo>
                  <a:pt x="4287" y="12404"/>
                </a:lnTo>
                <a:lnTo>
                  <a:pt x="3706" y="11628"/>
                </a:lnTo>
                <a:lnTo>
                  <a:pt x="3161" y="10824"/>
                </a:lnTo>
                <a:lnTo>
                  <a:pt x="2661" y="10002"/>
                </a:lnTo>
                <a:lnTo>
                  <a:pt x="2197" y="9145"/>
                </a:lnTo>
                <a:lnTo>
                  <a:pt x="1777" y="8270"/>
                </a:lnTo>
                <a:lnTo>
                  <a:pt x="1393" y="7368"/>
                </a:lnTo>
                <a:lnTo>
                  <a:pt x="1054" y="6439"/>
                </a:lnTo>
                <a:lnTo>
                  <a:pt x="759" y="5502"/>
                </a:lnTo>
                <a:lnTo>
                  <a:pt x="518" y="4537"/>
                </a:lnTo>
                <a:lnTo>
                  <a:pt x="313" y="3555"/>
                </a:lnTo>
                <a:lnTo>
                  <a:pt x="161" y="2555"/>
                </a:lnTo>
                <a:lnTo>
                  <a:pt x="54" y="1546"/>
                </a:lnTo>
                <a:lnTo>
                  <a:pt x="9" y="519"/>
                </a:lnTo>
                <a:lnTo>
                  <a:pt x="0" y="1"/>
                </a:lnTo>
                <a:close/>
              </a:path>
            </a:pathLst>
          </a:custGeom>
          <a:solidFill>
            <a:srgbClr val="C61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0" name="Google Shape;4490;p40"/>
          <p:cNvSpPr/>
          <p:nvPr/>
        </p:nvSpPr>
        <p:spPr>
          <a:xfrm>
            <a:off x="6940000" y="3316200"/>
            <a:ext cx="736947" cy="373146"/>
          </a:xfrm>
          <a:custGeom>
            <a:rect b="b" l="l" r="r" t="t"/>
            <a:pathLst>
              <a:path extrusionOk="0" h="20094" w="40177">
                <a:moveTo>
                  <a:pt x="0" y="1"/>
                </a:moveTo>
                <a:lnTo>
                  <a:pt x="0" y="519"/>
                </a:lnTo>
                <a:lnTo>
                  <a:pt x="54" y="1546"/>
                </a:lnTo>
                <a:lnTo>
                  <a:pt x="161" y="2555"/>
                </a:lnTo>
                <a:lnTo>
                  <a:pt x="313" y="3555"/>
                </a:lnTo>
                <a:lnTo>
                  <a:pt x="509" y="4537"/>
                </a:lnTo>
                <a:lnTo>
                  <a:pt x="759" y="5502"/>
                </a:lnTo>
                <a:lnTo>
                  <a:pt x="1054" y="6439"/>
                </a:lnTo>
                <a:lnTo>
                  <a:pt x="1393" y="7368"/>
                </a:lnTo>
                <a:lnTo>
                  <a:pt x="1777" y="8270"/>
                </a:lnTo>
                <a:lnTo>
                  <a:pt x="2197" y="9145"/>
                </a:lnTo>
                <a:lnTo>
                  <a:pt x="2661" y="10002"/>
                </a:lnTo>
                <a:lnTo>
                  <a:pt x="3161" y="10824"/>
                </a:lnTo>
                <a:lnTo>
                  <a:pt x="3706" y="11628"/>
                </a:lnTo>
                <a:lnTo>
                  <a:pt x="4287" y="12404"/>
                </a:lnTo>
                <a:lnTo>
                  <a:pt x="4894" y="13146"/>
                </a:lnTo>
                <a:lnTo>
                  <a:pt x="5546" y="13860"/>
                </a:lnTo>
                <a:lnTo>
                  <a:pt x="6224" y="14539"/>
                </a:lnTo>
                <a:lnTo>
                  <a:pt x="6939" y="15191"/>
                </a:lnTo>
                <a:lnTo>
                  <a:pt x="7689" y="15807"/>
                </a:lnTo>
                <a:lnTo>
                  <a:pt x="8457" y="16387"/>
                </a:lnTo>
                <a:lnTo>
                  <a:pt x="9261" y="16923"/>
                </a:lnTo>
                <a:lnTo>
                  <a:pt x="10091" y="17432"/>
                </a:lnTo>
                <a:lnTo>
                  <a:pt x="10939" y="17896"/>
                </a:lnTo>
                <a:lnTo>
                  <a:pt x="11823" y="18316"/>
                </a:lnTo>
                <a:lnTo>
                  <a:pt x="12725" y="18700"/>
                </a:lnTo>
                <a:lnTo>
                  <a:pt x="13645" y="19039"/>
                </a:lnTo>
                <a:lnTo>
                  <a:pt x="14592" y="19325"/>
                </a:lnTo>
                <a:lnTo>
                  <a:pt x="15556" y="19575"/>
                </a:lnTo>
                <a:lnTo>
                  <a:pt x="16530" y="19781"/>
                </a:lnTo>
                <a:lnTo>
                  <a:pt x="17530" y="19932"/>
                </a:lnTo>
                <a:lnTo>
                  <a:pt x="18548" y="20031"/>
                </a:lnTo>
                <a:lnTo>
                  <a:pt x="19575" y="20084"/>
                </a:lnTo>
                <a:lnTo>
                  <a:pt x="20093" y="20093"/>
                </a:lnTo>
                <a:lnTo>
                  <a:pt x="40176" y="20093"/>
                </a:lnTo>
                <a:lnTo>
                  <a:pt x="40176" y="19566"/>
                </a:lnTo>
                <a:lnTo>
                  <a:pt x="40123" y="18539"/>
                </a:lnTo>
                <a:lnTo>
                  <a:pt x="40024" y="17530"/>
                </a:lnTo>
                <a:lnTo>
                  <a:pt x="39872" y="16530"/>
                </a:lnTo>
                <a:lnTo>
                  <a:pt x="39667" y="15548"/>
                </a:lnTo>
                <a:lnTo>
                  <a:pt x="39417" y="14592"/>
                </a:lnTo>
                <a:lnTo>
                  <a:pt x="39131" y="13646"/>
                </a:lnTo>
                <a:lnTo>
                  <a:pt x="38792" y="12717"/>
                </a:lnTo>
                <a:lnTo>
                  <a:pt x="38408" y="11824"/>
                </a:lnTo>
                <a:lnTo>
                  <a:pt x="37988" y="10940"/>
                </a:lnTo>
                <a:lnTo>
                  <a:pt x="37524" y="10092"/>
                </a:lnTo>
                <a:lnTo>
                  <a:pt x="37015" y="9261"/>
                </a:lnTo>
                <a:lnTo>
                  <a:pt x="36479" y="8457"/>
                </a:lnTo>
                <a:lnTo>
                  <a:pt x="35899" y="7681"/>
                </a:lnTo>
                <a:lnTo>
                  <a:pt x="35282" y="6939"/>
                </a:lnTo>
                <a:lnTo>
                  <a:pt x="34631" y="6225"/>
                </a:lnTo>
                <a:lnTo>
                  <a:pt x="33952" y="5546"/>
                </a:lnTo>
                <a:lnTo>
                  <a:pt x="33238" y="4894"/>
                </a:lnTo>
                <a:lnTo>
                  <a:pt x="32496" y="4278"/>
                </a:lnTo>
                <a:lnTo>
                  <a:pt x="31719" y="3707"/>
                </a:lnTo>
                <a:lnTo>
                  <a:pt x="30916" y="3162"/>
                </a:lnTo>
                <a:lnTo>
                  <a:pt x="30094" y="2662"/>
                </a:lnTo>
                <a:lnTo>
                  <a:pt x="29237" y="2198"/>
                </a:lnTo>
                <a:lnTo>
                  <a:pt x="28362" y="1769"/>
                </a:lnTo>
                <a:lnTo>
                  <a:pt x="27460" y="1394"/>
                </a:lnTo>
                <a:lnTo>
                  <a:pt x="26531" y="1055"/>
                </a:lnTo>
                <a:lnTo>
                  <a:pt x="25593" y="760"/>
                </a:lnTo>
                <a:lnTo>
                  <a:pt x="24629" y="510"/>
                </a:lnTo>
                <a:lnTo>
                  <a:pt x="23647" y="313"/>
                </a:lnTo>
                <a:lnTo>
                  <a:pt x="22647" y="162"/>
                </a:lnTo>
                <a:lnTo>
                  <a:pt x="21637" y="54"/>
                </a:lnTo>
                <a:lnTo>
                  <a:pt x="20611" y="1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1" name="Google Shape;4491;p40"/>
          <p:cNvSpPr/>
          <p:nvPr/>
        </p:nvSpPr>
        <p:spPr>
          <a:xfrm>
            <a:off x="7308595" y="3684810"/>
            <a:ext cx="368409" cy="736928"/>
          </a:xfrm>
          <a:custGeom>
            <a:rect b="b" l="l" r="r" t="t"/>
            <a:pathLst>
              <a:path extrusionOk="0" h="40176" w="20085">
                <a:moveTo>
                  <a:pt x="1" y="0"/>
                </a:moveTo>
                <a:lnTo>
                  <a:pt x="1" y="20084"/>
                </a:lnTo>
                <a:lnTo>
                  <a:pt x="1" y="40176"/>
                </a:lnTo>
                <a:lnTo>
                  <a:pt x="20084" y="40176"/>
                </a:lnTo>
                <a:lnTo>
                  <a:pt x="20084" y="0"/>
                </a:lnTo>
                <a:close/>
              </a:path>
            </a:pathLst>
          </a:custGeom>
          <a:solidFill>
            <a:srgbClr val="D1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2" name="Google Shape;4492;p40"/>
          <p:cNvSpPr/>
          <p:nvPr/>
        </p:nvSpPr>
        <p:spPr>
          <a:xfrm>
            <a:off x="7094970" y="3113247"/>
            <a:ext cx="18" cy="1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3" name="Google Shape;4493;p40"/>
          <p:cNvSpPr/>
          <p:nvPr/>
        </p:nvSpPr>
        <p:spPr>
          <a:xfrm>
            <a:off x="7094970" y="3113578"/>
            <a:ext cx="18" cy="1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9C9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4" name="Google Shape;4494;p40"/>
          <p:cNvSpPr/>
          <p:nvPr/>
        </p:nvSpPr>
        <p:spPr>
          <a:xfrm>
            <a:off x="7078423" y="3113247"/>
            <a:ext cx="36061" cy="36061"/>
          </a:xfrm>
          <a:custGeom>
            <a:rect b="b" l="l" r="r" t="t"/>
            <a:pathLst>
              <a:path extrusionOk="0" h="1966" w="1966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58" y="1376"/>
                </a:lnTo>
                <a:lnTo>
                  <a:pt x="403" y="1117"/>
                </a:lnTo>
                <a:lnTo>
                  <a:pt x="412" y="983"/>
                </a:lnTo>
                <a:lnTo>
                  <a:pt x="510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51" y="1385"/>
                </a:lnTo>
                <a:lnTo>
                  <a:pt x="1385" y="1385"/>
                </a:lnTo>
                <a:lnTo>
                  <a:pt x="1385" y="1242"/>
                </a:lnTo>
                <a:lnTo>
                  <a:pt x="1332" y="974"/>
                </a:lnTo>
                <a:lnTo>
                  <a:pt x="1224" y="724"/>
                </a:lnTo>
                <a:lnTo>
                  <a:pt x="1073" y="501"/>
                </a:lnTo>
                <a:lnTo>
                  <a:pt x="983" y="411"/>
                </a:lnTo>
                <a:lnTo>
                  <a:pt x="1117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6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p40"/>
          <p:cNvSpPr/>
          <p:nvPr/>
        </p:nvSpPr>
        <p:spPr>
          <a:xfrm>
            <a:off x="7042559" y="3077219"/>
            <a:ext cx="35878" cy="36043"/>
          </a:xfrm>
          <a:custGeom>
            <a:rect b="b" l="l" r="r" t="t"/>
            <a:pathLst>
              <a:path extrusionOk="0" h="1965" w="1956">
                <a:moveTo>
                  <a:pt x="1956" y="0"/>
                </a:moveTo>
                <a:lnTo>
                  <a:pt x="1858" y="107"/>
                </a:lnTo>
                <a:lnTo>
                  <a:pt x="1706" y="339"/>
                </a:lnTo>
                <a:lnTo>
                  <a:pt x="1608" y="589"/>
                </a:lnTo>
                <a:lnTo>
                  <a:pt x="1554" y="848"/>
                </a:lnTo>
                <a:lnTo>
                  <a:pt x="1554" y="982"/>
                </a:lnTo>
                <a:lnTo>
                  <a:pt x="1456" y="893"/>
                </a:lnTo>
                <a:lnTo>
                  <a:pt x="1233" y="741"/>
                </a:lnTo>
                <a:lnTo>
                  <a:pt x="983" y="643"/>
                </a:lnTo>
                <a:lnTo>
                  <a:pt x="715" y="580"/>
                </a:lnTo>
                <a:lnTo>
                  <a:pt x="572" y="580"/>
                </a:lnTo>
                <a:lnTo>
                  <a:pt x="581" y="723"/>
                </a:lnTo>
                <a:lnTo>
                  <a:pt x="634" y="991"/>
                </a:lnTo>
                <a:lnTo>
                  <a:pt x="742" y="1241"/>
                </a:lnTo>
                <a:lnTo>
                  <a:pt x="884" y="1465"/>
                </a:lnTo>
                <a:lnTo>
                  <a:pt x="974" y="1563"/>
                </a:lnTo>
                <a:lnTo>
                  <a:pt x="849" y="1563"/>
                </a:lnTo>
                <a:lnTo>
                  <a:pt x="581" y="1616"/>
                </a:lnTo>
                <a:lnTo>
                  <a:pt x="340" y="1715"/>
                </a:lnTo>
                <a:lnTo>
                  <a:pt x="107" y="1866"/>
                </a:lnTo>
                <a:lnTo>
                  <a:pt x="0" y="1965"/>
                </a:lnTo>
                <a:lnTo>
                  <a:pt x="1956" y="1965"/>
                </a:lnTo>
                <a:lnTo>
                  <a:pt x="195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6" name="Google Shape;4496;p40"/>
          <p:cNvSpPr/>
          <p:nvPr/>
        </p:nvSpPr>
        <p:spPr>
          <a:xfrm>
            <a:off x="7042559" y="3113247"/>
            <a:ext cx="35878" cy="36061"/>
          </a:xfrm>
          <a:custGeom>
            <a:rect b="b" l="l" r="r" t="t"/>
            <a:pathLst>
              <a:path extrusionOk="0" h="1966" w="1956">
                <a:moveTo>
                  <a:pt x="0" y="1"/>
                </a:moveTo>
                <a:lnTo>
                  <a:pt x="99" y="99"/>
                </a:lnTo>
                <a:lnTo>
                  <a:pt x="331" y="251"/>
                </a:lnTo>
                <a:lnTo>
                  <a:pt x="581" y="349"/>
                </a:lnTo>
                <a:lnTo>
                  <a:pt x="849" y="402"/>
                </a:lnTo>
                <a:lnTo>
                  <a:pt x="974" y="411"/>
                </a:lnTo>
                <a:lnTo>
                  <a:pt x="884" y="501"/>
                </a:lnTo>
                <a:lnTo>
                  <a:pt x="742" y="724"/>
                </a:lnTo>
                <a:lnTo>
                  <a:pt x="634" y="974"/>
                </a:lnTo>
                <a:lnTo>
                  <a:pt x="581" y="1242"/>
                </a:lnTo>
                <a:lnTo>
                  <a:pt x="572" y="1385"/>
                </a:lnTo>
                <a:lnTo>
                  <a:pt x="715" y="1385"/>
                </a:lnTo>
                <a:lnTo>
                  <a:pt x="983" y="1331"/>
                </a:lnTo>
                <a:lnTo>
                  <a:pt x="1233" y="1224"/>
                </a:lnTo>
                <a:lnTo>
                  <a:pt x="1456" y="1072"/>
                </a:lnTo>
                <a:lnTo>
                  <a:pt x="1554" y="983"/>
                </a:lnTo>
                <a:lnTo>
                  <a:pt x="1554" y="1117"/>
                </a:lnTo>
                <a:lnTo>
                  <a:pt x="1608" y="1376"/>
                </a:lnTo>
                <a:lnTo>
                  <a:pt x="1706" y="1626"/>
                </a:lnTo>
                <a:lnTo>
                  <a:pt x="1858" y="1858"/>
                </a:lnTo>
                <a:lnTo>
                  <a:pt x="1956" y="1965"/>
                </a:lnTo>
                <a:lnTo>
                  <a:pt x="1956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7" name="Google Shape;4497;p40"/>
          <p:cNvSpPr/>
          <p:nvPr/>
        </p:nvSpPr>
        <p:spPr>
          <a:xfrm>
            <a:off x="7078423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58" y="1866"/>
                </a:lnTo>
                <a:lnTo>
                  <a:pt x="1626" y="1715"/>
                </a:lnTo>
                <a:lnTo>
                  <a:pt x="1376" y="1616"/>
                </a:lnTo>
                <a:lnTo>
                  <a:pt x="1117" y="1563"/>
                </a:lnTo>
                <a:lnTo>
                  <a:pt x="983" y="1563"/>
                </a:lnTo>
                <a:lnTo>
                  <a:pt x="1073" y="1465"/>
                </a:lnTo>
                <a:lnTo>
                  <a:pt x="1224" y="1241"/>
                </a:lnTo>
                <a:lnTo>
                  <a:pt x="1332" y="991"/>
                </a:lnTo>
                <a:lnTo>
                  <a:pt x="1385" y="723"/>
                </a:lnTo>
                <a:lnTo>
                  <a:pt x="1385" y="580"/>
                </a:lnTo>
                <a:lnTo>
                  <a:pt x="1251" y="580"/>
                </a:lnTo>
                <a:lnTo>
                  <a:pt x="974" y="643"/>
                </a:lnTo>
                <a:lnTo>
                  <a:pt x="724" y="741"/>
                </a:lnTo>
                <a:lnTo>
                  <a:pt x="510" y="893"/>
                </a:lnTo>
                <a:lnTo>
                  <a:pt x="412" y="982"/>
                </a:lnTo>
                <a:lnTo>
                  <a:pt x="403" y="848"/>
                </a:lnTo>
                <a:lnTo>
                  <a:pt x="358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8" name="Google Shape;4498;p40"/>
          <p:cNvSpPr/>
          <p:nvPr/>
        </p:nvSpPr>
        <p:spPr>
          <a:xfrm>
            <a:off x="7006347" y="3041007"/>
            <a:ext cx="72086" cy="72251"/>
          </a:xfrm>
          <a:custGeom>
            <a:rect b="b" l="l" r="r" t="t"/>
            <a:pathLst>
              <a:path extrusionOk="0" h="3939" w="3930">
                <a:moveTo>
                  <a:pt x="3930" y="1"/>
                </a:moveTo>
                <a:lnTo>
                  <a:pt x="2778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0" y="974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9" name="Google Shape;4499;p40"/>
          <p:cNvSpPr/>
          <p:nvPr/>
        </p:nvSpPr>
        <p:spPr>
          <a:xfrm>
            <a:off x="7078423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66" y="1"/>
                </a:moveTo>
                <a:lnTo>
                  <a:pt x="2100" y="867"/>
                </a:lnTo>
                <a:lnTo>
                  <a:pt x="2100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53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0" name="Google Shape;4500;p40"/>
          <p:cNvSpPr/>
          <p:nvPr/>
        </p:nvSpPr>
        <p:spPr>
          <a:xfrm>
            <a:off x="7006347" y="3113247"/>
            <a:ext cx="72086" cy="72086"/>
          </a:xfrm>
          <a:custGeom>
            <a:rect b="b" l="l" r="r" t="t"/>
            <a:pathLst>
              <a:path extrusionOk="0" h="3930" w="3930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78" y="2778"/>
                </a:lnTo>
                <a:lnTo>
                  <a:pt x="3930" y="3930"/>
                </a:lnTo>
                <a:lnTo>
                  <a:pt x="3930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1" name="Google Shape;4501;p40"/>
          <p:cNvSpPr/>
          <p:nvPr/>
        </p:nvSpPr>
        <p:spPr>
          <a:xfrm>
            <a:off x="7078423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100" y="1840"/>
                </a:lnTo>
                <a:lnTo>
                  <a:pt x="2100" y="3072"/>
                </a:lnTo>
                <a:lnTo>
                  <a:pt x="2966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53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2" name="Google Shape;4502;p40"/>
          <p:cNvSpPr/>
          <p:nvPr/>
        </p:nvSpPr>
        <p:spPr>
          <a:xfrm>
            <a:off x="7289094" y="3113247"/>
            <a:ext cx="35896" cy="36061"/>
          </a:xfrm>
          <a:custGeom>
            <a:rect b="b" l="l" r="r" t="t"/>
            <a:pathLst>
              <a:path extrusionOk="0" h="1966" w="1957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49" y="1376"/>
                </a:lnTo>
                <a:lnTo>
                  <a:pt x="403" y="1117"/>
                </a:lnTo>
                <a:lnTo>
                  <a:pt x="403" y="983"/>
                </a:lnTo>
                <a:lnTo>
                  <a:pt x="501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42" y="1385"/>
                </a:lnTo>
                <a:lnTo>
                  <a:pt x="1385" y="1385"/>
                </a:lnTo>
                <a:lnTo>
                  <a:pt x="1376" y="1242"/>
                </a:lnTo>
                <a:lnTo>
                  <a:pt x="1323" y="974"/>
                </a:lnTo>
                <a:lnTo>
                  <a:pt x="1215" y="724"/>
                </a:lnTo>
                <a:lnTo>
                  <a:pt x="1073" y="501"/>
                </a:lnTo>
                <a:lnTo>
                  <a:pt x="974" y="411"/>
                </a:lnTo>
                <a:lnTo>
                  <a:pt x="1108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57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3" name="Google Shape;4503;p40"/>
          <p:cNvSpPr/>
          <p:nvPr/>
        </p:nvSpPr>
        <p:spPr>
          <a:xfrm>
            <a:off x="7253065" y="3077219"/>
            <a:ext cx="36043" cy="36043"/>
          </a:xfrm>
          <a:custGeom>
            <a:rect b="b" l="l" r="r" t="t"/>
            <a:pathLst>
              <a:path extrusionOk="0" h="1965" w="1965">
                <a:moveTo>
                  <a:pt x="1965" y="0"/>
                </a:moveTo>
                <a:lnTo>
                  <a:pt x="1867" y="107"/>
                </a:lnTo>
                <a:lnTo>
                  <a:pt x="1715" y="339"/>
                </a:lnTo>
                <a:lnTo>
                  <a:pt x="1608" y="589"/>
                </a:lnTo>
                <a:lnTo>
                  <a:pt x="1563" y="848"/>
                </a:lnTo>
                <a:lnTo>
                  <a:pt x="1554" y="982"/>
                </a:lnTo>
                <a:lnTo>
                  <a:pt x="1456" y="893"/>
                </a:lnTo>
                <a:lnTo>
                  <a:pt x="1242" y="741"/>
                </a:lnTo>
                <a:lnTo>
                  <a:pt x="992" y="643"/>
                </a:lnTo>
                <a:lnTo>
                  <a:pt x="715" y="580"/>
                </a:lnTo>
                <a:lnTo>
                  <a:pt x="572" y="580"/>
                </a:lnTo>
                <a:lnTo>
                  <a:pt x="581" y="723"/>
                </a:lnTo>
                <a:lnTo>
                  <a:pt x="634" y="991"/>
                </a:lnTo>
                <a:lnTo>
                  <a:pt x="742" y="1241"/>
                </a:lnTo>
                <a:lnTo>
                  <a:pt x="893" y="1465"/>
                </a:lnTo>
                <a:lnTo>
                  <a:pt x="983" y="1563"/>
                </a:lnTo>
                <a:lnTo>
                  <a:pt x="849" y="1563"/>
                </a:lnTo>
                <a:lnTo>
                  <a:pt x="590" y="1616"/>
                </a:lnTo>
                <a:lnTo>
                  <a:pt x="340" y="1715"/>
                </a:lnTo>
                <a:lnTo>
                  <a:pt x="107" y="1866"/>
                </a:lnTo>
                <a:lnTo>
                  <a:pt x="0" y="1965"/>
                </a:lnTo>
                <a:lnTo>
                  <a:pt x="1965" y="1965"/>
                </a:lnTo>
                <a:lnTo>
                  <a:pt x="1965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4" name="Google Shape;4504;p40"/>
          <p:cNvSpPr/>
          <p:nvPr/>
        </p:nvSpPr>
        <p:spPr>
          <a:xfrm>
            <a:off x="7253065" y="3113247"/>
            <a:ext cx="36043" cy="36061"/>
          </a:xfrm>
          <a:custGeom>
            <a:rect b="b" l="l" r="r" t="t"/>
            <a:pathLst>
              <a:path extrusionOk="0" h="1966" w="1965">
                <a:moveTo>
                  <a:pt x="0" y="1"/>
                </a:moveTo>
                <a:lnTo>
                  <a:pt x="107" y="99"/>
                </a:lnTo>
                <a:lnTo>
                  <a:pt x="340" y="251"/>
                </a:lnTo>
                <a:lnTo>
                  <a:pt x="590" y="349"/>
                </a:lnTo>
                <a:lnTo>
                  <a:pt x="849" y="402"/>
                </a:lnTo>
                <a:lnTo>
                  <a:pt x="983" y="411"/>
                </a:lnTo>
                <a:lnTo>
                  <a:pt x="893" y="501"/>
                </a:lnTo>
                <a:lnTo>
                  <a:pt x="742" y="724"/>
                </a:lnTo>
                <a:lnTo>
                  <a:pt x="634" y="974"/>
                </a:lnTo>
                <a:lnTo>
                  <a:pt x="581" y="1242"/>
                </a:lnTo>
                <a:lnTo>
                  <a:pt x="572" y="1385"/>
                </a:lnTo>
                <a:lnTo>
                  <a:pt x="715" y="1385"/>
                </a:lnTo>
                <a:lnTo>
                  <a:pt x="992" y="1331"/>
                </a:lnTo>
                <a:lnTo>
                  <a:pt x="1242" y="1224"/>
                </a:lnTo>
                <a:lnTo>
                  <a:pt x="1456" y="1072"/>
                </a:lnTo>
                <a:lnTo>
                  <a:pt x="1554" y="983"/>
                </a:lnTo>
                <a:lnTo>
                  <a:pt x="1563" y="1117"/>
                </a:lnTo>
                <a:lnTo>
                  <a:pt x="1608" y="1376"/>
                </a:lnTo>
                <a:lnTo>
                  <a:pt x="1715" y="1626"/>
                </a:lnTo>
                <a:lnTo>
                  <a:pt x="1867" y="1858"/>
                </a:lnTo>
                <a:lnTo>
                  <a:pt x="1965" y="1965"/>
                </a:lnTo>
                <a:lnTo>
                  <a:pt x="196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5" name="Google Shape;4505;p40"/>
          <p:cNvSpPr/>
          <p:nvPr/>
        </p:nvSpPr>
        <p:spPr>
          <a:xfrm>
            <a:off x="7289094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49" y="1866"/>
                </a:lnTo>
                <a:lnTo>
                  <a:pt x="1617" y="1715"/>
                </a:lnTo>
                <a:lnTo>
                  <a:pt x="1367" y="1616"/>
                </a:lnTo>
                <a:lnTo>
                  <a:pt x="1108" y="1563"/>
                </a:lnTo>
                <a:lnTo>
                  <a:pt x="974" y="1563"/>
                </a:lnTo>
                <a:lnTo>
                  <a:pt x="1073" y="1465"/>
                </a:lnTo>
                <a:lnTo>
                  <a:pt x="1215" y="1241"/>
                </a:lnTo>
                <a:lnTo>
                  <a:pt x="1323" y="991"/>
                </a:lnTo>
                <a:lnTo>
                  <a:pt x="1376" y="723"/>
                </a:lnTo>
                <a:lnTo>
                  <a:pt x="1385" y="580"/>
                </a:lnTo>
                <a:lnTo>
                  <a:pt x="1242" y="580"/>
                </a:lnTo>
                <a:lnTo>
                  <a:pt x="974" y="643"/>
                </a:lnTo>
                <a:lnTo>
                  <a:pt x="724" y="741"/>
                </a:lnTo>
                <a:lnTo>
                  <a:pt x="501" y="893"/>
                </a:lnTo>
                <a:lnTo>
                  <a:pt x="403" y="982"/>
                </a:lnTo>
                <a:lnTo>
                  <a:pt x="403" y="848"/>
                </a:lnTo>
                <a:lnTo>
                  <a:pt x="349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6" name="Google Shape;4506;p40"/>
          <p:cNvSpPr/>
          <p:nvPr/>
        </p:nvSpPr>
        <p:spPr>
          <a:xfrm>
            <a:off x="7216853" y="3041007"/>
            <a:ext cx="72251" cy="72251"/>
          </a:xfrm>
          <a:custGeom>
            <a:rect b="b" l="l" r="r" t="t"/>
            <a:pathLst>
              <a:path extrusionOk="0" h="3939" w="3939">
                <a:moveTo>
                  <a:pt x="3939" y="1"/>
                </a:moveTo>
                <a:lnTo>
                  <a:pt x="2787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9" y="974"/>
                </a:lnTo>
                <a:lnTo>
                  <a:pt x="393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7" name="Google Shape;4507;p40"/>
          <p:cNvSpPr/>
          <p:nvPr/>
        </p:nvSpPr>
        <p:spPr>
          <a:xfrm>
            <a:off x="7289094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57" y="1"/>
                </a:moveTo>
                <a:lnTo>
                  <a:pt x="2091" y="867"/>
                </a:lnTo>
                <a:lnTo>
                  <a:pt x="2091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44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8" name="Google Shape;4508;p40"/>
          <p:cNvSpPr/>
          <p:nvPr/>
        </p:nvSpPr>
        <p:spPr>
          <a:xfrm>
            <a:off x="7216853" y="3113247"/>
            <a:ext cx="72251" cy="72086"/>
          </a:xfrm>
          <a:custGeom>
            <a:rect b="b" l="l" r="r" t="t"/>
            <a:pathLst>
              <a:path extrusionOk="0" h="3930" w="3939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87" y="2778"/>
                </a:lnTo>
                <a:lnTo>
                  <a:pt x="3939" y="3930"/>
                </a:lnTo>
                <a:lnTo>
                  <a:pt x="3939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p40"/>
          <p:cNvSpPr/>
          <p:nvPr/>
        </p:nvSpPr>
        <p:spPr>
          <a:xfrm>
            <a:off x="7289094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091" y="1840"/>
                </a:lnTo>
                <a:lnTo>
                  <a:pt x="2091" y="3072"/>
                </a:lnTo>
                <a:lnTo>
                  <a:pt x="2957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44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0" name="Google Shape;4510;p40"/>
          <p:cNvSpPr/>
          <p:nvPr/>
        </p:nvSpPr>
        <p:spPr>
          <a:xfrm>
            <a:off x="7499601" y="3113247"/>
            <a:ext cx="36061" cy="36061"/>
          </a:xfrm>
          <a:custGeom>
            <a:rect b="b" l="l" r="r" t="t"/>
            <a:pathLst>
              <a:path extrusionOk="0" h="1966" w="1966">
                <a:moveTo>
                  <a:pt x="1" y="1"/>
                </a:moveTo>
                <a:lnTo>
                  <a:pt x="1" y="1965"/>
                </a:lnTo>
                <a:lnTo>
                  <a:pt x="99" y="1858"/>
                </a:lnTo>
                <a:lnTo>
                  <a:pt x="251" y="1626"/>
                </a:lnTo>
                <a:lnTo>
                  <a:pt x="349" y="1376"/>
                </a:lnTo>
                <a:lnTo>
                  <a:pt x="403" y="1117"/>
                </a:lnTo>
                <a:lnTo>
                  <a:pt x="403" y="983"/>
                </a:lnTo>
                <a:lnTo>
                  <a:pt x="501" y="1072"/>
                </a:lnTo>
                <a:lnTo>
                  <a:pt x="724" y="1224"/>
                </a:lnTo>
                <a:lnTo>
                  <a:pt x="974" y="1331"/>
                </a:lnTo>
                <a:lnTo>
                  <a:pt x="1242" y="1385"/>
                </a:lnTo>
                <a:lnTo>
                  <a:pt x="1385" y="1385"/>
                </a:lnTo>
                <a:lnTo>
                  <a:pt x="1385" y="1242"/>
                </a:lnTo>
                <a:lnTo>
                  <a:pt x="1331" y="974"/>
                </a:lnTo>
                <a:lnTo>
                  <a:pt x="1224" y="724"/>
                </a:lnTo>
                <a:lnTo>
                  <a:pt x="1073" y="501"/>
                </a:lnTo>
                <a:lnTo>
                  <a:pt x="983" y="411"/>
                </a:lnTo>
                <a:lnTo>
                  <a:pt x="1117" y="402"/>
                </a:lnTo>
                <a:lnTo>
                  <a:pt x="1376" y="349"/>
                </a:lnTo>
                <a:lnTo>
                  <a:pt x="1626" y="251"/>
                </a:lnTo>
                <a:lnTo>
                  <a:pt x="1858" y="99"/>
                </a:lnTo>
                <a:lnTo>
                  <a:pt x="1966" y="1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1" name="Google Shape;4511;p40"/>
          <p:cNvSpPr/>
          <p:nvPr/>
        </p:nvSpPr>
        <p:spPr>
          <a:xfrm>
            <a:off x="7463737" y="3077219"/>
            <a:ext cx="35878" cy="36043"/>
          </a:xfrm>
          <a:custGeom>
            <a:rect b="b" l="l" r="r" t="t"/>
            <a:pathLst>
              <a:path extrusionOk="0" h="1965" w="1956">
                <a:moveTo>
                  <a:pt x="1956" y="0"/>
                </a:moveTo>
                <a:lnTo>
                  <a:pt x="1858" y="107"/>
                </a:lnTo>
                <a:lnTo>
                  <a:pt x="1706" y="339"/>
                </a:lnTo>
                <a:lnTo>
                  <a:pt x="1608" y="589"/>
                </a:lnTo>
                <a:lnTo>
                  <a:pt x="1554" y="848"/>
                </a:lnTo>
                <a:lnTo>
                  <a:pt x="1545" y="982"/>
                </a:lnTo>
                <a:lnTo>
                  <a:pt x="1456" y="893"/>
                </a:lnTo>
                <a:lnTo>
                  <a:pt x="1233" y="741"/>
                </a:lnTo>
                <a:lnTo>
                  <a:pt x="983" y="643"/>
                </a:lnTo>
                <a:lnTo>
                  <a:pt x="715" y="580"/>
                </a:lnTo>
                <a:lnTo>
                  <a:pt x="572" y="580"/>
                </a:lnTo>
                <a:lnTo>
                  <a:pt x="572" y="723"/>
                </a:lnTo>
                <a:lnTo>
                  <a:pt x="634" y="991"/>
                </a:lnTo>
                <a:lnTo>
                  <a:pt x="733" y="1241"/>
                </a:lnTo>
                <a:lnTo>
                  <a:pt x="884" y="1465"/>
                </a:lnTo>
                <a:lnTo>
                  <a:pt x="974" y="1563"/>
                </a:lnTo>
                <a:lnTo>
                  <a:pt x="840" y="1563"/>
                </a:lnTo>
                <a:lnTo>
                  <a:pt x="581" y="1616"/>
                </a:lnTo>
                <a:lnTo>
                  <a:pt x="331" y="1715"/>
                </a:lnTo>
                <a:lnTo>
                  <a:pt x="107" y="1866"/>
                </a:lnTo>
                <a:lnTo>
                  <a:pt x="0" y="1965"/>
                </a:lnTo>
                <a:lnTo>
                  <a:pt x="1956" y="1965"/>
                </a:lnTo>
                <a:lnTo>
                  <a:pt x="1956" y="0"/>
                </a:lnTo>
                <a:close/>
              </a:path>
            </a:pathLst>
          </a:custGeom>
          <a:solidFill>
            <a:srgbClr val="A31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2" name="Google Shape;4512;p40"/>
          <p:cNvSpPr/>
          <p:nvPr/>
        </p:nvSpPr>
        <p:spPr>
          <a:xfrm>
            <a:off x="7463571" y="3113247"/>
            <a:ext cx="36043" cy="36061"/>
          </a:xfrm>
          <a:custGeom>
            <a:rect b="b" l="l" r="r" t="t"/>
            <a:pathLst>
              <a:path extrusionOk="0" h="1966" w="1965">
                <a:moveTo>
                  <a:pt x="0" y="1"/>
                </a:moveTo>
                <a:lnTo>
                  <a:pt x="108" y="99"/>
                </a:lnTo>
                <a:lnTo>
                  <a:pt x="340" y="251"/>
                </a:lnTo>
                <a:lnTo>
                  <a:pt x="590" y="349"/>
                </a:lnTo>
                <a:lnTo>
                  <a:pt x="849" y="402"/>
                </a:lnTo>
                <a:lnTo>
                  <a:pt x="983" y="411"/>
                </a:lnTo>
                <a:lnTo>
                  <a:pt x="893" y="501"/>
                </a:lnTo>
                <a:lnTo>
                  <a:pt x="742" y="724"/>
                </a:lnTo>
                <a:lnTo>
                  <a:pt x="643" y="974"/>
                </a:lnTo>
                <a:lnTo>
                  <a:pt x="581" y="1242"/>
                </a:lnTo>
                <a:lnTo>
                  <a:pt x="581" y="1385"/>
                </a:lnTo>
                <a:lnTo>
                  <a:pt x="724" y="1385"/>
                </a:lnTo>
                <a:lnTo>
                  <a:pt x="992" y="1331"/>
                </a:lnTo>
                <a:lnTo>
                  <a:pt x="1242" y="1224"/>
                </a:lnTo>
                <a:lnTo>
                  <a:pt x="1465" y="1072"/>
                </a:lnTo>
                <a:lnTo>
                  <a:pt x="1554" y="983"/>
                </a:lnTo>
                <a:lnTo>
                  <a:pt x="1563" y="1117"/>
                </a:lnTo>
                <a:lnTo>
                  <a:pt x="1617" y="1376"/>
                </a:lnTo>
                <a:lnTo>
                  <a:pt x="1715" y="1626"/>
                </a:lnTo>
                <a:lnTo>
                  <a:pt x="1867" y="1858"/>
                </a:lnTo>
                <a:lnTo>
                  <a:pt x="1965" y="1965"/>
                </a:lnTo>
                <a:lnTo>
                  <a:pt x="1965" y="1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3" name="Google Shape;4513;p40"/>
          <p:cNvSpPr/>
          <p:nvPr/>
        </p:nvSpPr>
        <p:spPr>
          <a:xfrm>
            <a:off x="7499601" y="3077219"/>
            <a:ext cx="35896" cy="36043"/>
          </a:xfrm>
          <a:custGeom>
            <a:rect b="b" l="l" r="r" t="t"/>
            <a:pathLst>
              <a:path extrusionOk="0" h="1965" w="1957">
                <a:moveTo>
                  <a:pt x="1" y="0"/>
                </a:moveTo>
                <a:lnTo>
                  <a:pt x="1" y="1965"/>
                </a:lnTo>
                <a:lnTo>
                  <a:pt x="1957" y="1965"/>
                </a:lnTo>
                <a:lnTo>
                  <a:pt x="1858" y="1866"/>
                </a:lnTo>
                <a:lnTo>
                  <a:pt x="1626" y="1715"/>
                </a:lnTo>
                <a:lnTo>
                  <a:pt x="1376" y="1616"/>
                </a:lnTo>
                <a:lnTo>
                  <a:pt x="1117" y="1563"/>
                </a:lnTo>
                <a:lnTo>
                  <a:pt x="983" y="1563"/>
                </a:lnTo>
                <a:lnTo>
                  <a:pt x="1073" y="1465"/>
                </a:lnTo>
                <a:lnTo>
                  <a:pt x="1224" y="1241"/>
                </a:lnTo>
                <a:lnTo>
                  <a:pt x="1331" y="991"/>
                </a:lnTo>
                <a:lnTo>
                  <a:pt x="1385" y="723"/>
                </a:lnTo>
                <a:lnTo>
                  <a:pt x="1385" y="580"/>
                </a:lnTo>
                <a:lnTo>
                  <a:pt x="1242" y="580"/>
                </a:lnTo>
                <a:lnTo>
                  <a:pt x="974" y="643"/>
                </a:lnTo>
                <a:lnTo>
                  <a:pt x="724" y="741"/>
                </a:lnTo>
                <a:lnTo>
                  <a:pt x="501" y="893"/>
                </a:lnTo>
                <a:lnTo>
                  <a:pt x="403" y="982"/>
                </a:lnTo>
                <a:lnTo>
                  <a:pt x="403" y="848"/>
                </a:lnTo>
                <a:lnTo>
                  <a:pt x="349" y="589"/>
                </a:lnTo>
                <a:lnTo>
                  <a:pt x="251" y="339"/>
                </a:lnTo>
                <a:lnTo>
                  <a:pt x="99" y="107"/>
                </a:lnTo>
                <a:lnTo>
                  <a:pt x="1" y="0"/>
                </a:lnTo>
                <a:close/>
              </a:path>
            </a:pathLst>
          </a:custGeom>
          <a:solidFill>
            <a:srgbClr val="233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4" name="Google Shape;4514;p40"/>
          <p:cNvSpPr/>
          <p:nvPr/>
        </p:nvSpPr>
        <p:spPr>
          <a:xfrm>
            <a:off x="7427524" y="3041007"/>
            <a:ext cx="72086" cy="72251"/>
          </a:xfrm>
          <a:custGeom>
            <a:rect b="b" l="l" r="r" t="t"/>
            <a:pathLst>
              <a:path extrusionOk="0" h="3939" w="3930">
                <a:moveTo>
                  <a:pt x="3930" y="1"/>
                </a:moveTo>
                <a:lnTo>
                  <a:pt x="2778" y="1152"/>
                </a:lnTo>
                <a:lnTo>
                  <a:pt x="1153" y="1152"/>
                </a:lnTo>
                <a:lnTo>
                  <a:pt x="1153" y="2787"/>
                </a:lnTo>
                <a:lnTo>
                  <a:pt x="1" y="3939"/>
                </a:lnTo>
                <a:lnTo>
                  <a:pt x="974" y="3939"/>
                </a:lnTo>
                <a:lnTo>
                  <a:pt x="1840" y="3072"/>
                </a:lnTo>
                <a:lnTo>
                  <a:pt x="1840" y="1840"/>
                </a:lnTo>
                <a:lnTo>
                  <a:pt x="3064" y="1840"/>
                </a:lnTo>
                <a:lnTo>
                  <a:pt x="3930" y="974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5" name="Google Shape;4515;p40"/>
          <p:cNvSpPr/>
          <p:nvPr/>
        </p:nvSpPr>
        <p:spPr>
          <a:xfrm>
            <a:off x="7499601" y="3113247"/>
            <a:ext cx="72104" cy="72086"/>
          </a:xfrm>
          <a:custGeom>
            <a:rect b="b" l="l" r="r" t="t"/>
            <a:pathLst>
              <a:path extrusionOk="0" h="3930" w="3931">
                <a:moveTo>
                  <a:pt x="2957" y="1"/>
                </a:moveTo>
                <a:lnTo>
                  <a:pt x="2091" y="867"/>
                </a:lnTo>
                <a:lnTo>
                  <a:pt x="2091" y="2090"/>
                </a:lnTo>
                <a:lnTo>
                  <a:pt x="867" y="2090"/>
                </a:lnTo>
                <a:lnTo>
                  <a:pt x="1" y="2956"/>
                </a:lnTo>
                <a:lnTo>
                  <a:pt x="1" y="3930"/>
                </a:lnTo>
                <a:lnTo>
                  <a:pt x="1153" y="2778"/>
                </a:lnTo>
                <a:lnTo>
                  <a:pt x="2778" y="2778"/>
                </a:lnTo>
                <a:lnTo>
                  <a:pt x="2778" y="1153"/>
                </a:lnTo>
                <a:lnTo>
                  <a:pt x="39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6" name="Google Shape;4516;p40"/>
          <p:cNvSpPr/>
          <p:nvPr/>
        </p:nvSpPr>
        <p:spPr>
          <a:xfrm>
            <a:off x="7427524" y="3113247"/>
            <a:ext cx="72086" cy="72086"/>
          </a:xfrm>
          <a:custGeom>
            <a:rect b="b" l="l" r="r" t="t"/>
            <a:pathLst>
              <a:path extrusionOk="0" h="3930" w="3930">
                <a:moveTo>
                  <a:pt x="1" y="1"/>
                </a:moveTo>
                <a:lnTo>
                  <a:pt x="1153" y="1153"/>
                </a:lnTo>
                <a:lnTo>
                  <a:pt x="1153" y="2778"/>
                </a:lnTo>
                <a:lnTo>
                  <a:pt x="2778" y="2778"/>
                </a:lnTo>
                <a:lnTo>
                  <a:pt x="3930" y="3930"/>
                </a:lnTo>
                <a:lnTo>
                  <a:pt x="3930" y="2956"/>
                </a:lnTo>
                <a:lnTo>
                  <a:pt x="3064" y="2090"/>
                </a:lnTo>
                <a:lnTo>
                  <a:pt x="1840" y="2090"/>
                </a:lnTo>
                <a:lnTo>
                  <a:pt x="1840" y="867"/>
                </a:lnTo>
                <a:lnTo>
                  <a:pt x="9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7" name="Google Shape;4517;p40"/>
          <p:cNvSpPr/>
          <p:nvPr/>
        </p:nvSpPr>
        <p:spPr>
          <a:xfrm>
            <a:off x="7499601" y="3041007"/>
            <a:ext cx="72104" cy="72251"/>
          </a:xfrm>
          <a:custGeom>
            <a:rect b="b" l="l" r="r" t="t"/>
            <a:pathLst>
              <a:path extrusionOk="0" h="3939" w="3931">
                <a:moveTo>
                  <a:pt x="1" y="1"/>
                </a:moveTo>
                <a:lnTo>
                  <a:pt x="1" y="974"/>
                </a:lnTo>
                <a:lnTo>
                  <a:pt x="867" y="1840"/>
                </a:lnTo>
                <a:lnTo>
                  <a:pt x="2091" y="1840"/>
                </a:lnTo>
                <a:lnTo>
                  <a:pt x="2091" y="3072"/>
                </a:lnTo>
                <a:lnTo>
                  <a:pt x="2957" y="3939"/>
                </a:lnTo>
                <a:lnTo>
                  <a:pt x="3930" y="3939"/>
                </a:lnTo>
                <a:lnTo>
                  <a:pt x="2778" y="2787"/>
                </a:lnTo>
                <a:lnTo>
                  <a:pt x="2778" y="1152"/>
                </a:lnTo>
                <a:lnTo>
                  <a:pt x="1153" y="115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8" name="Google Shape;4518;p40"/>
          <p:cNvGrpSpPr/>
          <p:nvPr/>
        </p:nvGrpSpPr>
        <p:grpSpPr>
          <a:xfrm>
            <a:off x="7066972" y="3754389"/>
            <a:ext cx="115027" cy="597003"/>
            <a:chOff x="6793898" y="3979216"/>
            <a:chExt cx="200640" cy="1041344"/>
          </a:xfrm>
        </p:grpSpPr>
        <p:sp>
          <p:nvSpPr>
            <p:cNvPr id="4519" name="Google Shape;4519;p40"/>
            <p:cNvSpPr/>
            <p:nvPr/>
          </p:nvSpPr>
          <p:spPr>
            <a:xfrm>
              <a:off x="6793898" y="3979216"/>
              <a:ext cx="200640" cy="242080"/>
            </a:xfrm>
            <a:custGeom>
              <a:rect b="b" l="l" r="r" t="t"/>
              <a:pathLst>
                <a:path extrusionOk="0" h="7565" w="6270">
                  <a:moveTo>
                    <a:pt x="894" y="1563"/>
                  </a:moveTo>
                  <a:lnTo>
                    <a:pt x="894" y="1929"/>
                  </a:lnTo>
                  <a:lnTo>
                    <a:pt x="733" y="1929"/>
                  </a:lnTo>
                  <a:lnTo>
                    <a:pt x="733" y="1563"/>
                  </a:lnTo>
                  <a:close/>
                  <a:moveTo>
                    <a:pt x="1028" y="1563"/>
                  </a:moveTo>
                  <a:lnTo>
                    <a:pt x="1028" y="1929"/>
                  </a:lnTo>
                  <a:lnTo>
                    <a:pt x="974" y="1929"/>
                  </a:lnTo>
                  <a:lnTo>
                    <a:pt x="974" y="1563"/>
                  </a:lnTo>
                  <a:close/>
                  <a:moveTo>
                    <a:pt x="1403" y="1563"/>
                  </a:moveTo>
                  <a:lnTo>
                    <a:pt x="1403" y="1929"/>
                  </a:lnTo>
                  <a:lnTo>
                    <a:pt x="1108" y="1929"/>
                  </a:lnTo>
                  <a:lnTo>
                    <a:pt x="1108" y="1563"/>
                  </a:lnTo>
                  <a:close/>
                  <a:moveTo>
                    <a:pt x="1787" y="1563"/>
                  </a:moveTo>
                  <a:lnTo>
                    <a:pt x="1787" y="1929"/>
                  </a:lnTo>
                  <a:lnTo>
                    <a:pt x="1483" y="1929"/>
                  </a:lnTo>
                  <a:lnTo>
                    <a:pt x="1483" y="1563"/>
                  </a:lnTo>
                  <a:close/>
                  <a:moveTo>
                    <a:pt x="1992" y="1563"/>
                  </a:moveTo>
                  <a:lnTo>
                    <a:pt x="1992" y="1929"/>
                  </a:lnTo>
                  <a:lnTo>
                    <a:pt x="1867" y="1929"/>
                  </a:lnTo>
                  <a:lnTo>
                    <a:pt x="1867" y="1563"/>
                  </a:lnTo>
                  <a:close/>
                  <a:moveTo>
                    <a:pt x="2162" y="1563"/>
                  </a:moveTo>
                  <a:lnTo>
                    <a:pt x="2162" y="1929"/>
                  </a:lnTo>
                  <a:lnTo>
                    <a:pt x="2073" y="1929"/>
                  </a:lnTo>
                  <a:lnTo>
                    <a:pt x="2073" y="1563"/>
                  </a:lnTo>
                  <a:close/>
                  <a:moveTo>
                    <a:pt x="2537" y="1563"/>
                  </a:moveTo>
                  <a:lnTo>
                    <a:pt x="2537" y="1929"/>
                  </a:lnTo>
                  <a:lnTo>
                    <a:pt x="2242" y="1929"/>
                  </a:lnTo>
                  <a:lnTo>
                    <a:pt x="2242" y="1563"/>
                  </a:lnTo>
                  <a:close/>
                  <a:moveTo>
                    <a:pt x="2912" y="1563"/>
                  </a:moveTo>
                  <a:lnTo>
                    <a:pt x="2912" y="1929"/>
                  </a:lnTo>
                  <a:lnTo>
                    <a:pt x="2617" y="1929"/>
                  </a:lnTo>
                  <a:lnTo>
                    <a:pt x="2617" y="1563"/>
                  </a:lnTo>
                  <a:close/>
                  <a:moveTo>
                    <a:pt x="3091" y="1563"/>
                  </a:moveTo>
                  <a:lnTo>
                    <a:pt x="3091" y="1929"/>
                  </a:lnTo>
                  <a:lnTo>
                    <a:pt x="2993" y="1929"/>
                  </a:lnTo>
                  <a:lnTo>
                    <a:pt x="2993" y="1563"/>
                  </a:lnTo>
                  <a:close/>
                  <a:moveTo>
                    <a:pt x="3287" y="1563"/>
                  </a:moveTo>
                  <a:lnTo>
                    <a:pt x="3287" y="1929"/>
                  </a:lnTo>
                  <a:lnTo>
                    <a:pt x="3171" y="1929"/>
                  </a:lnTo>
                  <a:lnTo>
                    <a:pt x="3171" y="1563"/>
                  </a:lnTo>
                  <a:close/>
                  <a:moveTo>
                    <a:pt x="3662" y="1563"/>
                  </a:moveTo>
                  <a:lnTo>
                    <a:pt x="3662" y="1929"/>
                  </a:lnTo>
                  <a:lnTo>
                    <a:pt x="3368" y="1929"/>
                  </a:lnTo>
                  <a:lnTo>
                    <a:pt x="3368" y="1563"/>
                  </a:lnTo>
                  <a:close/>
                  <a:moveTo>
                    <a:pt x="4046" y="1563"/>
                  </a:moveTo>
                  <a:lnTo>
                    <a:pt x="4046" y="1929"/>
                  </a:lnTo>
                  <a:lnTo>
                    <a:pt x="3743" y="1929"/>
                  </a:lnTo>
                  <a:lnTo>
                    <a:pt x="3743" y="1563"/>
                  </a:lnTo>
                  <a:close/>
                  <a:moveTo>
                    <a:pt x="4198" y="1563"/>
                  </a:moveTo>
                  <a:lnTo>
                    <a:pt x="4198" y="1929"/>
                  </a:lnTo>
                  <a:lnTo>
                    <a:pt x="4118" y="1929"/>
                  </a:lnTo>
                  <a:lnTo>
                    <a:pt x="4118" y="1563"/>
                  </a:lnTo>
                  <a:close/>
                  <a:moveTo>
                    <a:pt x="4421" y="1563"/>
                  </a:moveTo>
                  <a:lnTo>
                    <a:pt x="4421" y="1929"/>
                  </a:lnTo>
                  <a:lnTo>
                    <a:pt x="4278" y="1929"/>
                  </a:lnTo>
                  <a:lnTo>
                    <a:pt x="4278" y="1563"/>
                  </a:lnTo>
                  <a:close/>
                  <a:moveTo>
                    <a:pt x="4796" y="1563"/>
                  </a:moveTo>
                  <a:lnTo>
                    <a:pt x="4796" y="1929"/>
                  </a:lnTo>
                  <a:lnTo>
                    <a:pt x="4502" y="1929"/>
                  </a:lnTo>
                  <a:lnTo>
                    <a:pt x="4502" y="1563"/>
                  </a:lnTo>
                  <a:close/>
                  <a:moveTo>
                    <a:pt x="5171" y="1563"/>
                  </a:moveTo>
                  <a:lnTo>
                    <a:pt x="5171" y="1929"/>
                  </a:lnTo>
                  <a:lnTo>
                    <a:pt x="4877" y="1929"/>
                  </a:lnTo>
                  <a:lnTo>
                    <a:pt x="4877" y="1563"/>
                  </a:lnTo>
                  <a:close/>
                  <a:moveTo>
                    <a:pt x="5296" y="1563"/>
                  </a:moveTo>
                  <a:lnTo>
                    <a:pt x="5296" y="1929"/>
                  </a:lnTo>
                  <a:lnTo>
                    <a:pt x="5252" y="1929"/>
                  </a:lnTo>
                  <a:lnTo>
                    <a:pt x="5252" y="1563"/>
                  </a:lnTo>
                  <a:close/>
                  <a:moveTo>
                    <a:pt x="5546" y="1563"/>
                  </a:moveTo>
                  <a:lnTo>
                    <a:pt x="5546" y="1929"/>
                  </a:lnTo>
                  <a:lnTo>
                    <a:pt x="5377" y="1929"/>
                  </a:lnTo>
                  <a:lnTo>
                    <a:pt x="5377" y="1563"/>
                  </a:lnTo>
                  <a:close/>
                  <a:moveTo>
                    <a:pt x="3930" y="2742"/>
                  </a:moveTo>
                  <a:lnTo>
                    <a:pt x="3930" y="3572"/>
                  </a:lnTo>
                  <a:lnTo>
                    <a:pt x="2341" y="3572"/>
                  </a:lnTo>
                  <a:lnTo>
                    <a:pt x="2341" y="2742"/>
                  </a:lnTo>
                  <a:close/>
                  <a:moveTo>
                    <a:pt x="2073" y="2742"/>
                  </a:moveTo>
                  <a:lnTo>
                    <a:pt x="2073" y="4323"/>
                  </a:lnTo>
                  <a:lnTo>
                    <a:pt x="1385" y="4323"/>
                  </a:lnTo>
                  <a:lnTo>
                    <a:pt x="1385" y="2742"/>
                  </a:lnTo>
                  <a:close/>
                  <a:moveTo>
                    <a:pt x="4886" y="2742"/>
                  </a:moveTo>
                  <a:lnTo>
                    <a:pt x="4886" y="4323"/>
                  </a:lnTo>
                  <a:lnTo>
                    <a:pt x="4198" y="4323"/>
                  </a:lnTo>
                  <a:lnTo>
                    <a:pt x="4198" y="2742"/>
                  </a:lnTo>
                  <a:close/>
                  <a:moveTo>
                    <a:pt x="1028" y="4448"/>
                  </a:moveTo>
                  <a:lnTo>
                    <a:pt x="1028" y="4814"/>
                  </a:lnTo>
                  <a:lnTo>
                    <a:pt x="733" y="4814"/>
                  </a:lnTo>
                  <a:lnTo>
                    <a:pt x="733" y="4448"/>
                  </a:lnTo>
                  <a:close/>
                  <a:moveTo>
                    <a:pt x="1189" y="4448"/>
                  </a:moveTo>
                  <a:lnTo>
                    <a:pt x="1189" y="4814"/>
                  </a:lnTo>
                  <a:lnTo>
                    <a:pt x="1108" y="4814"/>
                  </a:lnTo>
                  <a:lnTo>
                    <a:pt x="1108" y="4448"/>
                  </a:lnTo>
                  <a:close/>
                  <a:moveTo>
                    <a:pt x="1403" y="4448"/>
                  </a:moveTo>
                  <a:lnTo>
                    <a:pt x="1403" y="4814"/>
                  </a:lnTo>
                  <a:lnTo>
                    <a:pt x="1385" y="4814"/>
                  </a:lnTo>
                  <a:lnTo>
                    <a:pt x="1385" y="4448"/>
                  </a:lnTo>
                  <a:close/>
                  <a:moveTo>
                    <a:pt x="1787" y="4448"/>
                  </a:moveTo>
                  <a:lnTo>
                    <a:pt x="1787" y="4814"/>
                  </a:lnTo>
                  <a:lnTo>
                    <a:pt x="1483" y="4814"/>
                  </a:lnTo>
                  <a:lnTo>
                    <a:pt x="1483" y="4448"/>
                  </a:lnTo>
                  <a:close/>
                  <a:moveTo>
                    <a:pt x="2073" y="4448"/>
                  </a:moveTo>
                  <a:lnTo>
                    <a:pt x="2073" y="4814"/>
                  </a:lnTo>
                  <a:lnTo>
                    <a:pt x="1867" y="4814"/>
                  </a:lnTo>
                  <a:lnTo>
                    <a:pt x="1867" y="4448"/>
                  </a:lnTo>
                  <a:close/>
                  <a:moveTo>
                    <a:pt x="4421" y="4448"/>
                  </a:moveTo>
                  <a:lnTo>
                    <a:pt x="4421" y="4814"/>
                  </a:lnTo>
                  <a:lnTo>
                    <a:pt x="4198" y="4814"/>
                  </a:lnTo>
                  <a:lnTo>
                    <a:pt x="4198" y="4448"/>
                  </a:lnTo>
                  <a:close/>
                  <a:moveTo>
                    <a:pt x="4796" y="4448"/>
                  </a:moveTo>
                  <a:lnTo>
                    <a:pt x="4796" y="4814"/>
                  </a:lnTo>
                  <a:lnTo>
                    <a:pt x="4502" y="4814"/>
                  </a:lnTo>
                  <a:lnTo>
                    <a:pt x="4502" y="4448"/>
                  </a:lnTo>
                  <a:close/>
                  <a:moveTo>
                    <a:pt x="4886" y="4448"/>
                  </a:moveTo>
                  <a:lnTo>
                    <a:pt x="4886" y="4814"/>
                  </a:lnTo>
                  <a:lnTo>
                    <a:pt x="4877" y="4814"/>
                  </a:lnTo>
                  <a:lnTo>
                    <a:pt x="4877" y="4448"/>
                  </a:lnTo>
                  <a:close/>
                  <a:moveTo>
                    <a:pt x="5171" y="4448"/>
                  </a:moveTo>
                  <a:lnTo>
                    <a:pt x="5171" y="4814"/>
                  </a:lnTo>
                  <a:lnTo>
                    <a:pt x="5082" y="4814"/>
                  </a:lnTo>
                  <a:lnTo>
                    <a:pt x="5082" y="4448"/>
                  </a:lnTo>
                  <a:close/>
                  <a:moveTo>
                    <a:pt x="5546" y="4448"/>
                  </a:moveTo>
                  <a:lnTo>
                    <a:pt x="5546" y="4814"/>
                  </a:lnTo>
                  <a:lnTo>
                    <a:pt x="5252" y="4814"/>
                  </a:lnTo>
                  <a:lnTo>
                    <a:pt x="5252" y="4448"/>
                  </a:lnTo>
                  <a:close/>
                  <a:moveTo>
                    <a:pt x="1073" y="5832"/>
                  </a:moveTo>
                  <a:lnTo>
                    <a:pt x="1073" y="6573"/>
                  </a:lnTo>
                  <a:lnTo>
                    <a:pt x="590" y="6573"/>
                  </a:lnTo>
                  <a:lnTo>
                    <a:pt x="590" y="5832"/>
                  </a:lnTo>
                  <a:close/>
                  <a:moveTo>
                    <a:pt x="1733" y="5832"/>
                  </a:moveTo>
                  <a:lnTo>
                    <a:pt x="1733" y="6573"/>
                  </a:lnTo>
                  <a:lnTo>
                    <a:pt x="1198" y="6573"/>
                  </a:lnTo>
                  <a:lnTo>
                    <a:pt x="1198" y="5832"/>
                  </a:lnTo>
                  <a:close/>
                  <a:moveTo>
                    <a:pt x="2394" y="5832"/>
                  </a:moveTo>
                  <a:lnTo>
                    <a:pt x="2394" y="6573"/>
                  </a:lnTo>
                  <a:lnTo>
                    <a:pt x="1858" y="6573"/>
                  </a:lnTo>
                  <a:lnTo>
                    <a:pt x="1858" y="5832"/>
                  </a:lnTo>
                  <a:close/>
                  <a:moveTo>
                    <a:pt x="3046" y="5832"/>
                  </a:moveTo>
                  <a:lnTo>
                    <a:pt x="3046" y="6573"/>
                  </a:lnTo>
                  <a:lnTo>
                    <a:pt x="2510" y="6573"/>
                  </a:lnTo>
                  <a:lnTo>
                    <a:pt x="2510" y="5832"/>
                  </a:lnTo>
                  <a:close/>
                  <a:moveTo>
                    <a:pt x="3707" y="5832"/>
                  </a:moveTo>
                  <a:lnTo>
                    <a:pt x="3707" y="6573"/>
                  </a:lnTo>
                  <a:lnTo>
                    <a:pt x="3171" y="6573"/>
                  </a:lnTo>
                  <a:lnTo>
                    <a:pt x="3171" y="5832"/>
                  </a:lnTo>
                  <a:close/>
                  <a:moveTo>
                    <a:pt x="4359" y="5832"/>
                  </a:moveTo>
                  <a:lnTo>
                    <a:pt x="4359" y="6573"/>
                  </a:lnTo>
                  <a:lnTo>
                    <a:pt x="3823" y="6573"/>
                  </a:lnTo>
                  <a:lnTo>
                    <a:pt x="3823" y="5832"/>
                  </a:lnTo>
                  <a:close/>
                  <a:moveTo>
                    <a:pt x="5020" y="5832"/>
                  </a:moveTo>
                  <a:lnTo>
                    <a:pt x="5020" y="6573"/>
                  </a:lnTo>
                  <a:lnTo>
                    <a:pt x="4484" y="6573"/>
                  </a:lnTo>
                  <a:lnTo>
                    <a:pt x="4484" y="5832"/>
                  </a:lnTo>
                  <a:close/>
                  <a:moveTo>
                    <a:pt x="5680" y="5832"/>
                  </a:moveTo>
                  <a:lnTo>
                    <a:pt x="5680" y="6573"/>
                  </a:lnTo>
                  <a:lnTo>
                    <a:pt x="5145" y="6573"/>
                  </a:lnTo>
                  <a:lnTo>
                    <a:pt x="5145" y="5832"/>
                  </a:lnTo>
                  <a:close/>
                  <a:moveTo>
                    <a:pt x="894" y="0"/>
                  </a:moveTo>
                  <a:lnTo>
                    <a:pt x="894" y="36"/>
                  </a:lnTo>
                  <a:lnTo>
                    <a:pt x="269" y="36"/>
                  </a:lnTo>
                  <a:lnTo>
                    <a:pt x="269" y="518"/>
                  </a:lnTo>
                  <a:lnTo>
                    <a:pt x="894" y="518"/>
                  </a:lnTo>
                  <a:lnTo>
                    <a:pt x="894" y="1438"/>
                  </a:lnTo>
                  <a:lnTo>
                    <a:pt x="590" y="1438"/>
                  </a:lnTo>
                  <a:lnTo>
                    <a:pt x="590" y="1563"/>
                  </a:lnTo>
                  <a:lnTo>
                    <a:pt x="653" y="1563"/>
                  </a:lnTo>
                  <a:lnTo>
                    <a:pt x="653" y="1929"/>
                  </a:lnTo>
                  <a:lnTo>
                    <a:pt x="590" y="1929"/>
                  </a:lnTo>
                  <a:lnTo>
                    <a:pt x="590" y="2054"/>
                  </a:lnTo>
                  <a:lnTo>
                    <a:pt x="876" y="2054"/>
                  </a:lnTo>
                  <a:lnTo>
                    <a:pt x="876" y="2608"/>
                  </a:lnTo>
                  <a:lnTo>
                    <a:pt x="1189" y="2608"/>
                  </a:lnTo>
                  <a:lnTo>
                    <a:pt x="1189" y="4323"/>
                  </a:lnTo>
                  <a:lnTo>
                    <a:pt x="590" y="4323"/>
                  </a:lnTo>
                  <a:lnTo>
                    <a:pt x="590" y="4448"/>
                  </a:lnTo>
                  <a:lnTo>
                    <a:pt x="653" y="4448"/>
                  </a:lnTo>
                  <a:lnTo>
                    <a:pt x="653" y="4814"/>
                  </a:lnTo>
                  <a:lnTo>
                    <a:pt x="590" y="4814"/>
                  </a:lnTo>
                  <a:lnTo>
                    <a:pt x="590" y="4939"/>
                  </a:lnTo>
                  <a:lnTo>
                    <a:pt x="974" y="4939"/>
                  </a:lnTo>
                  <a:lnTo>
                    <a:pt x="974" y="5332"/>
                  </a:lnTo>
                  <a:lnTo>
                    <a:pt x="1" y="5332"/>
                  </a:lnTo>
                  <a:lnTo>
                    <a:pt x="1" y="5725"/>
                  </a:lnTo>
                  <a:lnTo>
                    <a:pt x="314" y="5725"/>
                  </a:lnTo>
                  <a:lnTo>
                    <a:pt x="314" y="7564"/>
                  </a:lnTo>
                  <a:lnTo>
                    <a:pt x="5957" y="7564"/>
                  </a:lnTo>
                  <a:lnTo>
                    <a:pt x="5957" y="5725"/>
                  </a:lnTo>
                  <a:lnTo>
                    <a:pt x="6270" y="5725"/>
                  </a:lnTo>
                  <a:lnTo>
                    <a:pt x="6270" y="5332"/>
                  </a:lnTo>
                  <a:lnTo>
                    <a:pt x="5296" y="5332"/>
                  </a:lnTo>
                  <a:lnTo>
                    <a:pt x="5296" y="4939"/>
                  </a:lnTo>
                  <a:lnTo>
                    <a:pt x="5680" y="4939"/>
                  </a:lnTo>
                  <a:lnTo>
                    <a:pt x="5680" y="4814"/>
                  </a:lnTo>
                  <a:lnTo>
                    <a:pt x="5627" y="4814"/>
                  </a:lnTo>
                  <a:lnTo>
                    <a:pt x="5627" y="4448"/>
                  </a:lnTo>
                  <a:lnTo>
                    <a:pt x="5680" y="4448"/>
                  </a:lnTo>
                  <a:lnTo>
                    <a:pt x="5680" y="4323"/>
                  </a:lnTo>
                  <a:lnTo>
                    <a:pt x="5082" y="4323"/>
                  </a:lnTo>
                  <a:lnTo>
                    <a:pt x="5082" y="2608"/>
                  </a:lnTo>
                  <a:lnTo>
                    <a:pt x="5386" y="2608"/>
                  </a:lnTo>
                  <a:lnTo>
                    <a:pt x="5386" y="2054"/>
                  </a:lnTo>
                  <a:lnTo>
                    <a:pt x="5680" y="2054"/>
                  </a:lnTo>
                  <a:lnTo>
                    <a:pt x="5680" y="1929"/>
                  </a:lnTo>
                  <a:lnTo>
                    <a:pt x="5627" y="1929"/>
                  </a:lnTo>
                  <a:lnTo>
                    <a:pt x="5627" y="1563"/>
                  </a:lnTo>
                  <a:lnTo>
                    <a:pt x="5680" y="1563"/>
                  </a:lnTo>
                  <a:lnTo>
                    <a:pt x="5680" y="1438"/>
                  </a:lnTo>
                  <a:lnTo>
                    <a:pt x="5377" y="1438"/>
                  </a:lnTo>
                  <a:lnTo>
                    <a:pt x="5377" y="0"/>
                  </a:lnTo>
                  <a:lnTo>
                    <a:pt x="5296" y="0"/>
                  </a:lnTo>
                  <a:lnTo>
                    <a:pt x="5296" y="36"/>
                  </a:lnTo>
                  <a:lnTo>
                    <a:pt x="4671" y="36"/>
                  </a:lnTo>
                  <a:lnTo>
                    <a:pt x="4671" y="518"/>
                  </a:lnTo>
                  <a:lnTo>
                    <a:pt x="5296" y="518"/>
                  </a:lnTo>
                  <a:lnTo>
                    <a:pt x="5296" y="1438"/>
                  </a:lnTo>
                  <a:lnTo>
                    <a:pt x="4278" y="1438"/>
                  </a:lnTo>
                  <a:lnTo>
                    <a:pt x="4278" y="0"/>
                  </a:lnTo>
                  <a:lnTo>
                    <a:pt x="4198" y="0"/>
                  </a:lnTo>
                  <a:lnTo>
                    <a:pt x="4198" y="36"/>
                  </a:lnTo>
                  <a:lnTo>
                    <a:pt x="3573" y="36"/>
                  </a:lnTo>
                  <a:lnTo>
                    <a:pt x="3573" y="518"/>
                  </a:lnTo>
                  <a:lnTo>
                    <a:pt x="4198" y="518"/>
                  </a:lnTo>
                  <a:lnTo>
                    <a:pt x="4198" y="1438"/>
                  </a:lnTo>
                  <a:lnTo>
                    <a:pt x="3171" y="1438"/>
                  </a:lnTo>
                  <a:lnTo>
                    <a:pt x="3171" y="0"/>
                  </a:lnTo>
                  <a:lnTo>
                    <a:pt x="3091" y="0"/>
                  </a:lnTo>
                  <a:lnTo>
                    <a:pt x="3091" y="36"/>
                  </a:lnTo>
                  <a:lnTo>
                    <a:pt x="2475" y="36"/>
                  </a:lnTo>
                  <a:lnTo>
                    <a:pt x="2475" y="518"/>
                  </a:lnTo>
                  <a:lnTo>
                    <a:pt x="3091" y="518"/>
                  </a:lnTo>
                  <a:lnTo>
                    <a:pt x="3091" y="1438"/>
                  </a:lnTo>
                  <a:lnTo>
                    <a:pt x="2073" y="1438"/>
                  </a:lnTo>
                  <a:lnTo>
                    <a:pt x="2073" y="0"/>
                  </a:lnTo>
                  <a:lnTo>
                    <a:pt x="1992" y="0"/>
                  </a:lnTo>
                  <a:lnTo>
                    <a:pt x="1992" y="36"/>
                  </a:lnTo>
                  <a:lnTo>
                    <a:pt x="1367" y="36"/>
                  </a:lnTo>
                  <a:lnTo>
                    <a:pt x="1367" y="518"/>
                  </a:lnTo>
                  <a:lnTo>
                    <a:pt x="1992" y="518"/>
                  </a:lnTo>
                  <a:lnTo>
                    <a:pt x="1992" y="1438"/>
                  </a:lnTo>
                  <a:lnTo>
                    <a:pt x="974" y="143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40"/>
            <p:cNvSpPr/>
            <p:nvPr/>
          </p:nvSpPr>
          <p:spPr>
            <a:xfrm>
              <a:off x="6803914" y="4226960"/>
              <a:ext cx="180640" cy="793600"/>
            </a:xfrm>
            <a:custGeom>
              <a:rect b="b" l="l" r="r" t="t"/>
              <a:pathLst>
                <a:path extrusionOk="0" h="24800" w="5645">
                  <a:moveTo>
                    <a:pt x="1822" y="2724"/>
                  </a:moveTo>
                  <a:lnTo>
                    <a:pt x="1885" y="2733"/>
                  </a:lnTo>
                  <a:lnTo>
                    <a:pt x="1974" y="2805"/>
                  </a:lnTo>
                  <a:lnTo>
                    <a:pt x="2045" y="2983"/>
                  </a:lnTo>
                  <a:lnTo>
                    <a:pt x="2054" y="3099"/>
                  </a:lnTo>
                  <a:lnTo>
                    <a:pt x="2054" y="4528"/>
                  </a:lnTo>
                  <a:lnTo>
                    <a:pt x="1599" y="4528"/>
                  </a:lnTo>
                  <a:lnTo>
                    <a:pt x="1599" y="3099"/>
                  </a:lnTo>
                  <a:lnTo>
                    <a:pt x="1599" y="2983"/>
                  </a:lnTo>
                  <a:lnTo>
                    <a:pt x="1661" y="2805"/>
                  </a:lnTo>
                  <a:lnTo>
                    <a:pt x="1751" y="2733"/>
                  </a:lnTo>
                  <a:lnTo>
                    <a:pt x="1822" y="2724"/>
                  </a:lnTo>
                  <a:close/>
                  <a:moveTo>
                    <a:pt x="2492" y="2724"/>
                  </a:moveTo>
                  <a:lnTo>
                    <a:pt x="2554" y="2733"/>
                  </a:lnTo>
                  <a:lnTo>
                    <a:pt x="2644" y="2805"/>
                  </a:lnTo>
                  <a:lnTo>
                    <a:pt x="2706" y="2983"/>
                  </a:lnTo>
                  <a:lnTo>
                    <a:pt x="2715" y="3099"/>
                  </a:lnTo>
                  <a:lnTo>
                    <a:pt x="2715" y="4528"/>
                  </a:lnTo>
                  <a:lnTo>
                    <a:pt x="2260" y="4528"/>
                  </a:lnTo>
                  <a:lnTo>
                    <a:pt x="2260" y="3099"/>
                  </a:lnTo>
                  <a:lnTo>
                    <a:pt x="2269" y="2983"/>
                  </a:lnTo>
                  <a:lnTo>
                    <a:pt x="2331" y="2805"/>
                  </a:lnTo>
                  <a:lnTo>
                    <a:pt x="2421" y="2733"/>
                  </a:lnTo>
                  <a:lnTo>
                    <a:pt x="2492" y="2724"/>
                  </a:lnTo>
                  <a:close/>
                  <a:moveTo>
                    <a:pt x="3153" y="2724"/>
                  </a:moveTo>
                  <a:lnTo>
                    <a:pt x="3215" y="2733"/>
                  </a:lnTo>
                  <a:lnTo>
                    <a:pt x="3305" y="2805"/>
                  </a:lnTo>
                  <a:lnTo>
                    <a:pt x="3376" y="2983"/>
                  </a:lnTo>
                  <a:lnTo>
                    <a:pt x="3376" y="3099"/>
                  </a:lnTo>
                  <a:lnTo>
                    <a:pt x="3376" y="4528"/>
                  </a:lnTo>
                  <a:lnTo>
                    <a:pt x="2930" y="4528"/>
                  </a:lnTo>
                  <a:lnTo>
                    <a:pt x="2930" y="3099"/>
                  </a:lnTo>
                  <a:lnTo>
                    <a:pt x="2930" y="2983"/>
                  </a:lnTo>
                  <a:lnTo>
                    <a:pt x="2992" y="2805"/>
                  </a:lnTo>
                  <a:lnTo>
                    <a:pt x="3081" y="2733"/>
                  </a:lnTo>
                  <a:lnTo>
                    <a:pt x="3153" y="2724"/>
                  </a:lnTo>
                  <a:close/>
                  <a:moveTo>
                    <a:pt x="3823" y="2724"/>
                  </a:moveTo>
                  <a:lnTo>
                    <a:pt x="3885" y="2733"/>
                  </a:lnTo>
                  <a:lnTo>
                    <a:pt x="3974" y="2805"/>
                  </a:lnTo>
                  <a:lnTo>
                    <a:pt x="4037" y="2983"/>
                  </a:lnTo>
                  <a:lnTo>
                    <a:pt x="4046" y="3099"/>
                  </a:lnTo>
                  <a:lnTo>
                    <a:pt x="4046" y="4528"/>
                  </a:lnTo>
                  <a:lnTo>
                    <a:pt x="3590" y="4528"/>
                  </a:lnTo>
                  <a:lnTo>
                    <a:pt x="3590" y="3099"/>
                  </a:lnTo>
                  <a:lnTo>
                    <a:pt x="3599" y="2983"/>
                  </a:lnTo>
                  <a:lnTo>
                    <a:pt x="3653" y="2805"/>
                  </a:lnTo>
                  <a:lnTo>
                    <a:pt x="3751" y="2733"/>
                  </a:lnTo>
                  <a:lnTo>
                    <a:pt x="3823" y="2724"/>
                  </a:lnTo>
                  <a:close/>
                  <a:moveTo>
                    <a:pt x="1885" y="5966"/>
                  </a:moveTo>
                  <a:lnTo>
                    <a:pt x="1974" y="6037"/>
                  </a:lnTo>
                  <a:lnTo>
                    <a:pt x="2045" y="6216"/>
                  </a:lnTo>
                  <a:lnTo>
                    <a:pt x="2054" y="6332"/>
                  </a:lnTo>
                  <a:lnTo>
                    <a:pt x="2054" y="7761"/>
                  </a:lnTo>
                  <a:lnTo>
                    <a:pt x="1599" y="7761"/>
                  </a:lnTo>
                  <a:lnTo>
                    <a:pt x="1599" y="6332"/>
                  </a:lnTo>
                  <a:lnTo>
                    <a:pt x="1599" y="6216"/>
                  </a:lnTo>
                  <a:lnTo>
                    <a:pt x="1661" y="6037"/>
                  </a:lnTo>
                  <a:lnTo>
                    <a:pt x="1751" y="5966"/>
                  </a:lnTo>
                  <a:close/>
                  <a:moveTo>
                    <a:pt x="2554" y="5966"/>
                  </a:moveTo>
                  <a:lnTo>
                    <a:pt x="2644" y="6037"/>
                  </a:lnTo>
                  <a:lnTo>
                    <a:pt x="2706" y="6216"/>
                  </a:lnTo>
                  <a:lnTo>
                    <a:pt x="2715" y="6332"/>
                  </a:lnTo>
                  <a:lnTo>
                    <a:pt x="2715" y="7761"/>
                  </a:lnTo>
                  <a:lnTo>
                    <a:pt x="2260" y="7761"/>
                  </a:lnTo>
                  <a:lnTo>
                    <a:pt x="2260" y="6332"/>
                  </a:lnTo>
                  <a:lnTo>
                    <a:pt x="2269" y="6216"/>
                  </a:lnTo>
                  <a:lnTo>
                    <a:pt x="2331" y="6037"/>
                  </a:lnTo>
                  <a:lnTo>
                    <a:pt x="2421" y="5966"/>
                  </a:lnTo>
                  <a:close/>
                  <a:moveTo>
                    <a:pt x="3215" y="5966"/>
                  </a:moveTo>
                  <a:lnTo>
                    <a:pt x="3305" y="6037"/>
                  </a:lnTo>
                  <a:lnTo>
                    <a:pt x="3376" y="6216"/>
                  </a:lnTo>
                  <a:lnTo>
                    <a:pt x="3376" y="6332"/>
                  </a:lnTo>
                  <a:lnTo>
                    <a:pt x="3376" y="7761"/>
                  </a:lnTo>
                  <a:lnTo>
                    <a:pt x="2930" y="7761"/>
                  </a:lnTo>
                  <a:lnTo>
                    <a:pt x="2930" y="6332"/>
                  </a:lnTo>
                  <a:lnTo>
                    <a:pt x="2930" y="6216"/>
                  </a:lnTo>
                  <a:lnTo>
                    <a:pt x="2992" y="6037"/>
                  </a:lnTo>
                  <a:lnTo>
                    <a:pt x="3081" y="5966"/>
                  </a:lnTo>
                  <a:close/>
                  <a:moveTo>
                    <a:pt x="3885" y="5966"/>
                  </a:moveTo>
                  <a:lnTo>
                    <a:pt x="3974" y="6037"/>
                  </a:lnTo>
                  <a:lnTo>
                    <a:pt x="4037" y="6216"/>
                  </a:lnTo>
                  <a:lnTo>
                    <a:pt x="4046" y="6332"/>
                  </a:lnTo>
                  <a:lnTo>
                    <a:pt x="4046" y="7761"/>
                  </a:lnTo>
                  <a:lnTo>
                    <a:pt x="3590" y="7761"/>
                  </a:lnTo>
                  <a:lnTo>
                    <a:pt x="3590" y="6332"/>
                  </a:lnTo>
                  <a:lnTo>
                    <a:pt x="3599" y="6216"/>
                  </a:lnTo>
                  <a:lnTo>
                    <a:pt x="3653" y="6037"/>
                  </a:lnTo>
                  <a:lnTo>
                    <a:pt x="3751" y="5966"/>
                  </a:lnTo>
                  <a:close/>
                  <a:moveTo>
                    <a:pt x="1822" y="9199"/>
                  </a:moveTo>
                  <a:lnTo>
                    <a:pt x="1885" y="9207"/>
                  </a:lnTo>
                  <a:lnTo>
                    <a:pt x="1974" y="9279"/>
                  </a:lnTo>
                  <a:lnTo>
                    <a:pt x="2045" y="9458"/>
                  </a:lnTo>
                  <a:lnTo>
                    <a:pt x="2054" y="9574"/>
                  </a:lnTo>
                  <a:lnTo>
                    <a:pt x="2054" y="10993"/>
                  </a:lnTo>
                  <a:lnTo>
                    <a:pt x="1599" y="10993"/>
                  </a:lnTo>
                  <a:lnTo>
                    <a:pt x="1599" y="9574"/>
                  </a:lnTo>
                  <a:lnTo>
                    <a:pt x="1599" y="9458"/>
                  </a:lnTo>
                  <a:lnTo>
                    <a:pt x="1661" y="9279"/>
                  </a:lnTo>
                  <a:lnTo>
                    <a:pt x="1751" y="9207"/>
                  </a:lnTo>
                  <a:lnTo>
                    <a:pt x="1822" y="9199"/>
                  </a:lnTo>
                  <a:close/>
                  <a:moveTo>
                    <a:pt x="2492" y="9199"/>
                  </a:moveTo>
                  <a:lnTo>
                    <a:pt x="2554" y="9207"/>
                  </a:lnTo>
                  <a:lnTo>
                    <a:pt x="2644" y="9279"/>
                  </a:lnTo>
                  <a:lnTo>
                    <a:pt x="2706" y="9458"/>
                  </a:lnTo>
                  <a:lnTo>
                    <a:pt x="2715" y="9574"/>
                  </a:lnTo>
                  <a:lnTo>
                    <a:pt x="2715" y="10993"/>
                  </a:lnTo>
                  <a:lnTo>
                    <a:pt x="2260" y="10993"/>
                  </a:lnTo>
                  <a:lnTo>
                    <a:pt x="2260" y="9574"/>
                  </a:lnTo>
                  <a:lnTo>
                    <a:pt x="2269" y="9458"/>
                  </a:lnTo>
                  <a:lnTo>
                    <a:pt x="2331" y="9279"/>
                  </a:lnTo>
                  <a:lnTo>
                    <a:pt x="2421" y="9207"/>
                  </a:lnTo>
                  <a:lnTo>
                    <a:pt x="2492" y="9199"/>
                  </a:lnTo>
                  <a:close/>
                  <a:moveTo>
                    <a:pt x="3153" y="9199"/>
                  </a:moveTo>
                  <a:lnTo>
                    <a:pt x="3215" y="9207"/>
                  </a:lnTo>
                  <a:lnTo>
                    <a:pt x="3305" y="9279"/>
                  </a:lnTo>
                  <a:lnTo>
                    <a:pt x="3376" y="9458"/>
                  </a:lnTo>
                  <a:lnTo>
                    <a:pt x="3376" y="9574"/>
                  </a:lnTo>
                  <a:lnTo>
                    <a:pt x="3376" y="10993"/>
                  </a:lnTo>
                  <a:lnTo>
                    <a:pt x="2930" y="10993"/>
                  </a:lnTo>
                  <a:lnTo>
                    <a:pt x="2930" y="9574"/>
                  </a:lnTo>
                  <a:lnTo>
                    <a:pt x="2930" y="9458"/>
                  </a:lnTo>
                  <a:lnTo>
                    <a:pt x="2992" y="9279"/>
                  </a:lnTo>
                  <a:lnTo>
                    <a:pt x="3081" y="9207"/>
                  </a:lnTo>
                  <a:lnTo>
                    <a:pt x="3153" y="9199"/>
                  </a:lnTo>
                  <a:close/>
                  <a:moveTo>
                    <a:pt x="3823" y="9199"/>
                  </a:moveTo>
                  <a:lnTo>
                    <a:pt x="3885" y="9207"/>
                  </a:lnTo>
                  <a:lnTo>
                    <a:pt x="3974" y="9279"/>
                  </a:lnTo>
                  <a:lnTo>
                    <a:pt x="4037" y="9458"/>
                  </a:lnTo>
                  <a:lnTo>
                    <a:pt x="4046" y="9574"/>
                  </a:lnTo>
                  <a:lnTo>
                    <a:pt x="4046" y="10993"/>
                  </a:lnTo>
                  <a:lnTo>
                    <a:pt x="3590" y="10993"/>
                  </a:lnTo>
                  <a:lnTo>
                    <a:pt x="3590" y="9574"/>
                  </a:lnTo>
                  <a:lnTo>
                    <a:pt x="3599" y="9458"/>
                  </a:lnTo>
                  <a:lnTo>
                    <a:pt x="3653" y="9279"/>
                  </a:lnTo>
                  <a:lnTo>
                    <a:pt x="3751" y="9207"/>
                  </a:lnTo>
                  <a:lnTo>
                    <a:pt x="3823" y="9199"/>
                  </a:lnTo>
                  <a:close/>
                  <a:moveTo>
                    <a:pt x="1822" y="12431"/>
                  </a:moveTo>
                  <a:lnTo>
                    <a:pt x="1885" y="12440"/>
                  </a:lnTo>
                  <a:lnTo>
                    <a:pt x="1974" y="12512"/>
                  </a:lnTo>
                  <a:lnTo>
                    <a:pt x="2045" y="12690"/>
                  </a:lnTo>
                  <a:lnTo>
                    <a:pt x="2054" y="12806"/>
                  </a:lnTo>
                  <a:lnTo>
                    <a:pt x="2054" y="14235"/>
                  </a:lnTo>
                  <a:lnTo>
                    <a:pt x="1599" y="14235"/>
                  </a:lnTo>
                  <a:lnTo>
                    <a:pt x="1599" y="12806"/>
                  </a:lnTo>
                  <a:lnTo>
                    <a:pt x="1599" y="12690"/>
                  </a:lnTo>
                  <a:lnTo>
                    <a:pt x="1661" y="12512"/>
                  </a:lnTo>
                  <a:lnTo>
                    <a:pt x="1751" y="12440"/>
                  </a:lnTo>
                  <a:lnTo>
                    <a:pt x="1822" y="12431"/>
                  </a:lnTo>
                  <a:close/>
                  <a:moveTo>
                    <a:pt x="2492" y="12431"/>
                  </a:moveTo>
                  <a:lnTo>
                    <a:pt x="2554" y="12440"/>
                  </a:lnTo>
                  <a:lnTo>
                    <a:pt x="2644" y="12512"/>
                  </a:lnTo>
                  <a:lnTo>
                    <a:pt x="2706" y="12690"/>
                  </a:lnTo>
                  <a:lnTo>
                    <a:pt x="2715" y="12806"/>
                  </a:lnTo>
                  <a:lnTo>
                    <a:pt x="2715" y="14235"/>
                  </a:lnTo>
                  <a:lnTo>
                    <a:pt x="2260" y="14235"/>
                  </a:lnTo>
                  <a:lnTo>
                    <a:pt x="2260" y="12806"/>
                  </a:lnTo>
                  <a:lnTo>
                    <a:pt x="2269" y="12690"/>
                  </a:lnTo>
                  <a:lnTo>
                    <a:pt x="2331" y="12512"/>
                  </a:lnTo>
                  <a:lnTo>
                    <a:pt x="2421" y="12440"/>
                  </a:lnTo>
                  <a:lnTo>
                    <a:pt x="2492" y="12431"/>
                  </a:lnTo>
                  <a:close/>
                  <a:moveTo>
                    <a:pt x="3153" y="12431"/>
                  </a:moveTo>
                  <a:lnTo>
                    <a:pt x="3215" y="12440"/>
                  </a:lnTo>
                  <a:lnTo>
                    <a:pt x="3305" y="12512"/>
                  </a:lnTo>
                  <a:lnTo>
                    <a:pt x="3376" y="12690"/>
                  </a:lnTo>
                  <a:lnTo>
                    <a:pt x="3376" y="12806"/>
                  </a:lnTo>
                  <a:lnTo>
                    <a:pt x="3376" y="14235"/>
                  </a:lnTo>
                  <a:lnTo>
                    <a:pt x="2930" y="14235"/>
                  </a:lnTo>
                  <a:lnTo>
                    <a:pt x="2930" y="12806"/>
                  </a:lnTo>
                  <a:lnTo>
                    <a:pt x="2930" y="12690"/>
                  </a:lnTo>
                  <a:lnTo>
                    <a:pt x="2992" y="12512"/>
                  </a:lnTo>
                  <a:lnTo>
                    <a:pt x="3081" y="12440"/>
                  </a:lnTo>
                  <a:lnTo>
                    <a:pt x="3153" y="12431"/>
                  </a:lnTo>
                  <a:close/>
                  <a:moveTo>
                    <a:pt x="3823" y="12431"/>
                  </a:moveTo>
                  <a:lnTo>
                    <a:pt x="3885" y="12440"/>
                  </a:lnTo>
                  <a:lnTo>
                    <a:pt x="3974" y="12512"/>
                  </a:lnTo>
                  <a:lnTo>
                    <a:pt x="4037" y="12690"/>
                  </a:lnTo>
                  <a:lnTo>
                    <a:pt x="4046" y="12806"/>
                  </a:lnTo>
                  <a:lnTo>
                    <a:pt x="4046" y="14235"/>
                  </a:lnTo>
                  <a:lnTo>
                    <a:pt x="3590" y="14235"/>
                  </a:lnTo>
                  <a:lnTo>
                    <a:pt x="3590" y="12806"/>
                  </a:lnTo>
                  <a:lnTo>
                    <a:pt x="3599" y="12690"/>
                  </a:lnTo>
                  <a:lnTo>
                    <a:pt x="3653" y="12512"/>
                  </a:lnTo>
                  <a:lnTo>
                    <a:pt x="3751" y="12440"/>
                  </a:lnTo>
                  <a:lnTo>
                    <a:pt x="3823" y="12431"/>
                  </a:lnTo>
                  <a:close/>
                  <a:moveTo>
                    <a:pt x="1822" y="15673"/>
                  </a:moveTo>
                  <a:lnTo>
                    <a:pt x="1885" y="15682"/>
                  </a:lnTo>
                  <a:lnTo>
                    <a:pt x="1974" y="15753"/>
                  </a:lnTo>
                  <a:lnTo>
                    <a:pt x="2045" y="15932"/>
                  </a:lnTo>
                  <a:lnTo>
                    <a:pt x="2054" y="16039"/>
                  </a:lnTo>
                  <a:lnTo>
                    <a:pt x="2054" y="17468"/>
                  </a:lnTo>
                  <a:lnTo>
                    <a:pt x="1599" y="17468"/>
                  </a:lnTo>
                  <a:lnTo>
                    <a:pt x="1599" y="16039"/>
                  </a:lnTo>
                  <a:lnTo>
                    <a:pt x="1599" y="15932"/>
                  </a:lnTo>
                  <a:lnTo>
                    <a:pt x="1661" y="15753"/>
                  </a:lnTo>
                  <a:lnTo>
                    <a:pt x="1751" y="15682"/>
                  </a:lnTo>
                  <a:lnTo>
                    <a:pt x="1822" y="15673"/>
                  </a:lnTo>
                  <a:close/>
                  <a:moveTo>
                    <a:pt x="2492" y="15673"/>
                  </a:moveTo>
                  <a:lnTo>
                    <a:pt x="2554" y="15682"/>
                  </a:lnTo>
                  <a:lnTo>
                    <a:pt x="2644" y="15753"/>
                  </a:lnTo>
                  <a:lnTo>
                    <a:pt x="2706" y="15932"/>
                  </a:lnTo>
                  <a:lnTo>
                    <a:pt x="2715" y="16039"/>
                  </a:lnTo>
                  <a:lnTo>
                    <a:pt x="2715" y="17468"/>
                  </a:lnTo>
                  <a:lnTo>
                    <a:pt x="2260" y="17468"/>
                  </a:lnTo>
                  <a:lnTo>
                    <a:pt x="2260" y="16039"/>
                  </a:lnTo>
                  <a:lnTo>
                    <a:pt x="2269" y="15932"/>
                  </a:lnTo>
                  <a:lnTo>
                    <a:pt x="2331" y="15753"/>
                  </a:lnTo>
                  <a:lnTo>
                    <a:pt x="2421" y="15682"/>
                  </a:lnTo>
                  <a:lnTo>
                    <a:pt x="2492" y="15673"/>
                  </a:lnTo>
                  <a:close/>
                  <a:moveTo>
                    <a:pt x="3153" y="15673"/>
                  </a:moveTo>
                  <a:lnTo>
                    <a:pt x="3215" y="15682"/>
                  </a:lnTo>
                  <a:lnTo>
                    <a:pt x="3305" y="15753"/>
                  </a:lnTo>
                  <a:lnTo>
                    <a:pt x="3376" y="15932"/>
                  </a:lnTo>
                  <a:lnTo>
                    <a:pt x="3376" y="16039"/>
                  </a:lnTo>
                  <a:lnTo>
                    <a:pt x="3376" y="17468"/>
                  </a:lnTo>
                  <a:lnTo>
                    <a:pt x="2930" y="17468"/>
                  </a:lnTo>
                  <a:lnTo>
                    <a:pt x="2930" y="16039"/>
                  </a:lnTo>
                  <a:lnTo>
                    <a:pt x="2930" y="15932"/>
                  </a:lnTo>
                  <a:lnTo>
                    <a:pt x="2992" y="15753"/>
                  </a:lnTo>
                  <a:lnTo>
                    <a:pt x="3081" y="15682"/>
                  </a:lnTo>
                  <a:lnTo>
                    <a:pt x="3153" y="15673"/>
                  </a:lnTo>
                  <a:close/>
                  <a:moveTo>
                    <a:pt x="3823" y="15673"/>
                  </a:moveTo>
                  <a:lnTo>
                    <a:pt x="3885" y="15682"/>
                  </a:lnTo>
                  <a:lnTo>
                    <a:pt x="3974" y="15753"/>
                  </a:lnTo>
                  <a:lnTo>
                    <a:pt x="4037" y="15932"/>
                  </a:lnTo>
                  <a:lnTo>
                    <a:pt x="4046" y="16039"/>
                  </a:lnTo>
                  <a:lnTo>
                    <a:pt x="4046" y="17468"/>
                  </a:lnTo>
                  <a:lnTo>
                    <a:pt x="3590" y="17468"/>
                  </a:lnTo>
                  <a:lnTo>
                    <a:pt x="3590" y="16039"/>
                  </a:lnTo>
                  <a:lnTo>
                    <a:pt x="3599" y="15932"/>
                  </a:lnTo>
                  <a:lnTo>
                    <a:pt x="3653" y="15753"/>
                  </a:lnTo>
                  <a:lnTo>
                    <a:pt x="3751" y="15682"/>
                  </a:lnTo>
                  <a:lnTo>
                    <a:pt x="3823" y="15673"/>
                  </a:lnTo>
                  <a:close/>
                  <a:moveTo>
                    <a:pt x="1822" y="18905"/>
                  </a:moveTo>
                  <a:lnTo>
                    <a:pt x="1885" y="18914"/>
                  </a:lnTo>
                  <a:lnTo>
                    <a:pt x="1974" y="18986"/>
                  </a:lnTo>
                  <a:lnTo>
                    <a:pt x="2045" y="19164"/>
                  </a:lnTo>
                  <a:lnTo>
                    <a:pt x="2054" y="19280"/>
                  </a:lnTo>
                  <a:lnTo>
                    <a:pt x="2054" y="20709"/>
                  </a:lnTo>
                  <a:lnTo>
                    <a:pt x="1599" y="20709"/>
                  </a:lnTo>
                  <a:lnTo>
                    <a:pt x="1599" y="19280"/>
                  </a:lnTo>
                  <a:lnTo>
                    <a:pt x="1599" y="19164"/>
                  </a:lnTo>
                  <a:lnTo>
                    <a:pt x="1661" y="18986"/>
                  </a:lnTo>
                  <a:lnTo>
                    <a:pt x="1751" y="18914"/>
                  </a:lnTo>
                  <a:lnTo>
                    <a:pt x="1822" y="18905"/>
                  </a:lnTo>
                  <a:close/>
                  <a:moveTo>
                    <a:pt x="2492" y="18905"/>
                  </a:moveTo>
                  <a:lnTo>
                    <a:pt x="2554" y="18914"/>
                  </a:lnTo>
                  <a:lnTo>
                    <a:pt x="2644" y="18986"/>
                  </a:lnTo>
                  <a:lnTo>
                    <a:pt x="2706" y="19164"/>
                  </a:lnTo>
                  <a:lnTo>
                    <a:pt x="2715" y="19280"/>
                  </a:lnTo>
                  <a:lnTo>
                    <a:pt x="2715" y="20709"/>
                  </a:lnTo>
                  <a:lnTo>
                    <a:pt x="2260" y="20709"/>
                  </a:lnTo>
                  <a:lnTo>
                    <a:pt x="2260" y="19280"/>
                  </a:lnTo>
                  <a:lnTo>
                    <a:pt x="2269" y="19164"/>
                  </a:lnTo>
                  <a:lnTo>
                    <a:pt x="2331" y="18986"/>
                  </a:lnTo>
                  <a:lnTo>
                    <a:pt x="2421" y="18914"/>
                  </a:lnTo>
                  <a:lnTo>
                    <a:pt x="2492" y="18905"/>
                  </a:lnTo>
                  <a:close/>
                  <a:moveTo>
                    <a:pt x="3153" y="18905"/>
                  </a:moveTo>
                  <a:lnTo>
                    <a:pt x="3215" y="18914"/>
                  </a:lnTo>
                  <a:lnTo>
                    <a:pt x="3305" y="18986"/>
                  </a:lnTo>
                  <a:lnTo>
                    <a:pt x="3376" y="19164"/>
                  </a:lnTo>
                  <a:lnTo>
                    <a:pt x="3376" y="19280"/>
                  </a:lnTo>
                  <a:lnTo>
                    <a:pt x="3376" y="20709"/>
                  </a:lnTo>
                  <a:lnTo>
                    <a:pt x="2930" y="20709"/>
                  </a:lnTo>
                  <a:lnTo>
                    <a:pt x="2930" y="19280"/>
                  </a:lnTo>
                  <a:lnTo>
                    <a:pt x="2930" y="19164"/>
                  </a:lnTo>
                  <a:lnTo>
                    <a:pt x="2992" y="18986"/>
                  </a:lnTo>
                  <a:lnTo>
                    <a:pt x="3081" y="18914"/>
                  </a:lnTo>
                  <a:lnTo>
                    <a:pt x="3153" y="18905"/>
                  </a:lnTo>
                  <a:close/>
                  <a:moveTo>
                    <a:pt x="3823" y="18905"/>
                  </a:moveTo>
                  <a:lnTo>
                    <a:pt x="3885" y="18914"/>
                  </a:lnTo>
                  <a:lnTo>
                    <a:pt x="3974" y="18986"/>
                  </a:lnTo>
                  <a:lnTo>
                    <a:pt x="4037" y="19164"/>
                  </a:lnTo>
                  <a:lnTo>
                    <a:pt x="4046" y="19280"/>
                  </a:lnTo>
                  <a:lnTo>
                    <a:pt x="4046" y="20709"/>
                  </a:lnTo>
                  <a:lnTo>
                    <a:pt x="3590" y="20709"/>
                  </a:lnTo>
                  <a:lnTo>
                    <a:pt x="3590" y="19280"/>
                  </a:lnTo>
                  <a:lnTo>
                    <a:pt x="3599" y="19164"/>
                  </a:lnTo>
                  <a:lnTo>
                    <a:pt x="3653" y="18986"/>
                  </a:lnTo>
                  <a:lnTo>
                    <a:pt x="3751" y="18914"/>
                  </a:lnTo>
                  <a:lnTo>
                    <a:pt x="3823" y="18905"/>
                  </a:lnTo>
                  <a:close/>
                  <a:moveTo>
                    <a:pt x="1" y="1"/>
                  </a:moveTo>
                  <a:lnTo>
                    <a:pt x="1224" y="1287"/>
                  </a:lnTo>
                  <a:lnTo>
                    <a:pt x="1286" y="1287"/>
                  </a:lnTo>
                  <a:lnTo>
                    <a:pt x="1286" y="1688"/>
                  </a:lnTo>
                  <a:lnTo>
                    <a:pt x="1036" y="1688"/>
                  </a:lnTo>
                  <a:lnTo>
                    <a:pt x="1036" y="2278"/>
                  </a:lnTo>
                  <a:lnTo>
                    <a:pt x="1286" y="2278"/>
                  </a:lnTo>
                  <a:lnTo>
                    <a:pt x="1286" y="4921"/>
                  </a:lnTo>
                  <a:lnTo>
                    <a:pt x="1036" y="4921"/>
                  </a:lnTo>
                  <a:lnTo>
                    <a:pt x="1036" y="5519"/>
                  </a:lnTo>
                  <a:lnTo>
                    <a:pt x="1286" y="5519"/>
                  </a:lnTo>
                  <a:lnTo>
                    <a:pt x="1286" y="8163"/>
                  </a:lnTo>
                  <a:lnTo>
                    <a:pt x="1036" y="8163"/>
                  </a:lnTo>
                  <a:lnTo>
                    <a:pt x="1036" y="8752"/>
                  </a:lnTo>
                  <a:lnTo>
                    <a:pt x="1286" y="8752"/>
                  </a:lnTo>
                  <a:lnTo>
                    <a:pt x="1286" y="11395"/>
                  </a:lnTo>
                  <a:lnTo>
                    <a:pt x="1036" y="11395"/>
                  </a:lnTo>
                  <a:lnTo>
                    <a:pt x="1036" y="11994"/>
                  </a:lnTo>
                  <a:lnTo>
                    <a:pt x="1286" y="11994"/>
                  </a:lnTo>
                  <a:lnTo>
                    <a:pt x="1286" y="14628"/>
                  </a:lnTo>
                  <a:lnTo>
                    <a:pt x="1036" y="14628"/>
                  </a:lnTo>
                  <a:lnTo>
                    <a:pt x="1036" y="15226"/>
                  </a:lnTo>
                  <a:lnTo>
                    <a:pt x="1286" y="15226"/>
                  </a:lnTo>
                  <a:lnTo>
                    <a:pt x="1286" y="17870"/>
                  </a:lnTo>
                  <a:lnTo>
                    <a:pt x="1036" y="17870"/>
                  </a:lnTo>
                  <a:lnTo>
                    <a:pt x="1036" y="18459"/>
                  </a:lnTo>
                  <a:lnTo>
                    <a:pt x="1286" y="18459"/>
                  </a:lnTo>
                  <a:lnTo>
                    <a:pt x="1286" y="21102"/>
                  </a:lnTo>
                  <a:lnTo>
                    <a:pt x="1036" y="21102"/>
                  </a:lnTo>
                  <a:lnTo>
                    <a:pt x="1036" y="21700"/>
                  </a:lnTo>
                  <a:lnTo>
                    <a:pt x="1286" y="21700"/>
                  </a:lnTo>
                  <a:lnTo>
                    <a:pt x="1286" y="24799"/>
                  </a:lnTo>
                  <a:lnTo>
                    <a:pt x="4358" y="24799"/>
                  </a:lnTo>
                  <a:lnTo>
                    <a:pt x="4358" y="21700"/>
                  </a:lnTo>
                  <a:lnTo>
                    <a:pt x="4599" y="21700"/>
                  </a:lnTo>
                  <a:lnTo>
                    <a:pt x="4599" y="21102"/>
                  </a:lnTo>
                  <a:lnTo>
                    <a:pt x="4358" y="21102"/>
                  </a:lnTo>
                  <a:lnTo>
                    <a:pt x="4358" y="18459"/>
                  </a:lnTo>
                  <a:lnTo>
                    <a:pt x="4599" y="18459"/>
                  </a:lnTo>
                  <a:lnTo>
                    <a:pt x="4599" y="17870"/>
                  </a:lnTo>
                  <a:lnTo>
                    <a:pt x="4358" y="17870"/>
                  </a:lnTo>
                  <a:lnTo>
                    <a:pt x="4358" y="15226"/>
                  </a:lnTo>
                  <a:lnTo>
                    <a:pt x="4599" y="15226"/>
                  </a:lnTo>
                  <a:lnTo>
                    <a:pt x="4599" y="14628"/>
                  </a:lnTo>
                  <a:lnTo>
                    <a:pt x="4358" y="14628"/>
                  </a:lnTo>
                  <a:lnTo>
                    <a:pt x="4358" y="11994"/>
                  </a:lnTo>
                  <a:lnTo>
                    <a:pt x="4599" y="11994"/>
                  </a:lnTo>
                  <a:lnTo>
                    <a:pt x="4599" y="11395"/>
                  </a:lnTo>
                  <a:lnTo>
                    <a:pt x="4358" y="11395"/>
                  </a:lnTo>
                  <a:lnTo>
                    <a:pt x="4358" y="8752"/>
                  </a:lnTo>
                  <a:lnTo>
                    <a:pt x="4599" y="8752"/>
                  </a:lnTo>
                  <a:lnTo>
                    <a:pt x="4599" y="8163"/>
                  </a:lnTo>
                  <a:lnTo>
                    <a:pt x="4358" y="8163"/>
                  </a:lnTo>
                  <a:lnTo>
                    <a:pt x="4358" y="5519"/>
                  </a:lnTo>
                  <a:lnTo>
                    <a:pt x="4599" y="5519"/>
                  </a:lnTo>
                  <a:lnTo>
                    <a:pt x="4599" y="4921"/>
                  </a:lnTo>
                  <a:lnTo>
                    <a:pt x="4358" y="4921"/>
                  </a:lnTo>
                  <a:lnTo>
                    <a:pt x="4358" y="2278"/>
                  </a:lnTo>
                  <a:lnTo>
                    <a:pt x="4599" y="2278"/>
                  </a:lnTo>
                  <a:lnTo>
                    <a:pt x="4599" y="1688"/>
                  </a:lnTo>
                  <a:lnTo>
                    <a:pt x="4358" y="1688"/>
                  </a:lnTo>
                  <a:lnTo>
                    <a:pt x="4358" y="1233"/>
                  </a:lnTo>
                  <a:lnTo>
                    <a:pt x="56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1" name="Google Shape;4521;p40"/>
          <p:cNvGrpSpPr/>
          <p:nvPr/>
        </p:nvGrpSpPr>
        <p:grpSpPr>
          <a:xfrm>
            <a:off x="4728697" y="3684933"/>
            <a:ext cx="737236" cy="737053"/>
            <a:chOff x="2715274" y="3858064"/>
            <a:chExt cx="1285952" cy="1285632"/>
          </a:xfrm>
        </p:grpSpPr>
        <p:sp>
          <p:nvSpPr>
            <p:cNvPr id="4522" name="Google Shape;4522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5" name="Google Shape;4525;p40"/>
          <p:cNvSpPr/>
          <p:nvPr/>
        </p:nvSpPr>
        <p:spPr>
          <a:xfrm>
            <a:off x="7407139" y="3765730"/>
            <a:ext cx="171034" cy="574868"/>
          </a:xfrm>
          <a:custGeom>
            <a:rect b="b" l="l" r="r" t="t"/>
            <a:pathLst>
              <a:path extrusionOk="0" h="22617" w="6729">
                <a:moveTo>
                  <a:pt x="3317" y="0"/>
                </a:moveTo>
                <a:lnTo>
                  <a:pt x="3188" y="16"/>
                </a:lnTo>
                <a:lnTo>
                  <a:pt x="2964" y="112"/>
                </a:lnTo>
                <a:lnTo>
                  <a:pt x="2868" y="208"/>
                </a:lnTo>
                <a:lnTo>
                  <a:pt x="2788" y="321"/>
                </a:lnTo>
                <a:lnTo>
                  <a:pt x="2708" y="609"/>
                </a:lnTo>
                <a:lnTo>
                  <a:pt x="2676" y="753"/>
                </a:lnTo>
                <a:lnTo>
                  <a:pt x="2676" y="817"/>
                </a:lnTo>
                <a:lnTo>
                  <a:pt x="2676" y="897"/>
                </a:lnTo>
                <a:lnTo>
                  <a:pt x="2420" y="1041"/>
                </a:lnTo>
                <a:lnTo>
                  <a:pt x="2259" y="1121"/>
                </a:lnTo>
                <a:lnTo>
                  <a:pt x="2035" y="1121"/>
                </a:lnTo>
                <a:lnTo>
                  <a:pt x="1587" y="1137"/>
                </a:lnTo>
                <a:lnTo>
                  <a:pt x="1170" y="1153"/>
                </a:lnTo>
                <a:lnTo>
                  <a:pt x="754" y="1137"/>
                </a:lnTo>
                <a:lnTo>
                  <a:pt x="610" y="1121"/>
                </a:lnTo>
                <a:lnTo>
                  <a:pt x="273" y="1137"/>
                </a:lnTo>
                <a:lnTo>
                  <a:pt x="129" y="1201"/>
                </a:lnTo>
                <a:lnTo>
                  <a:pt x="33" y="1282"/>
                </a:lnTo>
                <a:lnTo>
                  <a:pt x="1" y="1554"/>
                </a:lnTo>
                <a:lnTo>
                  <a:pt x="65" y="1666"/>
                </a:lnTo>
                <a:lnTo>
                  <a:pt x="241" y="1762"/>
                </a:lnTo>
                <a:lnTo>
                  <a:pt x="962" y="1762"/>
                </a:lnTo>
                <a:lnTo>
                  <a:pt x="1010" y="1826"/>
                </a:lnTo>
                <a:lnTo>
                  <a:pt x="1026" y="1906"/>
                </a:lnTo>
                <a:lnTo>
                  <a:pt x="1042" y="2114"/>
                </a:lnTo>
                <a:lnTo>
                  <a:pt x="1138" y="2275"/>
                </a:lnTo>
                <a:lnTo>
                  <a:pt x="1234" y="2339"/>
                </a:lnTo>
                <a:lnTo>
                  <a:pt x="1491" y="2371"/>
                </a:lnTo>
                <a:lnTo>
                  <a:pt x="1603" y="2371"/>
                </a:lnTo>
                <a:lnTo>
                  <a:pt x="2035" y="2387"/>
                </a:lnTo>
                <a:lnTo>
                  <a:pt x="2484" y="2403"/>
                </a:lnTo>
                <a:lnTo>
                  <a:pt x="2532" y="2531"/>
                </a:lnTo>
                <a:lnTo>
                  <a:pt x="2452" y="3684"/>
                </a:lnTo>
                <a:lnTo>
                  <a:pt x="2163" y="5975"/>
                </a:lnTo>
                <a:lnTo>
                  <a:pt x="2083" y="6487"/>
                </a:lnTo>
                <a:lnTo>
                  <a:pt x="1443" y="6487"/>
                </a:lnTo>
                <a:lnTo>
                  <a:pt x="738" y="22616"/>
                </a:lnTo>
                <a:lnTo>
                  <a:pt x="5927" y="22616"/>
                </a:lnTo>
                <a:lnTo>
                  <a:pt x="5239" y="6487"/>
                </a:lnTo>
                <a:lnTo>
                  <a:pt x="4630" y="6487"/>
                </a:lnTo>
                <a:lnTo>
                  <a:pt x="4550" y="5975"/>
                </a:lnTo>
                <a:lnTo>
                  <a:pt x="4262" y="3684"/>
                </a:lnTo>
                <a:lnTo>
                  <a:pt x="4181" y="2531"/>
                </a:lnTo>
                <a:lnTo>
                  <a:pt x="4229" y="2403"/>
                </a:lnTo>
                <a:lnTo>
                  <a:pt x="4678" y="2387"/>
                </a:lnTo>
                <a:lnTo>
                  <a:pt x="5110" y="2371"/>
                </a:lnTo>
                <a:lnTo>
                  <a:pt x="5239" y="2371"/>
                </a:lnTo>
                <a:lnTo>
                  <a:pt x="5479" y="2339"/>
                </a:lnTo>
                <a:lnTo>
                  <a:pt x="5575" y="2275"/>
                </a:lnTo>
                <a:lnTo>
                  <a:pt x="5671" y="2114"/>
                </a:lnTo>
                <a:lnTo>
                  <a:pt x="5687" y="1906"/>
                </a:lnTo>
                <a:lnTo>
                  <a:pt x="5703" y="1826"/>
                </a:lnTo>
                <a:lnTo>
                  <a:pt x="5751" y="1762"/>
                </a:lnTo>
                <a:lnTo>
                  <a:pt x="6472" y="1762"/>
                </a:lnTo>
                <a:lnTo>
                  <a:pt x="6648" y="1666"/>
                </a:lnTo>
                <a:lnTo>
                  <a:pt x="6728" y="1554"/>
                </a:lnTo>
                <a:lnTo>
                  <a:pt x="6680" y="1282"/>
                </a:lnTo>
                <a:lnTo>
                  <a:pt x="6584" y="1201"/>
                </a:lnTo>
                <a:lnTo>
                  <a:pt x="6440" y="1137"/>
                </a:lnTo>
                <a:lnTo>
                  <a:pt x="6103" y="1121"/>
                </a:lnTo>
                <a:lnTo>
                  <a:pt x="5959" y="1137"/>
                </a:lnTo>
                <a:lnTo>
                  <a:pt x="5543" y="1153"/>
                </a:lnTo>
                <a:lnTo>
                  <a:pt x="5142" y="1137"/>
                </a:lnTo>
                <a:lnTo>
                  <a:pt x="4678" y="1121"/>
                </a:lnTo>
                <a:lnTo>
                  <a:pt x="4454" y="1121"/>
                </a:lnTo>
                <a:lnTo>
                  <a:pt x="4310" y="1041"/>
                </a:lnTo>
                <a:lnTo>
                  <a:pt x="4037" y="897"/>
                </a:lnTo>
                <a:lnTo>
                  <a:pt x="4037" y="817"/>
                </a:lnTo>
                <a:lnTo>
                  <a:pt x="4037" y="785"/>
                </a:lnTo>
                <a:lnTo>
                  <a:pt x="4037" y="737"/>
                </a:lnTo>
                <a:lnTo>
                  <a:pt x="4021" y="657"/>
                </a:lnTo>
                <a:lnTo>
                  <a:pt x="4005" y="577"/>
                </a:lnTo>
                <a:lnTo>
                  <a:pt x="3973" y="433"/>
                </a:lnTo>
                <a:lnTo>
                  <a:pt x="3909" y="304"/>
                </a:lnTo>
                <a:lnTo>
                  <a:pt x="3797" y="160"/>
                </a:lnTo>
                <a:lnTo>
                  <a:pt x="3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6" name="Google Shape;4526;p40"/>
          <p:cNvGrpSpPr/>
          <p:nvPr/>
        </p:nvGrpSpPr>
        <p:grpSpPr>
          <a:xfrm rot="-5400000">
            <a:off x="5465741" y="4402945"/>
            <a:ext cx="737518" cy="737603"/>
            <a:chOff x="8287205" y="3428644"/>
            <a:chExt cx="856582" cy="856582"/>
          </a:xfrm>
        </p:grpSpPr>
        <p:grpSp>
          <p:nvGrpSpPr>
            <p:cNvPr id="4527" name="Google Shape;4527;p40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528" name="Google Shape;4528;p40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40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40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40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40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40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40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40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40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37" name="Google Shape;4537;p40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8" name="Google Shape;4538;p40"/>
          <p:cNvGrpSpPr/>
          <p:nvPr/>
        </p:nvGrpSpPr>
        <p:grpSpPr>
          <a:xfrm rot="-5400000">
            <a:off x="4727722" y="4402433"/>
            <a:ext cx="737869" cy="738209"/>
            <a:chOff x="4595925" y="3627700"/>
            <a:chExt cx="1358125" cy="1358750"/>
          </a:xfrm>
        </p:grpSpPr>
        <p:sp>
          <p:nvSpPr>
            <p:cNvPr id="4539" name="Google Shape;453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0" name="Google Shape;4550;p40"/>
          <p:cNvSpPr/>
          <p:nvPr/>
        </p:nvSpPr>
        <p:spPr>
          <a:xfrm>
            <a:off x="6937813" y="4422125"/>
            <a:ext cx="737093" cy="717142"/>
          </a:xfrm>
          <a:custGeom>
            <a:rect b="b" l="l" r="r" t="t"/>
            <a:pathLst>
              <a:path extrusionOk="0" h="40176" w="40185">
                <a:moveTo>
                  <a:pt x="0" y="0"/>
                </a:moveTo>
                <a:lnTo>
                  <a:pt x="0" y="40176"/>
                </a:lnTo>
                <a:lnTo>
                  <a:pt x="1045" y="40167"/>
                </a:lnTo>
                <a:lnTo>
                  <a:pt x="3099" y="40060"/>
                </a:lnTo>
                <a:lnTo>
                  <a:pt x="5126" y="39854"/>
                </a:lnTo>
                <a:lnTo>
                  <a:pt x="7117" y="39551"/>
                </a:lnTo>
                <a:lnTo>
                  <a:pt x="9082" y="39149"/>
                </a:lnTo>
                <a:lnTo>
                  <a:pt x="11002" y="38658"/>
                </a:lnTo>
                <a:lnTo>
                  <a:pt x="12895" y="38068"/>
                </a:lnTo>
                <a:lnTo>
                  <a:pt x="14743" y="37390"/>
                </a:lnTo>
                <a:lnTo>
                  <a:pt x="16538" y="36631"/>
                </a:lnTo>
                <a:lnTo>
                  <a:pt x="18298" y="35782"/>
                </a:lnTo>
                <a:lnTo>
                  <a:pt x="20003" y="34854"/>
                </a:lnTo>
                <a:lnTo>
                  <a:pt x="21664" y="33845"/>
                </a:lnTo>
                <a:lnTo>
                  <a:pt x="23263" y="32764"/>
                </a:lnTo>
                <a:lnTo>
                  <a:pt x="24816" y="31612"/>
                </a:lnTo>
                <a:lnTo>
                  <a:pt x="26299" y="30380"/>
                </a:lnTo>
                <a:lnTo>
                  <a:pt x="27728" y="29085"/>
                </a:lnTo>
                <a:lnTo>
                  <a:pt x="29094" y="27719"/>
                </a:lnTo>
                <a:lnTo>
                  <a:pt x="30389" y="26290"/>
                </a:lnTo>
                <a:lnTo>
                  <a:pt x="31621" y="24808"/>
                </a:lnTo>
                <a:lnTo>
                  <a:pt x="32773" y="23254"/>
                </a:lnTo>
                <a:lnTo>
                  <a:pt x="33854" y="21655"/>
                </a:lnTo>
                <a:lnTo>
                  <a:pt x="34863" y="19994"/>
                </a:lnTo>
                <a:lnTo>
                  <a:pt x="35791" y="18289"/>
                </a:lnTo>
                <a:lnTo>
                  <a:pt x="36640" y="16529"/>
                </a:lnTo>
                <a:lnTo>
                  <a:pt x="37399" y="14735"/>
                </a:lnTo>
                <a:lnTo>
                  <a:pt x="38077" y="12886"/>
                </a:lnTo>
                <a:lnTo>
                  <a:pt x="38667" y="10993"/>
                </a:lnTo>
                <a:lnTo>
                  <a:pt x="39158" y="9073"/>
                </a:lnTo>
                <a:lnTo>
                  <a:pt x="39560" y="7108"/>
                </a:lnTo>
                <a:lnTo>
                  <a:pt x="39863" y="5117"/>
                </a:lnTo>
                <a:lnTo>
                  <a:pt x="40069" y="3090"/>
                </a:lnTo>
                <a:lnTo>
                  <a:pt x="40176" y="1036"/>
                </a:lnTo>
                <a:lnTo>
                  <a:pt x="4018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1" name="Google Shape;4551;p40"/>
          <p:cNvGrpSpPr/>
          <p:nvPr/>
        </p:nvGrpSpPr>
        <p:grpSpPr>
          <a:xfrm rot="5400000">
            <a:off x="8469332" y="2881598"/>
            <a:ext cx="717125" cy="123508"/>
            <a:chOff x="1835722" y="987600"/>
            <a:chExt cx="879584" cy="151488"/>
          </a:xfrm>
        </p:grpSpPr>
        <p:sp>
          <p:nvSpPr>
            <p:cNvPr id="4552" name="Google Shape;4552;p40"/>
            <p:cNvSpPr/>
            <p:nvPr/>
          </p:nvSpPr>
          <p:spPr>
            <a:xfrm>
              <a:off x="1835722" y="987600"/>
              <a:ext cx="151456" cy="151488"/>
            </a:xfrm>
            <a:custGeom>
              <a:rect b="b" l="l" r="r" t="t"/>
              <a:pathLst>
                <a:path extrusionOk="0" h="4734" w="4733">
                  <a:moveTo>
                    <a:pt x="2367" y="1"/>
                  </a:moveTo>
                  <a:lnTo>
                    <a:pt x="2125" y="10"/>
                  </a:lnTo>
                  <a:lnTo>
                    <a:pt x="1661" y="108"/>
                  </a:lnTo>
                  <a:lnTo>
                    <a:pt x="1232" y="287"/>
                  </a:lnTo>
                  <a:lnTo>
                    <a:pt x="857" y="537"/>
                  </a:lnTo>
                  <a:lnTo>
                    <a:pt x="536" y="858"/>
                  </a:lnTo>
                  <a:lnTo>
                    <a:pt x="286" y="1242"/>
                  </a:lnTo>
                  <a:lnTo>
                    <a:pt x="107" y="1662"/>
                  </a:lnTo>
                  <a:lnTo>
                    <a:pt x="9" y="2126"/>
                  </a:lnTo>
                  <a:lnTo>
                    <a:pt x="0" y="2367"/>
                  </a:lnTo>
                  <a:lnTo>
                    <a:pt x="9" y="2609"/>
                  </a:lnTo>
                  <a:lnTo>
                    <a:pt x="107" y="3073"/>
                  </a:lnTo>
                  <a:lnTo>
                    <a:pt x="286" y="3502"/>
                  </a:lnTo>
                  <a:lnTo>
                    <a:pt x="536" y="3877"/>
                  </a:lnTo>
                  <a:lnTo>
                    <a:pt x="857" y="4198"/>
                  </a:lnTo>
                  <a:lnTo>
                    <a:pt x="1232" y="4448"/>
                  </a:lnTo>
                  <a:lnTo>
                    <a:pt x="1661" y="4627"/>
                  </a:lnTo>
                  <a:lnTo>
                    <a:pt x="2125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7" y="3877"/>
                  </a:lnTo>
                  <a:lnTo>
                    <a:pt x="4447" y="3502"/>
                  </a:lnTo>
                  <a:lnTo>
                    <a:pt x="4626" y="3073"/>
                  </a:lnTo>
                  <a:lnTo>
                    <a:pt x="4724" y="2609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7" y="1242"/>
                  </a:lnTo>
                  <a:lnTo>
                    <a:pt x="4197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40"/>
            <p:cNvSpPr/>
            <p:nvPr/>
          </p:nvSpPr>
          <p:spPr>
            <a:xfrm>
              <a:off x="2199754" y="987600"/>
              <a:ext cx="151488" cy="1514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67" y="537"/>
                  </a:lnTo>
                  <a:lnTo>
                    <a:pt x="546" y="858"/>
                  </a:lnTo>
                  <a:lnTo>
                    <a:pt x="287" y="1242"/>
                  </a:lnTo>
                  <a:lnTo>
                    <a:pt x="108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108" y="3073"/>
                  </a:lnTo>
                  <a:lnTo>
                    <a:pt x="287" y="3502"/>
                  </a:lnTo>
                  <a:lnTo>
                    <a:pt x="546" y="3877"/>
                  </a:lnTo>
                  <a:lnTo>
                    <a:pt x="867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501" y="4448"/>
                  </a:lnTo>
                  <a:lnTo>
                    <a:pt x="3876" y="4198"/>
                  </a:lnTo>
                  <a:lnTo>
                    <a:pt x="4198" y="3877"/>
                  </a:lnTo>
                  <a:lnTo>
                    <a:pt x="4457" y="3502"/>
                  </a:lnTo>
                  <a:lnTo>
                    <a:pt x="4636" y="3073"/>
                  </a:lnTo>
                  <a:lnTo>
                    <a:pt x="4725" y="2609"/>
                  </a:lnTo>
                  <a:lnTo>
                    <a:pt x="4734" y="2367"/>
                  </a:lnTo>
                  <a:lnTo>
                    <a:pt x="4725" y="2126"/>
                  </a:lnTo>
                  <a:lnTo>
                    <a:pt x="4636" y="1662"/>
                  </a:lnTo>
                  <a:lnTo>
                    <a:pt x="4457" y="1242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501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40"/>
            <p:cNvSpPr/>
            <p:nvPr/>
          </p:nvSpPr>
          <p:spPr>
            <a:xfrm>
              <a:off x="2564106" y="987600"/>
              <a:ext cx="151200" cy="151488"/>
            </a:xfrm>
            <a:custGeom>
              <a:rect b="b" l="l" r="r" t="t"/>
              <a:pathLst>
                <a:path extrusionOk="0" h="4734" w="4725">
                  <a:moveTo>
                    <a:pt x="2367" y="1"/>
                  </a:moveTo>
                  <a:lnTo>
                    <a:pt x="2117" y="10"/>
                  </a:lnTo>
                  <a:lnTo>
                    <a:pt x="1662" y="108"/>
                  </a:lnTo>
                  <a:lnTo>
                    <a:pt x="1233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77" y="1242"/>
                  </a:lnTo>
                  <a:lnTo>
                    <a:pt x="99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99" y="3073"/>
                  </a:lnTo>
                  <a:lnTo>
                    <a:pt x="277" y="3502"/>
                  </a:lnTo>
                  <a:lnTo>
                    <a:pt x="536" y="3877"/>
                  </a:lnTo>
                  <a:lnTo>
                    <a:pt x="858" y="4198"/>
                  </a:lnTo>
                  <a:lnTo>
                    <a:pt x="1233" y="4448"/>
                  </a:lnTo>
                  <a:lnTo>
                    <a:pt x="1662" y="4627"/>
                  </a:lnTo>
                  <a:lnTo>
                    <a:pt x="2117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492" y="4448"/>
                  </a:lnTo>
                  <a:lnTo>
                    <a:pt x="3867" y="4198"/>
                  </a:lnTo>
                  <a:lnTo>
                    <a:pt x="4189" y="3877"/>
                  </a:lnTo>
                  <a:lnTo>
                    <a:pt x="4448" y="3502"/>
                  </a:lnTo>
                  <a:lnTo>
                    <a:pt x="4626" y="3073"/>
                  </a:lnTo>
                  <a:lnTo>
                    <a:pt x="4725" y="2609"/>
                  </a:lnTo>
                  <a:lnTo>
                    <a:pt x="4725" y="2367"/>
                  </a:lnTo>
                  <a:lnTo>
                    <a:pt x="4725" y="2126"/>
                  </a:lnTo>
                  <a:lnTo>
                    <a:pt x="4626" y="1662"/>
                  </a:lnTo>
                  <a:lnTo>
                    <a:pt x="4448" y="1242"/>
                  </a:lnTo>
                  <a:lnTo>
                    <a:pt x="4189" y="858"/>
                  </a:lnTo>
                  <a:lnTo>
                    <a:pt x="3867" y="537"/>
                  </a:lnTo>
                  <a:lnTo>
                    <a:pt x="3492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5" name="Google Shape;4555;p40"/>
          <p:cNvSpPr/>
          <p:nvPr/>
        </p:nvSpPr>
        <p:spPr>
          <a:xfrm>
            <a:off x="6937813" y="4422125"/>
            <a:ext cx="421456" cy="409979"/>
          </a:xfrm>
          <a:custGeom>
            <a:rect b="b" l="l" r="r" t="t"/>
            <a:pathLst>
              <a:path extrusionOk="0" h="22968" w="22977">
                <a:moveTo>
                  <a:pt x="0" y="0"/>
                </a:moveTo>
                <a:lnTo>
                  <a:pt x="0" y="22968"/>
                </a:lnTo>
                <a:lnTo>
                  <a:pt x="598" y="22959"/>
                </a:lnTo>
                <a:lnTo>
                  <a:pt x="1768" y="22905"/>
                </a:lnTo>
                <a:lnTo>
                  <a:pt x="2929" y="22780"/>
                </a:lnTo>
                <a:lnTo>
                  <a:pt x="4072" y="22611"/>
                </a:lnTo>
                <a:lnTo>
                  <a:pt x="5197" y="22379"/>
                </a:lnTo>
                <a:lnTo>
                  <a:pt x="6296" y="22093"/>
                </a:lnTo>
                <a:lnTo>
                  <a:pt x="7376" y="21762"/>
                </a:lnTo>
                <a:lnTo>
                  <a:pt x="8430" y="21378"/>
                </a:lnTo>
                <a:lnTo>
                  <a:pt x="9457" y="20941"/>
                </a:lnTo>
                <a:lnTo>
                  <a:pt x="10466" y="20459"/>
                </a:lnTo>
                <a:lnTo>
                  <a:pt x="11439" y="19923"/>
                </a:lnTo>
                <a:lnTo>
                  <a:pt x="12386" y="19351"/>
                </a:lnTo>
                <a:lnTo>
                  <a:pt x="13306" y="18726"/>
                </a:lnTo>
                <a:lnTo>
                  <a:pt x="14190" y="18065"/>
                </a:lnTo>
                <a:lnTo>
                  <a:pt x="15038" y="17369"/>
                </a:lnTo>
                <a:lnTo>
                  <a:pt x="15851" y="16628"/>
                </a:lnTo>
                <a:lnTo>
                  <a:pt x="16637" y="15842"/>
                </a:lnTo>
                <a:lnTo>
                  <a:pt x="17378" y="15029"/>
                </a:lnTo>
                <a:lnTo>
                  <a:pt x="18074" y="14181"/>
                </a:lnTo>
                <a:lnTo>
                  <a:pt x="18735" y="13297"/>
                </a:lnTo>
                <a:lnTo>
                  <a:pt x="19360" y="12377"/>
                </a:lnTo>
                <a:lnTo>
                  <a:pt x="19932" y="11430"/>
                </a:lnTo>
                <a:lnTo>
                  <a:pt x="20468" y="10457"/>
                </a:lnTo>
                <a:lnTo>
                  <a:pt x="20950" y="9448"/>
                </a:lnTo>
                <a:lnTo>
                  <a:pt x="21387" y="8421"/>
                </a:lnTo>
                <a:lnTo>
                  <a:pt x="21771" y="7367"/>
                </a:lnTo>
                <a:lnTo>
                  <a:pt x="22102" y="6287"/>
                </a:lnTo>
                <a:lnTo>
                  <a:pt x="22388" y="5188"/>
                </a:lnTo>
                <a:lnTo>
                  <a:pt x="22620" y="4063"/>
                </a:lnTo>
                <a:lnTo>
                  <a:pt x="22789" y="2920"/>
                </a:lnTo>
                <a:lnTo>
                  <a:pt x="22914" y="1759"/>
                </a:lnTo>
                <a:lnTo>
                  <a:pt x="22968" y="590"/>
                </a:lnTo>
                <a:lnTo>
                  <a:pt x="2297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6" name="Google Shape;4556;p40"/>
          <p:cNvGrpSpPr/>
          <p:nvPr/>
        </p:nvGrpSpPr>
        <p:grpSpPr>
          <a:xfrm>
            <a:off x="5465724" y="732657"/>
            <a:ext cx="737236" cy="744252"/>
            <a:chOff x="2715274" y="3858064"/>
            <a:chExt cx="1285952" cy="1285632"/>
          </a:xfrm>
        </p:grpSpPr>
        <p:sp>
          <p:nvSpPr>
            <p:cNvPr id="4557" name="Google Shape;4557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0" name="Google Shape;4560;p40"/>
          <p:cNvGrpSpPr/>
          <p:nvPr/>
        </p:nvGrpSpPr>
        <p:grpSpPr>
          <a:xfrm rot="-5400000">
            <a:off x="5464029" y="2211730"/>
            <a:ext cx="744309" cy="741681"/>
            <a:chOff x="2715274" y="3858064"/>
            <a:chExt cx="1285952" cy="1285632"/>
          </a:xfrm>
        </p:grpSpPr>
        <p:sp>
          <p:nvSpPr>
            <p:cNvPr id="4561" name="Google Shape;4561;p40"/>
            <p:cNvSpPr/>
            <p:nvPr/>
          </p:nvSpPr>
          <p:spPr>
            <a:xfrm>
              <a:off x="2715274" y="3858064"/>
              <a:ext cx="1285952" cy="1285632"/>
            </a:xfrm>
            <a:custGeom>
              <a:rect b="b" l="l" r="r" t="t"/>
              <a:pathLst>
                <a:path extrusionOk="0" h="40176" w="40186">
                  <a:moveTo>
                    <a:pt x="39150" y="0"/>
                  </a:moveTo>
                  <a:lnTo>
                    <a:pt x="37096" y="107"/>
                  </a:lnTo>
                  <a:lnTo>
                    <a:pt x="35069" y="313"/>
                  </a:lnTo>
                  <a:lnTo>
                    <a:pt x="33068" y="616"/>
                  </a:lnTo>
                  <a:lnTo>
                    <a:pt x="31113" y="1018"/>
                  </a:lnTo>
                  <a:lnTo>
                    <a:pt x="29184" y="1518"/>
                  </a:lnTo>
                  <a:lnTo>
                    <a:pt x="27299" y="2099"/>
                  </a:lnTo>
                  <a:lnTo>
                    <a:pt x="25451" y="2777"/>
                  </a:lnTo>
                  <a:lnTo>
                    <a:pt x="23647" y="3545"/>
                  </a:lnTo>
                  <a:lnTo>
                    <a:pt x="21888" y="4385"/>
                  </a:lnTo>
                  <a:lnTo>
                    <a:pt x="20182" y="5313"/>
                  </a:lnTo>
                  <a:lnTo>
                    <a:pt x="18530" y="6323"/>
                  </a:lnTo>
                  <a:lnTo>
                    <a:pt x="16923" y="7403"/>
                  </a:lnTo>
                  <a:lnTo>
                    <a:pt x="15378" y="8564"/>
                  </a:lnTo>
                  <a:lnTo>
                    <a:pt x="13887" y="9787"/>
                  </a:lnTo>
                  <a:lnTo>
                    <a:pt x="12458" y="11091"/>
                  </a:lnTo>
                  <a:lnTo>
                    <a:pt x="11100" y="12448"/>
                  </a:lnTo>
                  <a:lnTo>
                    <a:pt x="9797" y="13877"/>
                  </a:lnTo>
                  <a:lnTo>
                    <a:pt x="8573" y="15369"/>
                  </a:lnTo>
                  <a:lnTo>
                    <a:pt x="7412" y="16913"/>
                  </a:lnTo>
                  <a:lnTo>
                    <a:pt x="6332" y="18521"/>
                  </a:lnTo>
                  <a:lnTo>
                    <a:pt x="5323" y="20173"/>
                  </a:lnTo>
                  <a:lnTo>
                    <a:pt x="4394" y="21879"/>
                  </a:lnTo>
                  <a:lnTo>
                    <a:pt x="3555" y="23638"/>
                  </a:lnTo>
                  <a:lnTo>
                    <a:pt x="2787" y="25442"/>
                  </a:lnTo>
                  <a:lnTo>
                    <a:pt x="2108" y="27290"/>
                  </a:lnTo>
                  <a:lnTo>
                    <a:pt x="1528" y="29174"/>
                  </a:lnTo>
                  <a:lnTo>
                    <a:pt x="1027" y="31103"/>
                  </a:lnTo>
                  <a:lnTo>
                    <a:pt x="626" y="33059"/>
                  </a:lnTo>
                  <a:lnTo>
                    <a:pt x="322" y="35059"/>
                  </a:lnTo>
                  <a:lnTo>
                    <a:pt x="117" y="37086"/>
                  </a:lnTo>
                  <a:lnTo>
                    <a:pt x="9" y="39140"/>
                  </a:lnTo>
                  <a:lnTo>
                    <a:pt x="1" y="40176"/>
                  </a:lnTo>
                  <a:lnTo>
                    <a:pt x="40185" y="4017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AB7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40"/>
            <p:cNvSpPr/>
            <p:nvPr/>
          </p:nvSpPr>
          <p:spPr>
            <a:xfrm>
              <a:off x="3289066" y="4438704"/>
              <a:ext cx="434688" cy="430112"/>
            </a:xfrm>
            <a:custGeom>
              <a:rect b="b" l="l" r="r" t="t"/>
              <a:pathLst>
                <a:path extrusionOk="0" h="13441" w="13584">
                  <a:moveTo>
                    <a:pt x="11637" y="1"/>
                  </a:moveTo>
                  <a:lnTo>
                    <a:pt x="8824" y="4859"/>
                  </a:lnTo>
                  <a:lnTo>
                    <a:pt x="3412" y="3403"/>
                  </a:lnTo>
                  <a:lnTo>
                    <a:pt x="3412" y="3403"/>
                  </a:lnTo>
                  <a:lnTo>
                    <a:pt x="4859" y="8815"/>
                  </a:lnTo>
                  <a:lnTo>
                    <a:pt x="1" y="11628"/>
                  </a:lnTo>
                  <a:lnTo>
                    <a:pt x="3144" y="13440"/>
                  </a:lnTo>
                  <a:lnTo>
                    <a:pt x="3546" y="12655"/>
                  </a:lnTo>
                  <a:lnTo>
                    <a:pt x="4448" y="11145"/>
                  </a:lnTo>
                  <a:lnTo>
                    <a:pt x="5466" y="9725"/>
                  </a:lnTo>
                  <a:lnTo>
                    <a:pt x="6600" y="8395"/>
                  </a:lnTo>
                  <a:lnTo>
                    <a:pt x="7207" y="7779"/>
                  </a:lnTo>
                  <a:lnTo>
                    <a:pt x="7556" y="7430"/>
                  </a:lnTo>
                  <a:lnTo>
                    <a:pt x="8270" y="6779"/>
                  </a:lnTo>
                  <a:lnTo>
                    <a:pt x="9011" y="6162"/>
                  </a:lnTo>
                  <a:lnTo>
                    <a:pt x="9788" y="5573"/>
                  </a:lnTo>
                  <a:lnTo>
                    <a:pt x="10592" y="5019"/>
                  </a:lnTo>
                  <a:lnTo>
                    <a:pt x="11413" y="4501"/>
                  </a:lnTo>
                  <a:lnTo>
                    <a:pt x="12262" y="4019"/>
                  </a:lnTo>
                  <a:lnTo>
                    <a:pt x="13137" y="3582"/>
                  </a:lnTo>
                  <a:lnTo>
                    <a:pt x="13583" y="3376"/>
                  </a:lnTo>
                  <a:lnTo>
                    <a:pt x="11637" y="1"/>
                  </a:lnTo>
                  <a:close/>
                </a:path>
              </a:pathLst>
            </a:custGeom>
            <a:solidFill>
              <a:srgbClr val="A318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40"/>
            <p:cNvSpPr/>
            <p:nvPr/>
          </p:nvSpPr>
          <p:spPr>
            <a:xfrm>
              <a:off x="3317930" y="4460432"/>
              <a:ext cx="683296" cy="683264"/>
            </a:xfrm>
            <a:custGeom>
              <a:rect b="b" l="l" r="r" t="t"/>
              <a:pathLst>
                <a:path extrusionOk="0" h="21352" w="21353">
                  <a:moveTo>
                    <a:pt x="21352" y="0"/>
                  </a:moveTo>
                  <a:lnTo>
                    <a:pt x="20799" y="9"/>
                  </a:lnTo>
                  <a:lnTo>
                    <a:pt x="19709" y="63"/>
                  </a:lnTo>
                  <a:lnTo>
                    <a:pt x="18629" y="170"/>
                  </a:lnTo>
                  <a:lnTo>
                    <a:pt x="17575" y="331"/>
                  </a:lnTo>
                  <a:lnTo>
                    <a:pt x="16530" y="545"/>
                  </a:lnTo>
                  <a:lnTo>
                    <a:pt x="15503" y="813"/>
                  </a:lnTo>
                  <a:lnTo>
                    <a:pt x="14503" y="1117"/>
                  </a:lnTo>
                  <a:lnTo>
                    <a:pt x="13521" y="1483"/>
                  </a:lnTo>
                  <a:lnTo>
                    <a:pt x="12565" y="1885"/>
                  </a:lnTo>
                  <a:lnTo>
                    <a:pt x="11628" y="2331"/>
                  </a:lnTo>
                  <a:lnTo>
                    <a:pt x="10726" y="2831"/>
                  </a:lnTo>
                  <a:lnTo>
                    <a:pt x="9842" y="3367"/>
                  </a:lnTo>
                  <a:lnTo>
                    <a:pt x="8993" y="3939"/>
                  </a:lnTo>
                  <a:lnTo>
                    <a:pt x="8172" y="4555"/>
                  </a:lnTo>
                  <a:lnTo>
                    <a:pt x="7377" y="5207"/>
                  </a:lnTo>
                  <a:lnTo>
                    <a:pt x="6618" y="5894"/>
                  </a:lnTo>
                  <a:lnTo>
                    <a:pt x="5895" y="6618"/>
                  </a:lnTo>
                  <a:lnTo>
                    <a:pt x="5207" y="7377"/>
                  </a:lnTo>
                  <a:lnTo>
                    <a:pt x="4555" y="8171"/>
                  </a:lnTo>
                  <a:lnTo>
                    <a:pt x="3939" y="8993"/>
                  </a:lnTo>
                  <a:lnTo>
                    <a:pt x="3367" y="9841"/>
                  </a:lnTo>
                  <a:lnTo>
                    <a:pt x="2832" y="10725"/>
                  </a:lnTo>
                  <a:lnTo>
                    <a:pt x="2332" y="11627"/>
                  </a:lnTo>
                  <a:lnTo>
                    <a:pt x="1885" y="12565"/>
                  </a:lnTo>
                  <a:lnTo>
                    <a:pt x="1483" y="13520"/>
                  </a:lnTo>
                  <a:lnTo>
                    <a:pt x="1126" y="14503"/>
                  </a:lnTo>
                  <a:lnTo>
                    <a:pt x="813" y="15503"/>
                  </a:lnTo>
                  <a:lnTo>
                    <a:pt x="546" y="16530"/>
                  </a:lnTo>
                  <a:lnTo>
                    <a:pt x="331" y="17575"/>
                  </a:lnTo>
                  <a:lnTo>
                    <a:pt x="171" y="18628"/>
                  </a:lnTo>
                  <a:lnTo>
                    <a:pt x="63" y="19709"/>
                  </a:lnTo>
                  <a:lnTo>
                    <a:pt x="10" y="20798"/>
                  </a:lnTo>
                  <a:lnTo>
                    <a:pt x="1" y="21352"/>
                  </a:lnTo>
                  <a:lnTo>
                    <a:pt x="21352" y="21352"/>
                  </a:lnTo>
                  <a:lnTo>
                    <a:pt x="21352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4" name="Google Shape;4564;p40"/>
          <p:cNvGrpSpPr/>
          <p:nvPr/>
        </p:nvGrpSpPr>
        <p:grpSpPr>
          <a:xfrm rot="-5400000">
            <a:off x="5465252" y="1472082"/>
            <a:ext cx="737869" cy="738209"/>
            <a:chOff x="4595925" y="3627700"/>
            <a:chExt cx="1358125" cy="1358750"/>
          </a:xfrm>
        </p:grpSpPr>
        <p:sp>
          <p:nvSpPr>
            <p:cNvPr id="4565" name="Google Shape;4565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6" name="Google Shape;4576;p40"/>
          <p:cNvGrpSpPr/>
          <p:nvPr/>
        </p:nvGrpSpPr>
        <p:grpSpPr>
          <a:xfrm rot="-5400000">
            <a:off x="6196960" y="735015"/>
            <a:ext cx="740858" cy="737603"/>
            <a:chOff x="8287205" y="3428644"/>
            <a:chExt cx="856582" cy="856582"/>
          </a:xfrm>
        </p:grpSpPr>
        <p:grpSp>
          <p:nvGrpSpPr>
            <p:cNvPr id="4577" name="Google Shape;4577;p40"/>
            <p:cNvGrpSpPr/>
            <p:nvPr/>
          </p:nvGrpSpPr>
          <p:grpSpPr>
            <a:xfrm>
              <a:off x="8287205" y="3428644"/>
              <a:ext cx="856582" cy="856582"/>
              <a:chOff x="8287205" y="-231"/>
              <a:chExt cx="856582" cy="856583"/>
            </a:xfrm>
          </p:grpSpPr>
          <p:sp>
            <p:nvSpPr>
              <p:cNvPr id="4578" name="Google Shape;4578;p40"/>
              <p:cNvSpPr/>
              <p:nvPr/>
            </p:nvSpPr>
            <p:spPr>
              <a:xfrm>
                <a:off x="8287205" y="-231"/>
                <a:ext cx="856582" cy="856583"/>
              </a:xfrm>
              <a:custGeom>
                <a:rect b="b" l="l" r="r" t="t"/>
                <a:pathLst>
                  <a:path extrusionOk="0" h="54300" w="54300">
                    <a:moveTo>
                      <a:pt x="1" y="0"/>
                    </a:moveTo>
                    <a:lnTo>
                      <a:pt x="1" y="54299"/>
                    </a:lnTo>
                    <a:lnTo>
                      <a:pt x="54299" y="54299"/>
                    </a:lnTo>
                    <a:lnTo>
                      <a:pt x="54299" y="0"/>
                    </a:lnTo>
                    <a:close/>
                  </a:path>
                </a:pathLst>
              </a:custGeom>
              <a:solidFill>
                <a:srgbClr val="FDB0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9" name="Google Shape;4579;p40"/>
              <p:cNvSpPr/>
              <p:nvPr/>
            </p:nvSpPr>
            <p:spPr>
              <a:xfrm>
                <a:off x="8528421" y="137043"/>
                <a:ext cx="374151" cy="582034"/>
              </a:xfrm>
              <a:custGeom>
                <a:rect b="b" l="l" r="r" t="t"/>
                <a:pathLst>
                  <a:path extrusionOk="0" h="36896" w="23718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513" y="1886"/>
                    </a:lnTo>
                    <a:lnTo>
                      <a:pt x="9809" y="3219"/>
                    </a:lnTo>
                    <a:lnTo>
                      <a:pt x="9231" y="4603"/>
                    </a:lnTo>
                    <a:lnTo>
                      <a:pt x="8828" y="6036"/>
                    </a:lnTo>
                    <a:lnTo>
                      <a:pt x="8552" y="7495"/>
                    </a:lnTo>
                    <a:lnTo>
                      <a:pt x="8426" y="8954"/>
                    </a:lnTo>
                    <a:lnTo>
                      <a:pt x="8451" y="10437"/>
                    </a:lnTo>
                    <a:lnTo>
                      <a:pt x="8527" y="11167"/>
                    </a:lnTo>
                    <a:lnTo>
                      <a:pt x="7848" y="10639"/>
                    </a:lnTo>
                    <a:lnTo>
                      <a:pt x="6590" y="10010"/>
                    </a:lnTo>
                    <a:lnTo>
                      <a:pt x="5660" y="9708"/>
                    </a:lnTo>
                    <a:lnTo>
                      <a:pt x="4603" y="9507"/>
                    </a:lnTo>
                    <a:lnTo>
                      <a:pt x="3446" y="9431"/>
                    </a:lnTo>
                    <a:lnTo>
                      <a:pt x="2164" y="9482"/>
                    </a:lnTo>
                    <a:lnTo>
                      <a:pt x="755" y="9708"/>
                    </a:lnTo>
                    <a:lnTo>
                      <a:pt x="1" y="9859"/>
                    </a:lnTo>
                    <a:lnTo>
                      <a:pt x="906" y="10261"/>
                    </a:lnTo>
                    <a:lnTo>
                      <a:pt x="2365" y="11242"/>
                    </a:lnTo>
                    <a:lnTo>
                      <a:pt x="3471" y="12399"/>
                    </a:lnTo>
                    <a:lnTo>
                      <a:pt x="4377" y="13657"/>
                    </a:lnTo>
                    <a:lnTo>
                      <a:pt x="5534" y="15568"/>
                    </a:lnTo>
                    <a:lnTo>
                      <a:pt x="6842" y="17228"/>
                    </a:lnTo>
                    <a:lnTo>
                      <a:pt x="7973" y="18108"/>
                    </a:lnTo>
                    <a:lnTo>
                      <a:pt x="8652" y="18435"/>
                    </a:lnTo>
                    <a:lnTo>
                      <a:pt x="7973" y="18762"/>
                    </a:lnTo>
                    <a:lnTo>
                      <a:pt x="6842" y="19642"/>
                    </a:lnTo>
                    <a:lnTo>
                      <a:pt x="5534" y="21327"/>
                    </a:lnTo>
                    <a:lnTo>
                      <a:pt x="4377" y="23239"/>
                    </a:lnTo>
                    <a:lnTo>
                      <a:pt x="3471" y="24471"/>
                    </a:lnTo>
                    <a:lnTo>
                      <a:pt x="2365" y="25628"/>
                    </a:lnTo>
                    <a:lnTo>
                      <a:pt x="906" y="26634"/>
                    </a:lnTo>
                    <a:lnTo>
                      <a:pt x="1" y="27011"/>
                    </a:lnTo>
                    <a:lnTo>
                      <a:pt x="755" y="27187"/>
                    </a:lnTo>
                    <a:lnTo>
                      <a:pt x="2164" y="27389"/>
                    </a:lnTo>
                    <a:lnTo>
                      <a:pt x="3446" y="27464"/>
                    </a:lnTo>
                    <a:lnTo>
                      <a:pt x="4603" y="27389"/>
                    </a:lnTo>
                    <a:lnTo>
                      <a:pt x="5660" y="27187"/>
                    </a:lnTo>
                    <a:lnTo>
                      <a:pt x="6590" y="26860"/>
                    </a:lnTo>
                    <a:lnTo>
                      <a:pt x="7848" y="26257"/>
                    </a:lnTo>
                    <a:lnTo>
                      <a:pt x="8527" y="25704"/>
                    </a:lnTo>
                    <a:lnTo>
                      <a:pt x="8451" y="26458"/>
                    </a:lnTo>
                    <a:lnTo>
                      <a:pt x="8426" y="27917"/>
                    </a:lnTo>
                    <a:lnTo>
                      <a:pt x="8552" y="29401"/>
                    </a:lnTo>
                    <a:lnTo>
                      <a:pt x="8828" y="30859"/>
                    </a:lnTo>
                    <a:lnTo>
                      <a:pt x="9231" y="32293"/>
                    </a:lnTo>
                    <a:lnTo>
                      <a:pt x="9809" y="33676"/>
                    </a:lnTo>
                    <a:lnTo>
                      <a:pt x="10513" y="35009"/>
                    </a:lnTo>
                    <a:lnTo>
                      <a:pt x="11369" y="36292"/>
                    </a:lnTo>
                    <a:lnTo>
                      <a:pt x="11846" y="36895"/>
                    </a:lnTo>
                    <a:lnTo>
                      <a:pt x="12349" y="36292"/>
                    </a:lnTo>
                    <a:lnTo>
                      <a:pt x="13205" y="35009"/>
                    </a:lnTo>
                    <a:lnTo>
                      <a:pt x="13909" y="33676"/>
                    </a:lnTo>
                    <a:lnTo>
                      <a:pt x="14487" y="32293"/>
                    </a:lnTo>
                    <a:lnTo>
                      <a:pt x="14890" y="30859"/>
                    </a:lnTo>
                    <a:lnTo>
                      <a:pt x="15166" y="29401"/>
                    </a:lnTo>
                    <a:lnTo>
                      <a:pt x="15292" y="27917"/>
                    </a:lnTo>
                    <a:lnTo>
                      <a:pt x="15267" y="26458"/>
                    </a:lnTo>
                    <a:lnTo>
                      <a:pt x="15191" y="25704"/>
                    </a:lnTo>
                    <a:lnTo>
                      <a:pt x="15191" y="25704"/>
                    </a:lnTo>
                    <a:lnTo>
                      <a:pt x="15870" y="26257"/>
                    </a:lnTo>
                    <a:lnTo>
                      <a:pt x="17128" y="26860"/>
                    </a:lnTo>
                    <a:lnTo>
                      <a:pt x="18059" y="27187"/>
                    </a:lnTo>
                    <a:lnTo>
                      <a:pt x="19115" y="27389"/>
                    </a:lnTo>
                    <a:lnTo>
                      <a:pt x="20272" y="27464"/>
                    </a:lnTo>
                    <a:lnTo>
                      <a:pt x="21554" y="27389"/>
                    </a:lnTo>
                    <a:lnTo>
                      <a:pt x="22963" y="27187"/>
                    </a:lnTo>
                    <a:lnTo>
                      <a:pt x="23717" y="27011"/>
                    </a:lnTo>
                    <a:lnTo>
                      <a:pt x="22812" y="26634"/>
                    </a:lnTo>
                    <a:lnTo>
                      <a:pt x="21353" y="25628"/>
                    </a:lnTo>
                    <a:lnTo>
                      <a:pt x="20247" y="24471"/>
                    </a:lnTo>
                    <a:lnTo>
                      <a:pt x="19341" y="23239"/>
                    </a:lnTo>
                    <a:lnTo>
                      <a:pt x="18184" y="21327"/>
                    </a:lnTo>
                    <a:lnTo>
                      <a:pt x="16876" y="19642"/>
                    </a:lnTo>
                    <a:lnTo>
                      <a:pt x="15745" y="18762"/>
                    </a:lnTo>
                    <a:lnTo>
                      <a:pt x="15066" y="18435"/>
                    </a:lnTo>
                    <a:lnTo>
                      <a:pt x="15745" y="18108"/>
                    </a:lnTo>
                    <a:lnTo>
                      <a:pt x="16876" y="17228"/>
                    </a:lnTo>
                    <a:lnTo>
                      <a:pt x="18184" y="15568"/>
                    </a:lnTo>
                    <a:lnTo>
                      <a:pt x="19341" y="13657"/>
                    </a:lnTo>
                    <a:lnTo>
                      <a:pt x="20247" y="12399"/>
                    </a:lnTo>
                    <a:lnTo>
                      <a:pt x="21353" y="11242"/>
                    </a:lnTo>
                    <a:lnTo>
                      <a:pt x="22812" y="10261"/>
                    </a:lnTo>
                    <a:lnTo>
                      <a:pt x="23717" y="9859"/>
                    </a:lnTo>
                    <a:lnTo>
                      <a:pt x="22963" y="9708"/>
                    </a:lnTo>
                    <a:lnTo>
                      <a:pt x="21554" y="9482"/>
                    </a:lnTo>
                    <a:lnTo>
                      <a:pt x="20272" y="9431"/>
                    </a:lnTo>
                    <a:lnTo>
                      <a:pt x="19115" y="9507"/>
                    </a:lnTo>
                    <a:lnTo>
                      <a:pt x="18059" y="9708"/>
                    </a:lnTo>
                    <a:lnTo>
                      <a:pt x="17128" y="10010"/>
                    </a:lnTo>
                    <a:lnTo>
                      <a:pt x="15870" y="10639"/>
                    </a:lnTo>
                    <a:lnTo>
                      <a:pt x="15191" y="11167"/>
                    </a:lnTo>
                    <a:lnTo>
                      <a:pt x="15267" y="10437"/>
                    </a:lnTo>
                    <a:lnTo>
                      <a:pt x="15292" y="8954"/>
                    </a:lnTo>
                    <a:lnTo>
                      <a:pt x="15166" y="7495"/>
                    </a:lnTo>
                    <a:lnTo>
                      <a:pt x="14890" y="6036"/>
                    </a:lnTo>
                    <a:lnTo>
                      <a:pt x="14487" y="4603"/>
                    </a:lnTo>
                    <a:lnTo>
                      <a:pt x="13909" y="3219"/>
                    </a:lnTo>
                    <a:lnTo>
                      <a:pt x="13205" y="1886"/>
                    </a:lnTo>
                    <a:lnTo>
                      <a:pt x="12349" y="604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0" name="Google Shape;4580;p40"/>
              <p:cNvSpPr/>
              <p:nvPr/>
            </p:nvSpPr>
            <p:spPr>
              <a:xfrm>
                <a:off x="8287205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8577" y="1"/>
                    </a:moveTo>
                    <a:lnTo>
                      <a:pt x="8174" y="906"/>
                    </a:lnTo>
                    <a:lnTo>
                      <a:pt x="7193" y="2365"/>
                    </a:lnTo>
                    <a:lnTo>
                      <a:pt x="6037" y="3471"/>
                    </a:lnTo>
                    <a:lnTo>
                      <a:pt x="4779" y="4377"/>
                    </a:lnTo>
                    <a:lnTo>
                      <a:pt x="2868" y="5534"/>
                    </a:lnTo>
                    <a:lnTo>
                      <a:pt x="1208" y="6841"/>
                    </a:lnTo>
                    <a:lnTo>
                      <a:pt x="328" y="7973"/>
                    </a:lnTo>
                    <a:lnTo>
                      <a:pt x="1" y="8652"/>
                    </a:lnTo>
                    <a:lnTo>
                      <a:pt x="1" y="15040"/>
                    </a:lnTo>
                    <a:lnTo>
                      <a:pt x="328" y="15744"/>
                    </a:lnTo>
                    <a:lnTo>
                      <a:pt x="1208" y="16876"/>
                    </a:lnTo>
                    <a:lnTo>
                      <a:pt x="2868" y="18159"/>
                    </a:lnTo>
                    <a:lnTo>
                      <a:pt x="4779" y="19341"/>
                    </a:lnTo>
                    <a:lnTo>
                      <a:pt x="6037" y="20221"/>
                    </a:lnTo>
                    <a:lnTo>
                      <a:pt x="7193" y="21353"/>
                    </a:lnTo>
                    <a:lnTo>
                      <a:pt x="8174" y="22812"/>
                    </a:lnTo>
                    <a:lnTo>
                      <a:pt x="8577" y="23692"/>
                    </a:lnTo>
                    <a:lnTo>
                      <a:pt x="8753" y="22937"/>
                    </a:lnTo>
                    <a:lnTo>
                      <a:pt x="8954" y="21554"/>
                    </a:lnTo>
                    <a:lnTo>
                      <a:pt x="9004" y="20271"/>
                    </a:lnTo>
                    <a:lnTo>
                      <a:pt x="8929" y="19115"/>
                    </a:lnTo>
                    <a:lnTo>
                      <a:pt x="8728" y="18058"/>
                    </a:lnTo>
                    <a:lnTo>
                      <a:pt x="8426" y="17103"/>
                    </a:lnTo>
                    <a:lnTo>
                      <a:pt x="7797" y="15870"/>
                    </a:lnTo>
                    <a:lnTo>
                      <a:pt x="7269" y="15191"/>
                    </a:lnTo>
                    <a:lnTo>
                      <a:pt x="7998" y="15267"/>
                    </a:lnTo>
                    <a:lnTo>
                      <a:pt x="9482" y="15292"/>
                    </a:lnTo>
                    <a:lnTo>
                      <a:pt x="10966" y="15166"/>
                    </a:lnTo>
                    <a:lnTo>
                      <a:pt x="12400" y="14889"/>
                    </a:lnTo>
                    <a:lnTo>
                      <a:pt x="13833" y="14487"/>
                    </a:lnTo>
                    <a:lnTo>
                      <a:pt x="15241" y="13908"/>
                    </a:lnTo>
                    <a:lnTo>
                      <a:pt x="16574" y="13204"/>
                    </a:lnTo>
                    <a:lnTo>
                      <a:pt x="17832" y="12349"/>
                    </a:lnTo>
                    <a:lnTo>
                      <a:pt x="18436" y="11846"/>
                    </a:lnTo>
                    <a:lnTo>
                      <a:pt x="17832" y="11368"/>
                    </a:lnTo>
                    <a:lnTo>
                      <a:pt x="16574" y="10513"/>
                    </a:lnTo>
                    <a:lnTo>
                      <a:pt x="15241" y="9784"/>
                    </a:lnTo>
                    <a:lnTo>
                      <a:pt x="13833" y="9231"/>
                    </a:lnTo>
                    <a:lnTo>
                      <a:pt x="12400" y="8803"/>
                    </a:lnTo>
                    <a:lnTo>
                      <a:pt x="10966" y="8552"/>
                    </a:lnTo>
                    <a:lnTo>
                      <a:pt x="9482" y="8426"/>
                    </a:lnTo>
                    <a:lnTo>
                      <a:pt x="7998" y="8451"/>
                    </a:lnTo>
                    <a:lnTo>
                      <a:pt x="7269" y="8526"/>
                    </a:lnTo>
                    <a:lnTo>
                      <a:pt x="7269" y="8526"/>
                    </a:lnTo>
                    <a:lnTo>
                      <a:pt x="7797" y="7822"/>
                    </a:lnTo>
                    <a:lnTo>
                      <a:pt x="8426" y="6590"/>
                    </a:lnTo>
                    <a:lnTo>
                      <a:pt x="8728" y="5659"/>
                    </a:lnTo>
                    <a:lnTo>
                      <a:pt x="8929" y="4603"/>
                    </a:lnTo>
                    <a:lnTo>
                      <a:pt x="9004" y="3446"/>
                    </a:lnTo>
                    <a:lnTo>
                      <a:pt x="8954" y="2163"/>
                    </a:lnTo>
                    <a:lnTo>
                      <a:pt x="8753" y="755"/>
                    </a:lnTo>
                    <a:lnTo>
                      <a:pt x="8577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1" name="Google Shape;4581;p40"/>
              <p:cNvSpPr/>
              <p:nvPr/>
            </p:nvSpPr>
            <p:spPr>
              <a:xfrm>
                <a:off x="8852960" y="240985"/>
                <a:ext cx="290828" cy="373741"/>
              </a:xfrm>
              <a:custGeom>
                <a:rect b="b" l="l" r="r" t="t"/>
                <a:pathLst>
                  <a:path extrusionOk="0" h="23692" w="18436">
                    <a:moveTo>
                      <a:pt x="9859" y="1"/>
                    </a:moveTo>
                    <a:lnTo>
                      <a:pt x="9683" y="755"/>
                    </a:lnTo>
                    <a:lnTo>
                      <a:pt x="9482" y="2163"/>
                    </a:lnTo>
                    <a:lnTo>
                      <a:pt x="9432" y="3446"/>
                    </a:lnTo>
                    <a:lnTo>
                      <a:pt x="9507" y="4603"/>
                    </a:lnTo>
                    <a:lnTo>
                      <a:pt x="9708" y="5659"/>
                    </a:lnTo>
                    <a:lnTo>
                      <a:pt x="10010" y="6590"/>
                    </a:lnTo>
                    <a:lnTo>
                      <a:pt x="10639" y="7822"/>
                    </a:lnTo>
                    <a:lnTo>
                      <a:pt x="11167" y="8526"/>
                    </a:lnTo>
                    <a:lnTo>
                      <a:pt x="11167" y="8526"/>
                    </a:lnTo>
                    <a:lnTo>
                      <a:pt x="10438" y="8451"/>
                    </a:lnTo>
                    <a:lnTo>
                      <a:pt x="8954" y="8426"/>
                    </a:lnTo>
                    <a:lnTo>
                      <a:pt x="7470" y="8552"/>
                    </a:lnTo>
                    <a:lnTo>
                      <a:pt x="6011" y="8803"/>
                    </a:lnTo>
                    <a:lnTo>
                      <a:pt x="4603" y="9231"/>
                    </a:lnTo>
                    <a:lnTo>
                      <a:pt x="3195" y="9784"/>
                    </a:lnTo>
                    <a:lnTo>
                      <a:pt x="1862" y="10513"/>
                    </a:lnTo>
                    <a:lnTo>
                      <a:pt x="604" y="11368"/>
                    </a:lnTo>
                    <a:lnTo>
                      <a:pt x="1" y="11846"/>
                    </a:lnTo>
                    <a:lnTo>
                      <a:pt x="604" y="12349"/>
                    </a:lnTo>
                    <a:lnTo>
                      <a:pt x="1862" y="13204"/>
                    </a:lnTo>
                    <a:lnTo>
                      <a:pt x="3195" y="13908"/>
                    </a:lnTo>
                    <a:lnTo>
                      <a:pt x="4603" y="14487"/>
                    </a:lnTo>
                    <a:lnTo>
                      <a:pt x="6011" y="14889"/>
                    </a:lnTo>
                    <a:lnTo>
                      <a:pt x="7470" y="15166"/>
                    </a:lnTo>
                    <a:lnTo>
                      <a:pt x="8954" y="15292"/>
                    </a:lnTo>
                    <a:lnTo>
                      <a:pt x="10438" y="15267"/>
                    </a:lnTo>
                    <a:lnTo>
                      <a:pt x="11167" y="15191"/>
                    </a:lnTo>
                    <a:lnTo>
                      <a:pt x="10639" y="15870"/>
                    </a:lnTo>
                    <a:lnTo>
                      <a:pt x="10010" y="17128"/>
                    </a:lnTo>
                    <a:lnTo>
                      <a:pt x="9708" y="18058"/>
                    </a:lnTo>
                    <a:lnTo>
                      <a:pt x="9507" y="19115"/>
                    </a:lnTo>
                    <a:lnTo>
                      <a:pt x="9432" y="20271"/>
                    </a:lnTo>
                    <a:lnTo>
                      <a:pt x="9482" y="21554"/>
                    </a:lnTo>
                    <a:lnTo>
                      <a:pt x="9683" y="22937"/>
                    </a:lnTo>
                    <a:lnTo>
                      <a:pt x="9859" y="23692"/>
                    </a:lnTo>
                    <a:lnTo>
                      <a:pt x="10262" y="22812"/>
                    </a:lnTo>
                    <a:lnTo>
                      <a:pt x="11243" y="21353"/>
                    </a:lnTo>
                    <a:lnTo>
                      <a:pt x="12399" y="20246"/>
                    </a:lnTo>
                    <a:lnTo>
                      <a:pt x="13657" y="19341"/>
                    </a:lnTo>
                    <a:lnTo>
                      <a:pt x="15568" y="18159"/>
                    </a:lnTo>
                    <a:lnTo>
                      <a:pt x="17228" y="16876"/>
                    </a:lnTo>
                    <a:lnTo>
                      <a:pt x="18109" y="15744"/>
                    </a:lnTo>
                    <a:lnTo>
                      <a:pt x="18435" y="15040"/>
                    </a:lnTo>
                    <a:lnTo>
                      <a:pt x="18435" y="8652"/>
                    </a:lnTo>
                    <a:lnTo>
                      <a:pt x="18109" y="7973"/>
                    </a:lnTo>
                    <a:lnTo>
                      <a:pt x="17228" y="6841"/>
                    </a:lnTo>
                    <a:lnTo>
                      <a:pt x="15568" y="5534"/>
                    </a:lnTo>
                    <a:lnTo>
                      <a:pt x="13657" y="4377"/>
                    </a:lnTo>
                    <a:lnTo>
                      <a:pt x="12399" y="3471"/>
                    </a:lnTo>
                    <a:lnTo>
                      <a:pt x="11243" y="2365"/>
                    </a:lnTo>
                    <a:lnTo>
                      <a:pt x="10262" y="906"/>
                    </a:lnTo>
                    <a:lnTo>
                      <a:pt x="9859" y="1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2" name="Google Shape;4582;p40"/>
              <p:cNvSpPr/>
              <p:nvPr/>
            </p:nvSpPr>
            <p:spPr>
              <a:xfrm>
                <a:off x="8287205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1" y="0"/>
                    </a:moveTo>
                    <a:lnTo>
                      <a:pt x="1" y="18435"/>
                    </a:lnTo>
                    <a:lnTo>
                      <a:pt x="478" y="17832"/>
                    </a:lnTo>
                    <a:lnTo>
                      <a:pt x="1334" y="16574"/>
                    </a:lnTo>
                    <a:lnTo>
                      <a:pt x="2063" y="15216"/>
                    </a:lnTo>
                    <a:lnTo>
                      <a:pt x="2616" y="13833"/>
                    </a:lnTo>
                    <a:lnTo>
                      <a:pt x="3044" y="12399"/>
                    </a:lnTo>
                    <a:lnTo>
                      <a:pt x="3295" y="10941"/>
                    </a:lnTo>
                    <a:lnTo>
                      <a:pt x="3421" y="9482"/>
                    </a:lnTo>
                    <a:lnTo>
                      <a:pt x="3396" y="7998"/>
                    </a:lnTo>
                    <a:lnTo>
                      <a:pt x="3346" y="7269"/>
                    </a:lnTo>
                    <a:lnTo>
                      <a:pt x="4025" y="7797"/>
                    </a:lnTo>
                    <a:lnTo>
                      <a:pt x="5257" y="8426"/>
                    </a:lnTo>
                    <a:lnTo>
                      <a:pt x="6213" y="8727"/>
                    </a:lnTo>
                    <a:lnTo>
                      <a:pt x="7244" y="8929"/>
                    </a:lnTo>
                    <a:lnTo>
                      <a:pt x="8401" y="9004"/>
                    </a:lnTo>
                    <a:lnTo>
                      <a:pt x="9683" y="8954"/>
                    </a:lnTo>
                    <a:lnTo>
                      <a:pt x="11092" y="8753"/>
                    </a:lnTo>
                    <a:lnTo>
                      <a:pt x="11846" y="8576"/>
                    </a:lnTo>
                    <a:lnTo>
                      <a:pt x="10941" y="8174"/>
                    </a:lnTo>
                    <a:lnTo>
                      <a:pt x="9482" y="7193"/>
                    </a:lnTo>
                    <a:lnTo>
                      <a:pt x="8376" y="6036"/>
                    </a:lnTo>
                    <a:lnTo>
                      <a:pt x="7470" y="4779"/>
                    </a:lnTo>
                    <a:lnTo>
                      <a:pt x="6313" y="2867"/>
                    </a:lnTo>
                    <a:lnTo>
                      <a:pt x="5005" y="1208"/>
                    </a:lnTo>
                    <a:lnTo>
                      <a:pt x="3899" y="327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3" name="Google Shape;4583;p40"/>
              <p:cNvSpPr/>
              <p:nvPr/>
            </p:nvSpPr>
            <p:spPr>
              <a:xfrm>
                <a:off x="8956901" y="-231"/>
                <a:ext cx="186886" cy="290828"/>
              </a:xfrm>
              <a:custGeom>
                <a:rect b="b" l="l" r="r" t="t"/>
                <a:pathLst>
                  <a:path extrusionOk="0" h="18436" w="11847">
                    <a:moveTo>
                      <a:pt x="8652" y="0"/>
                    </a:moveTo>
                    <a:lnTo>
                      <a:pt x="7948" y="327"/>
                    </a:lnTo>
                    <a:lnTo>
                      <a:pt x="6842" y="1208"/>
                    </a:lnTo>
                    <a:lnTo>
                      <a:pt x="5534" y="2867"/>
                    </a:lnTo>
                    <a:lnTo>
                      <a:pt x="4377" y="4779"/>
                    </a:lnTo>
                    <a:lnTo>
                      <a:pt x="3472" y="6036"/>
                    </a:lnTo>
                    <a:lnTo>
                      <a:pt x="2340" y="7193"/>
                    </a:lnTo>
                    <a:lnTo>
                      <a:pt x="906" y="8174"/>
                    </a:lnTo>
                    <a:lnTo>
                      <a:pt x="1" y="8576"/>
                    </a:lnTo>
                    <a:lnTo>
                      <a:pt x="755" y="8727"/>
                    </a:lnTo>
                    <a:lnTo>
                      <a:pt x="2164" y="8954"/>
                    </a:lnTo>
                    <a:lnTo>
                      <a:pt x="3446" y="9004"/>
                    </a:lnTo>
                    <a:lnTo>
                      <a:pt x="4603" y="8929"/>
                    </a:lnTo>
                    <a:lnTo>
                      <a:pt x="5634" y="8727"/>
                    </a:lnTo>
                    <a:lnTo>
                      <a:pt x="6590" y="8426"/>
                    </a:lnTo>
                    <a:lnTo>
                      <a:pt x="7822" y="7797"/>
                    </a:lnTo>
                    <a:lnTo>
                      <a:pt x="8502" y="7269"/>
                    </a:lnTo>
                    <a:lnTo>
                      <a:pt x="8451" y="7998"/>
                    </a:lnTo>
                    <a:lnTo>
                      <a:pt x="8426" y="9482"/>
                    </a:lnTo>
                    <a:lnTo>
                      <a:pt x="8527" y="10941"/>
                    </a:lnTo>
                    <a:lnTo>
                      <a:pt x="8803" y="12399"/>
                    </a:lnTo>
                    <a:lnTo>
                      <a:pt x="9231" y="13833"/>
                    </a:lnTo>
                    <a:lnTo>
                      <a:pt x="9784" y="15216"/>
                    </a:lnTo>
                    <a:lnTo>
                      <a:pt x="10488" y="16574"/>
                    </a:lnTo>
                    <a:lnTo>
                      <a:pt x="11369" y="17832"/>
                    </a:lnTo>
                    <a:lnTo>
                      <a:pt x="11846" y="18435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4" name="Google Shape;4584;p40"/>
              <p:cNvSpPr/>
              <p:nvPr/>
            </p:nvSpPr>
            <p:spPr>
              <a:xfrm>
                <a:off x="8424479" y="-231"/>
                <a:ext cx="582034" cy="186871"/>
              </a:xfrm>
              <a:custGeom>
                <a:rect b="b" l="l" r="r" t="t"/>
                <a:pathLst>
                  <a:path extrusionOk="0" h="11846" w="36896">
                    <a:moveTo>
                      <a:pt x="0" y="0"/>
                    </a:moveTo>
                    <a:lnTo>
                      <a:pt x="604" y="478"/>
                    </a:lnTo>
                    <a:lnTo>
                      <a:pt x="1887" y="1333"/>
                    </a:lnTo>
                    <a:lnTo>
                      <a:pt x="3220" y="2063"/>
                    </a:lnTo>
                    <a:lnTo>
                      <a:pt x="4603" y="2616"/>
                    </a:lnTo>
                    <a:lnTo>
                      <a:pt x="6036" y="3043"/>
                    </a:lnTo>
                    <a:lnTo>
                      <a:pt x="7495" y="3295"/>
                    </a:lnTo>
                    <a:lnTo>
                      <a:pt x="8954" y="3421"/>
                    </a:lnTo>
                    <a:lnTo>
                      <a:pt x="10438" y="3396"/>
                    </a:lnTo>
                    <a:lnTo>
                      <a:pt x="11167" y="3320"/>
                    </a:lnTo>
                    <a:lnTo>
                      <a:pt x="10639" y="4024"/>
                    </a:lnTo>
                    <a:lnTo>
                      <a:pt x="10010" y="5257"/>
                    </a:lnTo>
                    <a:lnTo>
                      <a:pt x="9708" y="6187"/>
                    </a:lnTo>
                    <a:lnTo>
                      <a:pt x="9507" y="7244"/>
                    </a:lnTo>
                    <a:lnTo>
                      <a:pt x="9432" y="8400"/>
                    </a:lnTo>
                    <a:lnTo>
                      <a:pt x="9507" y="9683"/>
                    </a:lnTo>
                    <a:lnTo>
                      <a:pt x="9708" y="11091"/>
                    </a:lnTo>
                    <a:lnTo>
                      <a:pt x="9859" y="11846"/>
                    </a:lnTo>
                    <a:lnTo>
                      <a:pt x="10262" y="10941"/>
                    </a:lnTo>
                    <a:lnTo>
                      <a:pt x="11243" y="9482"/>
                    </a:lnTo>
                    <a:lnTo>
                      <a:pt x="12399" y="8375"/>
                    </a:lnTo>
                    <a:lnTo>
                      <a:pt x="13657" y="7470"/>
                    </a:lnTo>
                    <a:lnTo>
                      <a:pt x="15568" y="6313"/>
                    </a:lnTo>
                    <a:lnTo>
                      <a:pt x="17253" y="5005"/>
                    </a:lnTo>
                    <a:lnTo>
                      <a:pt x="18134" y="3873"/>
                    </a:lnTo>
                    <a:lnTo>
                      <a:pt x="18435" y="3194"/>
                    </a:lnTo>
                    <a:lnTo>
                      <a:pt x="18762" y="3873"/>
                    </a:lnTo>
                    <a:lnTo>
                      <a:pt x="19643" y="5005"/>
                    </a:lnTo>
                    <a:lnTo>
                      <a:pt x="21328" y="6313"/>
                    </a:lnTo>
                    <a:lnTo>
                      <a:pt x="23239" y="7470"/>
                    </a:lnTo>
                    <a:lnTo>
                      <a:pt x="24497" y="8375"/>
                    </a:lnTo>
                    <a:lnTo>
                      <a:pt x="25654" y="9482"/>
                    </a:lnTo>
                    <a:lnTo>
                      <a:pt x="26634" y="10941"/>
                    </a:lnTo>
                    <a:lnTo>
                      <a:pt x="27037" y="11846"/>
                    </a:lnTo>
                    <a:lnTo>
                      <a:pt x="27188" y="11091"/>
                    </a:lnTo>
                    <a:lnTo>
                      <a:pt x="27389" y="9683"/>
                    </a:lnTo>
                    <a:lnTo>
                      <a:pt x="27464" y="8400"/>
                    </a:lnTo>
                    <a:lnTo>
                      <a:pt x="27389" y="7244"/>
                    </a:lnTo>
                    <a:lnTo>
                      <a:pt x="27188" y="6187"/>
                    </a:lnTo>
                    <a:lnTo>
                      <a:pt x="26886" y="5257"/>
                    </a:lnTo>
                    <a:lnTo>
                      <a:pt x="26257" y="4024"/>
                    </a:lnTo>
                    <a:lnTo>
                      <a:pt x="25729" y="3320"/>
                    </a:lnTo>
                    <a:lnTo>
                      <a:pt x="26458" y="3396"/>
                    </a:lnTo>
                    <a:lnTo>
                      <a:pt x="27942" y="3421"/>
                    </a:lnTo>
                    <a:lnTo>
                      <a:pt x="29401" y="3295"/>
                    </a:lnTo>
                    <a:lnTo>
                      <a:pt x="30860" y="3043"/>
                    </a:lnTo>
                    <a:lnTo>
                      <a:pt x="32293" y="2616"/>
                    </a:lnTo>
                    <a:lnTo>
                      <a:pt x="33676" y="2063"/>
                    </a:lnTo>
                    <a:lnTo>
                      <a:pt x="35009" y="1333"/>
                    </a:lnTo>
                    <a:lnTo>
                      <a:pt x="36292" y="478"/>
                    </a:lnTo>
                    <a:lnTo>
                      <a:pt x="3689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5" name="Google Shape;4585;p40"/>
              <p:cNvSpPr/>
              <p:nvPr/>
            </p:nvSpPr>
            <p:spPr>
              <a:xfrm>
                <a:off x="8287205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" y="0"/>
                    </a:moveTo>
                    <a:lnTo>
                      <a:pt x="1" y="18460"/>
                    </a:lnTo>
                    <a:lnTo>
                      <a:pt x="3195" y="18460"/>
                    </a:lnTo>
                    <a:lnTo>
                      <a:pt x="3899" y="18133"/>
                    </a:lnTo>
                    <a:lnTo>
                      <a:pt x="5005" y="17253"/>
                    </a:lnTo>
                    <a:lnTo>
                      <a:pt x="6313" y="15593"/>
                    </a:lnTo>
                    <a:lnTo>
                      <a:pt x="7470" y="13682"/>
                    </a:lnTo>
                    <a:lnTo>
                      <a:pt x="8376" y="12424"/>
                    </a:lnTo>
                    <a:lnTo>
                      <a:pt x="9482" y="11267"/>
                    </a:lnTo>
                    <a:lnTo>
                      <a:pt x="10941" y="10286"/>
                    </a:lnTo>
                    <a:lnTo>
                      <a:pt x="11846" y="9884"/>
                    </a:lnTo>
                    <a:lnTo>
                      <a:pt x="11092" y="9708"/>
                    </a:lnTo>
                    <a:lnTo>
                      <a:pt x="9683" y="9507"/>
                    </a:lnTo>
                    <a:lnTo>
                      <a:pt x="8401" y="9457"/>
                    </a:lnTo>
                    <a:lnTo>
                      <a:pt x="7244" y="9532"/>
                    </a:lnTo>
                    <a:lnTo>
                      <a:pt x="6213" y="9733"/>
                    </a:lnTo>
                    <a:lnTo>
                      <a:pt x="5257" y="10035"/>
                    </a:lnTo>
                    <a:lnTo>
                      <a:pt x="4025" y="10664"/>
                    </a:lnTo>
                    <a:lnTo>
                      <a:pt x="3346" y="11192"/>
                    </a:lnTo>
                    <a:lnTo>
                      <a:pt x="3396" y="10463"/>
                    </a:lnTo>
                    <a:lnTo>
                      <a:pt x="3421" y="8979"/>
                    </a:lnTo>
                    <a:lnTo>
                      <a:pt x="3295" y="7495"/>
                    </a:lnTo>
                    <a:lnTo>
                      <a:pt x="3044" y="6036"/>
                    </a:lnTo>
                    <a:lnTo>
                      <a:pt x="2616" y="4603"/>
                    </a:lnTo>
                    <a:lnTo>
                      <a:pt x="2063" y="3219"/>
                    </a:lnTo>
                    <a:lnTo>
                      <a:pt x="1334" y="1886"/>
                    </a:lnTo>
                    <a:lnTo>
                      <a:pt x="478" y="6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6" name="Google Shape;4586;p40"/>
              <p:cNvSpPr/>
              <p:nvPr/>
            </p:nvSpPr>
            <p:spPr>
              <a:xfrm>
                <a:off x="8956901" y="565130"/>
                <a:ext cx="186886" cy="291222"/>
              </a:xfrm>
              <a:custGeom>
                <a:rect b="b" l="l" r="r" t="t"/>
                <a:pathLst>
                  <a:path extrusionOk="0" h="18461" w="11847">
                    <a:moveTo>
                      <a:pt x="11846" y="0"/>
                    </a:moveTo>
                    <a:lnTo>
                      <a:pt x="11369" y="604"/>
                    </a:lnTo>
                    <a:lnTo>
                      <a:pt x="10488" y="1886"/>
                    </a:lnTo>
                    <a:lnTo>
                      <a:pt x="9784" y="3219"/>
                    </a:lnTo>
                    <a:lnTo>
                      <a:pt x="9231" y="4603"/>
                    </a:lnTo>
                    <a:lnTo>
                      <a:pt x="8803" y="6036"/>
                    </a:lnTo>
                    <a:lnTo>
                      <a:pt x="8527" y="7495"/>
                    </a:lnTo>
                    <a:lnTo>
                      <a:pt x="8426" y="8979"/>
                    </a:lnTo>
                    <a:lnTo>
                      <a:pt x="8451" y="10463"/>
                    </a:lnTo>
                    <a:lnTo>
                      <a:pt x="8502" y="11192"/>
                    </a:lnTo>
                    <a:lnTo>
                      <a:pt x="7822" y="10664"/>
                    </a:lnTo>
                    <a:lnTo>
                      <a:pt x="6590" y="10035"/>
                    </a:lnTo>
                    <a:lnTo>
                      <a:pt x="5634" y="9733"/>
                    </a:lnTo>
                    <a:lnTo>
                      <a:pt x="4603" y="9532"/>
                    </a:lnTo>
                    <a:lnTo>
                      <a:pt x="3446" y="9457"/>
                    </a:lnTo>
                    <a:lnTo>
                      <a:pt x="2164" y="9507"/>
                    </a:lnTo>
                    <a:lnTo>
                      <a:pt x="755" y="9708"/>
                    </a:lnTo>
                    <a:lnTo>
                      <a:pt x="1" y="9884"/>
                    </a:lnTo>
                    <a:lnTo>
                      <a:pt x="906" y="10286"/>
                    </a:lnTo>
                    <a:lnTo>
                      <a:pt x="2340" y="11267"/>
                    </a:lnTo>
                    <a:lnTo>
                      <a:pt x="3472" y="12424"/>
                    </a:lnTo>
                    <a:lnTo>
                      <a:pt x="4377" y="13682"/>
                    </a:lnTo>
                    <a:lnTo>
                      <a:pt x="5534" y="15593"/>
                    </a:lnTo>
                    <a:lnTo>
                      <a:pt x="6842" y="17253"/>
                    </a:lnTo>
                    <a:lnTo>
                      <a:pt x="7948" y="18133"/>
                    </a:lnTo>
                    <a:lnTo>
                      <a:pt x="8652" y="18460"/>
                    </a:lnTo>
                    <a:lnTo>
                      <a:pt x="11846" y="18460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rgbClr val="D139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87" name="Google Shape;4587;p40"/>
            <p:cNvSpPr/>
            <p:nvPr/>
          </p:nvSpPr>
          <p:spPr>
            <a:xfrm>
              <a:off x="8424479" y="4098340"/>
              <a:ext cx="582034" cy="186886"/>
            </a:xfrm>
            <a:custGeom>
              <a:rect b="b" l="l" r="r" t="t"/>
              <a:pathLst>
                <a:path extrusionOk="0" h="11847" w="36896">
                  <a:moveTo>
                    <a:pt x="9859" y="1"/>
                  </a:moveTo>
                  <a:lnTo>
                    <a:pt x="9708" y="755"/>
                  </a:lnTo>
                  <a:lnTo>
                    <a:pt x="9507" y="2163"/>
                  </a:lnTo>
                  <a:lnTo>
                    <a:pt x="9432" y="3421"/>
                  </a:lnTo>
                  <a:lnTo>
                    <a:pt x="9507" y="4603"/>
                  </a:lnTo>
                  <a:lnTo>
                    <a:pt x="9708" y="5634"/>
                  </a:lnTo>
                  <a:lnTo>
                    <a:pt x="10010" y="6590"/>
                  </a:lnTo>
                  <a:lnTo>
                    <a:pt x="10639" y="7822"/>
                  </a:lnTo>
                  <a:lnTo>
                    <a:pt x="11167" y="8501"/>
                  </a:lnTo>
                  <a:lnTo>
                    <a:pt x="10438" y="8426"/>
                  </a:lnTo>
                  <a:lnTo>
                    <a:pt x="8954" y="8401"/>
                  </a:lnTo>
                  <a:lnTo>
                    <a:pt x="7495" y="8526"/>
                  </a:lnTo>
                  <a:lnTo>
                    <a:pt x="6036" y="8803"/>
                  </a:lnTo>
                  <a:lnTo>
                    <a:pt x="4603" y="9231"/>
                  </a:lnTo>
                  <a:lnTo>
                    <a:pt x="3220" y="9784"/>
                  </a:lnTo>
                  <a:lnTo>
                    <a:pt x="1887" y="10488"/>
                  </a:lnTo>
                  <a:lnTo>
                    <a:pt x="604" y="11343"/>
                  </a:lnTo>
                  <a:lnTo>
                    <a:pt x="0" y="11846"/>
                  </a:lnTo>
                  <a:lnTo>
                    <a:pt x="36896" y="11846"/>
                  </a:lnTo>
                  <a:lnTo>
                    <a:pt x="36292" y="11343"/>
                  </a:lnTo>
                  <a:lnTo>
                    <a:pt x="35009" y="10488"/>
                  </a:lnTo>
                  <a:lnTo>
                    <a:pt x="33676" y="9784"/>
                  </a:lnTo>
                  <a:lnTo>
                    <a:pt x="32293" y="9231"/>
                  </a:lnTo>
                  <a:lnTo>
                    <a:pt x="30860" y="8803"/>
                  </a:lnTo>
                  <a:lnTo>
                    <a:pt x="29401" y="8526"/>
                  </a:lnTo>
                  <a:lnTo>
                    <a:pt x="27942" y="8401"/>
                  </a:lnTo>
                  <a:lnTo>
                    <a:pt x="26458" y="8426"/>
                  </a:lnTo>
                  <a:lnTo>
                    <a:pt x="25729" y="8501"/>
                  </a:lnTo>
                  <a:lnTo>
                    <a:pt x="26257" y="7822"/>
                  </a:lnTo>
                  <a:lnTo>
                    <a:pt x="26886" y="6590"/>
                  </a:lnTo>
                  <a:lnTo>
                    <a:pt x="27188" y="5634"/>
                  </a:lnTo>
                  <a:lnTo>
                    <a:pt x="27389" y="4603"/>
                  </a:lnTo>
                  <a:lnTo>
                    <a:pt x="27464" y="3421"/>
                  </a:lnTo>
                  <a:lnTo>
                    <a:pt x="27389" y="2163"/>
                  </a:lnTo>
                  <a:lnTo>
                    <a:pt x="27188" y="755"/>
                  </a:lnTo>
                  <a:lnTo>
                    <a:pt x="27037" y="1"/>
                  </a:lnTo>
                  <a:lnTo>
                    <a:pt x="26634" y="906"/>
                  </a:lnTo>
                  <a:lnTo>
                    <a:pt x="25654" y="2340"/>
                  </a:lnTo>
                  <a:lnTo>
                    <a:pt x="24497" y="3471"/>
                  </a:lnTo>
                  <a:lnTo>
                    <a:pt x="23239" y="4352"/>
                  </a:lnTo>
                  <a:lnTo>
                    <a:pt x="21328" y="5534"/>
                  </a:lnTo>
                  <a:lnTo>
                    <a:pt x="19643" y="6841"/>
                  </a:lnTo>
                  <a:lnTo>
                    <a:pt x="18762" y="7948"/>
                  </a:lnTo>
                  <a:lnTo>
                    <a:pt x="18435" y="8652"/>
                  </a:lnTo>
                  <a:lnTo>
                    <a:pt x="18134" y="7948"/>
                  </a:lnTo>
                  <a:lnTo>
                    <a:pt x="17253" y="6841"/>
                  </a:lnTo>
                  <a:lnTo>
                    <a:pt x="15568" y="5534"/>
                  </a:lnTo>
                  <a:lnTo>
                    <a:pt x="13657" y="4352"/>
                  </a:lnTo>
                  <a:lnTo>
                    <a:pt x="12399" y="3471"/>
                  </a:lnTo>
                  <a:lnTo>
                    <a:pt x="11243" y="2340"/>
                  </a:lnTo>
                  <a:lnTo>
                    <a:pt x="10262" y="906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rgbClr val="D139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8" name="Google Shape;4588;p40"/>
          <p:cNvGrpSpPr/>
          <p:nvPr/>
        </p:nvGrpSpPr>
        <p:grpSpPr>
          <a:xfrm rot="-5400000">
            <a:off x="7669045" y="1478249"/>
            <a:ext cx="753216" cy="738209"/>
            <a:chOff x="4595925" y="3627700"/>
            <a:chExt cx="1358125" cy="1358750"/>
          </a:xfrm>
        </p:grpSpPr>
        <p:sp>
          <p:nvSpPr>
            <p:cNvPr id="4589" name="Google Shape;458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0" name="Google Shape;4600;p40"/>
          <p:cNvGrpSpPr/>
          <p:nvPr/>
        </p:nvGrpSpPr>
        <p:grpSpPr>
          <a:xfrm rot="-5400000">
            <a:off x="6937427" y="736007"/>
            <a:ext cx="737869" cy="738209"/>
            <a:chOff x="4595925" y="3627700"/>
            <a:chExt cx="1358125" cy="1358750"/>
          </a:xfrm>
        </p:grpSpPr>
        <p:sp>
          <p:nvSpPr>
            <p:cNvPr id="4601" name="Google Shape;4601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2" name="Google Shape;4612;p40"/>
          <p:cNvGrpSpPr/>
          <p:nvPr/>
        </p:nvGrpSpPr>
        <p:grpSpPr>
          <a:xfrm rot="-5400000">
            <a:off x="6203181" y="-2365"/>
            <a:ext cx="737093" cy="736928"/>
            <a:chOff x="7523744" y="10135"/>
            <a:chExt cx="737093" cy="736928"/>
          </a:xfrm>
        </p:grpSpPr>
        <p:sp>
          <p:nvSpPr>
            <p:cNvPr id="4613" name="Google Shape;4613;p40"/>
            <p:cNvSpPr/>
            <p:nvPr/>
          </p:nvSpPr>
          <p:spPr>
            <a:xfrm>
              <a:off x="7523744" y="1013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rgbClr val="F594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7523744" y="10135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5" name="Google Shape;4615;p40"/>
          <p:cNvGrpSpPr/>
          <p:nvPr/>
        </p:nvGrpSpPr>
        <p:grpSpPr>
          <a:xfrm flipH="1" rot="5400000">
            <a:off x="6940431" y="-2365"/>
            <a:ext cx="737093" cy="736928"/>
            <a:chOff x="7523744" y="10135"/>
            <a:chExt cx="737093" cy="736928"/>
          </a:xfrm>
        </p:grpSpPr>
        <p:sp>
          <p:nvSpPr>
            <p:cNvPr id="4616" name="Google Shape;4616;p40"/>
            <p:cNvSpPr/>
            <p:nvPr/>
          </p:nvSpPr>
          <p:spPr>
            <a:xfrm>
              <a:off x="7523744" y="10135"/>
              <a:ext cx="737093" cy="736928"/>
            </a:xfrm>
            <a:custGeom>
              <a:rect b="b" l="l" r="r" t="t"/>
              <a:pathLst>
                <a:path extrusionOk="0" h="40176" w="40185">
                  <a:moveTo>
                    <a:pt x="0" y="0"/>
                  </a:moveTo>
                  <a:lnTo>
                    <a:pt x="0" y="40176"/>
                  </a:lnTo>
                  <a:lnTo>
                    <a:pt x="1045" y="40167"/>
                  </a:lnTo>
                  <a:lnTo>
                    <a:pt x="3099" y="40060"/>
                  </a:lnTo>
                  <a:lnTo>
                    <a:pt x="5126" y="39854"/>
                  </a:lnTo>
                  <a:lnTo>
                    <a:pt x="7117" y="39551"/>
                  </a:lnTo>
                  <a:lnTo>
                    <a:pt x="9082" y="39149"/>
                  </a:lnTo>
                  <a:lnTo>
                    <a:pt x="11002" y="38658"/>
                  </a:lnTo>
                  <a:lnTo>
                    <a:pt x="12895" y="38068"/>
                  </a:lnTo>
                  <a:lnTo>
                    <a:pt x="14743" y="37390"/>
                  </a:lnTo>
                  <a:lnTo>
                    <a:pt x="16538" y="36631"/>
                  </a:lnTo>
                  <a:lnTo>
                    <a:pt x="18298" y="35782"/>
                  </a:lnTo>
                  <a:lnTo>
                    <a:pt x="20003" y="34854"/>
                  </a:lnTo>
                  <a:lnTo>
                    <a:pt x="21664" y="33845"/>
                  </a:lnTo>
                  <a:lnTo>
                    <a:pt x="23263" y="32764"/>
                  </a:lnTo>
                  <a:lnTo>
                    <a:pt x="24816" y="31612"/>
                  </a:lnTo>
                  <a:lnTo>
                    <a:pt x="26299" y="30380"/>
                  </a:lnTo>
                  <a:lnTo>
                    <a:pt x="27728" y="29085"/>
                  </a:lnTo>
                  <a:lnTo>
                    <a:pt x="29094" y="27719"/>
                  </a:lnTo>
                  <a:lnTo>
                    <a:pt x="30389" y="26290"/>
                  </a:lnTo>
                  <a:lnTo>
                    <a:pt x="31621" y="24808"/>
                  </a:lnTo>
                  <a:lnTo>
                    <a:pt x="32773" y="23254"/>
                  </a:lnTo>
                  <a:lnTo>
                    <a:pt x="33854" y="21655"/>
                  </a:lnTo>
                  <a:lnTo>
                    <a:pt x="34863" y="19994"/>
                  </a:lnTo>
                  <a:lnTo>
                    <a:pt x="35791" y="18289"/>
                  </a:lnTo>
                  <a:lnTo>
                    <a:pt x="36640" y="16529"/>
                  </a:lnTo>
                  <a:lnTo>
                    <a:pt x="37399" y="14735"/>
                  </a:lnTo>
                  <a:lnTo>
                    <a:pt x="38077" y="12886"/>
                  </a:lnTo>
                  <a:lnTo>
                    <a:pt x="38667" y="10993"/>
                  </a:lnTo>
                  <a:lnTo>
                    <a:pt x="39158" y="9073"/>
                  </a:lnTo>
                  <a:lnTo>
                    <a:pt x="39560" y="7108"/>
                  </a:lnTo>
                  <a:lnTo>
                    <a:pt x="39863" y="5117"/>
                  </a:lnTo>
                  <a:lnTo>
                    <a:pt x="40069" y="3090"/>
                  </a:lnTo>
                  <a:lnTo>
                    <a:pt x="40176" y="1036"/>
                  </a:lnTo>
                  <a:lnTo>
                    <a:pt x="40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7523744" y="10135"/>
              <a:ext cx="421456" cy="421291"/>
            </a:xfrm>
            <a:custGeom>
              <a:rect b="b" l="l" r="r" t="t"/>
              <a:pathLst>
                <a:path extrusionOk="0" h="22968" w="22977">
                  <a:moveTo>
                    <a:pt x="0" y="0"/>
                  </a:moveTo>
                  <a:lnTo>
                    <a:pt x="0" y="22968"/>
                  </a:lnTo>
                  <a:lnTo>
                    <a:pt x="598" y="22959"/>
                  </a:lnTo>
                  <a:lnTo>
                    <a:pt x="1768" y="22905"/>
                  </a:lnTo>
                  <a:lnTo>
                    <a:pt x="2929" y="22780"/>
                  </a:lnTo>
                  <a:lnTo>
                    <a:pt x="4072" y="22611"/>
                  </a:lnTo>
                  <a:lnTo>
                    <a:pt x="5197" y="22379"/>
                  </a:lnTo>
                  <a:lnTo>
                    <a:pt x="6296" y="22093"/>
                  </a:lnTo>
                  <a:lnTo>
                    <a:pt x="7376" y="21762"/>
                  </a:lnTo>
                  <a:lnTo>
                    <a:pt x="8430" y="21378"/>
                  </a:lnTo>
                  <a:lnTo>
                    <a:pt x="9457" y="20941"/>
                  </a:lnTo>
                  <a:lnTo>
                    <a:pt x="10466" y="20459"/>
                  </a:lnTo>
                  <a:lnTo>
                    <a:pt x="11439" y="19923"/>
                  </a:lnTo>
                  <a:lnTo>
                    <a:pt x="12386" y="19351"/>
                  </a:lnTo>
                  <a:lnTo>
                    <a:pt x="13306" y="18726"/>
                  </a:lnTo>
                  <a:lnTo>
                    <a:pt x="14190" y="18065"/>
                  </a:lnTo>
                  <a:lnTo>
                    <a:pt x="15038" y="17369"/>
                  </a:lnTo>
                  <a:lnTo>
                    <a:pt x="15851" y="16628"/>
                  </a:lnTo>
                  <a:lnTo>
                    <a:pt x="16637" y="15842"/>
                  </a:lnTo>
                  <a:lnTo>
                    <a:pt x="17378" y="15029"/>
                  </a:lnTo>
                  <a:lnTo>
                    <a:pt x="18074" y="14181"/>
                  </a:lnTo>
                  <a:lnTo>
                    <a:pt x="18735" y="13297"/>
                  </a:lnTo>
                  <a:lnTo>
                    <a:pt x="19360" y="12377"/>
                  </a:lnTo>
                  <a:lnTo>
                    <a:pt x="19932" y="11430"/>
                  </a:lnTo>
                  <a:lnTo>
                    <a:pt x="20468" y="10457"/>
                  </a:lnTo>
                  <a:lnTo>
                    <a:pt x="20950" y="9448"/>
                  </a:lnTo>
                  <a:lnTo>
                    <a:pt x="21387" y="8421"/>
                  </a:lnTo>
                  <a:lnTo>
                    <a:pt x="21771" y="7367"/>
                  </a:lnTo>
                  <a:lnTo>
                    <a:pt x="22102" y="6287"/>
                  </a:lnTo>
                  <a:lnTo>
                    <a:pt x="22388" y="5188"/>
                  </a:lnTo>
                  <a:lnTo>
                    <a:pt x="22620" y="4063"/>
                  </a:lnTo>
                  <a:lnTo>
                    <a:pt x="22789" y="2920"/>
                  </a:lnTo>
                  <a:lnTo>
                    <a:pt x="22914" y="1759"/>
                  </a:lnTo>
                  <a:lnTo>
                    <a:pt x="22968" y="590"/>
                  </a:lnTo>
                  <a:lnTo>
                    <a:pt x="229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8" name="Google Shape;4618;p40"/>
          <p:cNvGrpSpPr/>
          <p:nvPr/>
        </p:nvGrpSpPr>
        <p:grpSpPr>
          <a:xfrm rot="-5400000">
            <a:off x="6202797" y="4402433"/>
            <a:ext cx="737869" cy="738209"/>
            <a:chOff x="4595925" y="3627700"/>
            <a:chExt cx="1358125" cy="1358750"/>
          </a:xfrm>
        </p:grpSpPr>
        <p:sp>
          <p:nvSpPr>
            <p:cNvPr id="4619" name="Google Shape;4619;p40"/>
            <p:cNvSpPr/>
            <p:nvPr/>
          </p:nvSpPr>
          <p:spPr>
            <a:xfrm>
              <a:off x="4595925" y="3627700"/>
              <a:ext cx="1357500" cy="1358125"/>
            </a:xfrm>
            <a:custGeom>
              <a:rect b="b" l="l" r="r" t="t"/>
              <a:pathLst>
                <a:path extrusionOk="0" h="54325" w="54300">
                  <a:moveTo>
                    <a:pt x="1" y="1"/>
                  </a:moveTo>
                  <a:lnTo>
                    <a:pt x="1" y="54325"/>
                  </a:lnTo>
                  <a:lnTo>
                    <a:pt x="54299" y="54325"/>
                  </a:lnTo>
                  <a:lnTo>
                    <a:pt x="54299" y="1"/>
                  </a:lnTo>
                  <a:close/>
                </a:path>
              </a:pathLst>
            </a:custGeom>
            <a:solidFill>
              <a:srgbClr val="FDB0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4595925" y="3627700"/>
              <a:ext cx="680325" cy="680350"/>
            </a:xfrm>
            <a:custGeom>
              <a:rect b="b" l="l" r="r" t="t"/>
              <a:pathLst>
                <a:path extrusionOk="0" h="27214" w="27213">
                  <a:moveTo>
                    <a:pt x="1" y="1"/>
                  </a:moveTo>
                  <a:lnTo>
                    <a:pt x="1" y="27213"/>
                  </a:lnTo>
                  <a:lnTo>
                    <a:pt x="27213" y="27213"/>
                  </a:lnTo>
                  <a:lnTo>
                    <a:pt x="27213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5274350" y="4306125"/>
              <a:ext cx="679700" cy="680325"/>
            </a:xfrm>
            <a:custGeom>
              <a:rect b="b" l="l" r="r" t="t"/>
              <a:pathLst>
                <a:path extrusionOk="0" h="27213" w="27188">
                  <a:moveTo>
                    <a:pt x="0" y="1"/>
                  </a:moveTo>
                  <a:lnTo>
                    <a:pt x="0" y="27213"/>
                  </a:lnTo>
                  <a:lnTo>
                    <a:pt x="27188" y="27213"/>
                  </a:lnTo>
                  <a:lnTo>
                    <a:pt x="27188" y="1"/>
                  </a:lnTo>
                  <a:close/>
                </a:path>
              </a:pathLst>
            </a:custGeom>
            <a:solidFill>
              <a:srgbClr val="A51E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4597175" y="3628325"/>
              <a:ext cx="679075" cy="679075"/>
            </a:xfrm>
            <a:custGeom>
              <a:rect b="b" l="l" r="r" t="t"/>
              <a:pathLst>
                <a:path extrusionOk="0" h="27163" w="27163">
                  <a:moveTo>
                    <a:pt x="27163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72" y="856"/>
                  </a:lnTo>
                  <a:lnTo>
                    <a:pt x="17832" y="1661"/>
                  </a:lnTo>
                  <a:lnTo>
                    <a:pt x="15393" y="2692"/>
                  </a:lnTo>
                  <a:lnTo>
                    <a:pt x="13079" y="3924"/>
                  </a:lnTo>
                  <a:lnTo>
                    <a:pt x="10916" y="5408"/>
                  </a:lnTo>
                  <a:lnTo>
                    <a:pt x="8904" y="7068"/>
                  </a:lnTo>
                  <a:lnTo>
                    <a:pt x="7068" y="8904"/>
                  </a:lnTo>
                  <a:lnTo>
                    <a:pt x="5408" y="10916"/>
                  </a:lnTo>
                  <a:lnTo>
                    <a:pt x="3924" y="13079"/>
                  </a:lnTo>
                  <a:lnTo>
                    <a:pt x="2692" y="15393"/>
                  </a:lnTo>
                  <a:lnTo>
                    <a:pt x="1661" y="17832"/>
                  </a:lnTo>
                  <a:lnTo>
                    <a:pt x="856" y="20372"/>
                  </a:lnTo>
                  <a:lnTo>
                    <a:pt x="303" y="23013"/>
                  </a:lnTo>
                  <a:lnTo>
                    <a:pt x="26" y="25755"/>
                  </a:lnTo>
                  <a:lnTo>
                    <a:pt x="1" y="27163"/>
                  </a:lnTo>
                  <a:lnTo>
                    <a:pt x="1409" y="27138"/>
                  </a:lnTo>
                  <a:lnTo>
                    <a:pt x="4151" y="26861"/>
                  </a:lnTo>
                  <a:lnTo>
                    <a:pt x="6791" y="26308"/>
                  </a:lnTo>
                  <a:lnTo>
                    <a:pt x="9357" y="25528"/>
                  </a:lnTo>
                  <a:lnTo>
                    <a:pt x="11796" y="24497"/>
                  </a:lnTo>
                  <a:lnTo>
                    <a:pt x="14085" y="23240"/>
                  </a:lnTo>
                  <a:lnTo>
                    <a:pt x="16273" y="21781"/>
                  </a:lnTo>
                  <a:lnTo>
                    <a:pt x="18285" y="20121"/>
                  </a:lnTo>
                  <a:lnTo>
                    <a:pt x="20121" y="18285"/>
                  </a:lnTo>
                  <a:lnTo>
                    <a:pt x="21781" y="16273"/>
                  </a:lnTo>
                  <a:lnTo>
                    <a:pt x="23239" y="14085"/>
                  </a:lnTo>
                  <a:lnTo>
                    <a:pt x="24497" y="11796"/>
                  </a:lnTo>
                  <a:lnTo>
                    <a:pt x="25528" y="9357"/>
                  </a:lnTo>
                  <a:lnTo>
                    <a:pt x="26308" y="6791"/>
                  </a:lnTo>
                  <a:lnTo>
                    <a:pt x="26861" y="4151"/>
                  </a:lnTo>
                  <a:lnTo>
                    <a:pt x="27138" y="1409"/>
                  </a:lnTo>
                  <a:lnTo>
                    <a:pt x="271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4597175" y="3738375"/>
              <a:ext cx="569675" cy="569025"/>
            </a:xfrm>
            <a:custGeom>
              <a:rect b="b" l="l" r="r" t="t"/>
              <a:pathLst>
                <a:path extrusionOk="0" h="22761" w="22787">
                  <a:moveTo>
                    <a:pt x="22787" y="0"/>
                  </a:moveTo>
                  <a:lnTo>
                    <a:pt x="21655" y="101"/>
                  </a:lnTo>
                  <a:lnTo>
                    <a:pt x="19442" y="503"/>
                  </a:lnTo>
                  <a:lnTo>
                    <a:pt x="17329" y="1082"/>
                  </a:lnTo>
                  <a:lnTo>
                    <a:pt x="15267" y="1836"/>
                  </a:lnTo>
                  <a:lnTo>
                    <a:pt x="13305" y="2767"/>
                  </a:lnTo>
                  <a:lnTo>
                    <a:pt x="11444" y="3873"/>
                  </a:lnTo>
                  <a:lnTo>
                    <a:pt x="9684" y="5106"/>
                  </a:lnTo>
                  <a:lnTo>
                    <a:pt x="8024" y="6489"/>
                  </a:lnTo>
                  <a:lnTo>
                    <a:pt x="6515" y="8023"/>
                  </a:lnTo>
                  <a:lnTo>
                    <a:pt x="5131" y="9658"/>
                  </a:lnTo>
                  <a:lnTo>
                    <a:pt x="3874" y="11418"/>
                  </a:lnTo>
                  <a:lnTo>
                    <a:pt x="2792" y="13279"/>
                  </a:lnTo>
                  <a:lnTo>
                    <a:pt x="1862" y="15241"/>
                  </a:lnTo>
                  <a:lnTo>
                    <a:pt x="1107" y="17303"/>
                  </a:lnTo>
                  <a:lnTo>
                    <a:pt x="529" y="19441"/>
                  </a:lnTo>
                  <a:lnTo>
                    <a:pt x="127" y="21629"/>
                  </a:lnTo>
                  <a:lnTo>
                    <a:pt x="1" y="22761"/>
                  </a:lnTo>
                  <a:lnTo>
                    <a:pt x="1133" y="22635"/>
                  </a:lnTo>
                  <a:lnTo>
                    <a:pt x="3346" y="22258"/>
                  </a:lnTo>
                  <a:lnTo>
                    <a:pt x="5484" y="21680"/>
                  </a:lnTo>
                  <a:lnTo>
                    <a:pt x="7521" y="20900"/>
                  </a:lnTo>
                  <a:lnTo>
                    <a:pt x="9482" y="19969"/>
                  </a:lnTo>
                  <a:lnTo>
                    <a:pt x="11343" y="18888"/>
                  </a:lnTo>
                  <a:lnTo>
                    <a:pt x="13104" y="17656"/>
                  </a:lnTo>
                  <a:lnTo>
                    <a:pt x="14764" y="16247"/>
                  </a:lnTo>
                  <a:lnTo>
                    <a:pt x="16273" y="14738"/>
                  </a:lnTo>
                  <a:lnTo>
                    <a:pt x="17656" y="13103"/>
                  </a:lnTo>
                  <a:lnTo>
                    <a:pt x="18914" y="11343"/>
                  </a:lnTo>
                  <a:lnTo>
                    <a:pt x="19995" y="9457"/>
                  </a:lnTo>
                  <a:lnTo>
                    <a:pt x="20926" y="7495"/>
                  </a:lnTo>
                  <a:lnTo>
                    <a:pt x="21680" y="5458"/>
                  </a:lnTo>
                  <a:lnTo>
                    <a:pt x="22284" y="3320"/>
                  </a:lnTo>
                  <a:lnTo>
                    <a:pt x="22661" y="1107"/>
                  </a:lnTo>
                  <a:lnTo>
                    <a:pt x="22787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5274975" y="36296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1" y="0"/>
                  </a:moveTo>
                  <a:lnTo>
                    <a:pt x="26" y="1383"/>
                  </a:lnTo>
                  <a:lnTo>
                    <a:pt x="302" y="4125"/>
                  </a:lnTo>
                  <a:lnTo>
                    <a:pt x="831" y="6791"/>
                  </a:lnTo>
                  <a:lnTo>
                    <a:pt x="1635" y="9331"/>
                  </a:lnTo>
                  <a:lnTo>
                    <a:pt x="2666" y="11770"/>
                  </a:lnTo>
                  <a:lnTo>
                    <a:pt x="3924" y="14084"/>
                  </a:lnTo>
                  <a:lnTo>
                    <a:pt x="5383" y="16247"/>
                  </a:lnTo>
                  <a:lnTo>
                    <a:pt x="7043" y="18259"/>
                  </a:lnTo>
                  <a:lnTo>
                    <a:pt x="8879" y="20095"/>
                  </a:lnTo>
                  <a:lnTo>
                    <a:pt x="10891" y="21755"/>
                  </a:lnTo>
                  <a:lnTo>
                    <a:pt x="13053" y="23214"/>
                  </a:lnTo>
                  <a:lnTo>
                    <a:pt x="15367" y="24471"/>
                  </a:lnTo>
                  <a:lnTo>
                    <a:pt x="17807" y="25502"/>
                  </a:lnTo>
                  <a:lnTo>
                    <a:pt x="20347" y="26307"/>
                  </a:lnTo>
                  <a:lnTo>
                    <a:pt x="23013" y="26835"/>
                  </a:lnTo>
                  <a:lnTo>
                    <a:pt x="25754" y="27112"/>
                  </a:lnTo>
                  <a:lnTo>
                    <a:pt x="27137" y="27137"/>
                  </a:lnTo>
                  <a:lnTo>
                    <a:pt x="27112" y="25729"/>
                  </a:lnTo>
                  <a:lnTo>
                    <a:pt x="26836" y="23013"/>
                  </a:lnTo>
                  <a:lnTo>
                    <a:pt x="26307" y="20347"/>
                  </a:lnTo>
                  <a:lnTo>
                    <a:pt x="25503" y="17806"/>
                  </a:lnTo>
                  <a:lnTo>
                    <a:pt x="24472" y="15367"/>
                  </a:lnTo>
                  <a:lnTo>
                    <a:pt x="23214" y="13053"/>
                  </a:lnTo>
                  <a:lnTo>
                    <a:pt x="21755" y="10890"/>
                  </a:lnTo>
                  <a:lnTo>
                    <a:pt x="20095" y="8878"/>
                  </a:lnTo>
                  <a:lnTo>
                    <a:pt x="18259" y="7042"/>
                  </a:lnTo>
                  <a:lnTo>
                    <a:pt x="16247" y="5382"/>
                  </a:lnTo>
                  <a:lnTo>
                    <a:pt x="14085" y="3898"/>
                  </a:lnTo>
                  <a:lnTo>
                    <a:pt x="11771" y="2666"/>
                  </a:lnTo>
                  <a:lnTo>
                    <a:pt x="9331" y="1635"/>
                  </a:lnTo>
                  <a:lnTo>
                    <a:pt x="6791" y="830"/>
                  </a:lnTo>
                  <a:lnTo>
                    <a:pt x="4125" y="30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5384375" y="37390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1" y="0"/>
                  </a:moveTo>
                  <a:lnTo>
                    <a:pt x="126" y="1132"/>
                  </a:lnTo>
                  <a:lnTo>
                    <a:pt x="504" y="3320"/>
                  </a:lnTo>
                  <a:lnTo>
                    <a:pt x="1082" y="5458"/>
                  </a:lnTo>
                  <a:lnTo>
                    <a:pt x="1862" y="7495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06" y="13104"/>
                  </a:lnTo>
                  <a:lnTo>
                    <a:pt x="6515" y="14738"/>
                  </a:lnTo>
                  <a:lnTo>
                    <a:pt x="8024" y="16272"/>
                  </a:lnTo>
                  <a:lnTo>
                    <a:pt x="9658" y="17656"/>
                  </a:lnTo>
                  <a:lnTo>
                    <a:pt x="11419" y="18888"/>
                  </a:lnTo>
                  <a:lnTo>
                    <a:pt x="13305" y="19969"/>
                  </a:lnTo>
                  <a:lnTo>
                    <a:pt x="15267" y="20900"/>
                  </a:lnTo>
                  <a:lnTo>
                    <a:pt x="17304" y="21680"/>
                  </a:lnTo>
                  <a:lnTo>
                    <a:pt x="19442" y="22258"/>
                  </a:lnTo>
                  <a:lnTo>
                    <a:pt x="21655" y="22661"/>
                  </a:lnTo>
                  <a:lnTo>
                    <a:pt x="22761" y="22761"/>
                  </a:lnTo>
                  <a:lnTo>
                    <a:pt x="22661" y="21629"/>
                  </a:lnTo>
                  <a:lnTo>
                    <a:pt x="22258" y="19441"/>
                  </a:lnTo>
                  <a:lnTo>
                    <a:pt x="21680" y="17304"/>
                  </a:lnTo>
                  <a:lnTo>
                    <a:pt x="20925" y="15241"/>
                  </a:lnTo>
                  <a:lnTo>
                    <a:pt x="19995" y="13280"/>
                  </a:lnTo>
                  <a:lnTo>
                    <a:pt x="18888" y="11418"/>
                  </a:lnTo>
                  <a:lnTo>
                    <a:pt x="17656" y="9658"/>
                  </a:lnTo>
                  <a:lnTo>
                    <a:pt x="16273" y="8023"/>
                  </a:lnTo>
                  <a:lnTo>
                    <a:pt x="14739" y="6489"/>
                  </a:lnTo>
                  <a:lnTo>
                    <a:pt x="13104" y="5106"/>
                  </a:lnTo>
                  <a:lnTo>
                    <a:pt x="11343" y="3873"/>
                  </a:lnTo>
                  <a:lnTo>
                    <a:pt x="9482" y="2767"/>
                  </a:lnTo>
                  <a:lnTo>
                    <a:pt x="7521" y="1836"/>
                  </a:lnTo>
                  <a:lnTo>
                    <a:pt x="5458" y="1082"/>
                  </a:lnTo>
                  <a:lnTo>
                    <a:pt x="3320" y="503"/>
                  </a:lnTo>
                  <a:lnTo>
                    <a:pt x="1132" y="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5274975" y="4294800"/>
              <a:ext cx="678450" cy="678450"/>
            </a:xfrm>
            <a:custGeom>
              <a:rect b="b" l="l" r="r" t="t"/>
              <a:pathLst>
                <a:path extrusionOk="0" h="27138" w="27138">
                  <a:moveTo>
                    <a:pt x="27137" y="1"/>
                  </a:moveTo>
                  <a:lnTo>
                    <a:pt x="25754" y="26"/>
                  </a:lnTo>
                  <a:lnTo>
                    <a:pt x="23013" y="303"/>
                  </a:lnTo>
                  <a:lnTo>
                    <a:pt x="20347" y="831"/>
                  </a:lnTo>
                  <a:lnTo>
                    <a:pt x="17807" y="1636"/>
                  </a:lnTo>
                  <a:lnTo>
                    <a:pt x="15367" y="2667"/>
                  </a:lnTo>
                  <a:lnTo>
                    <a:pt x="13053" y="3924"/>
                  </a:lnTo>
                  <a:lnTo>
                    <a:pt x="10891" y="5383"/>
                  </a:lnTo>
                  <a:lnTo>
                    <a:pt x="8879" y="7043"/>
                  </a:lnTo>
                  <a:lnTo>
                    <a:pt x="7043" y="8879"/>
                  </a:lnTo>
                  <a:lnTo>
                    <a:pt x="5383" y="10891"/>
                  </a:lnTo>
                  <a:lnTo>
                    <a:pt x="3924" y="13054"/>
                  </a:lnTo>
                  <a:lnTo>
                    <a:pt x="2666" y="15368"/>
                  </a:lnTo>
                  <a:lnTo>
                    <a:pt x="1635" y="17807"/>
                  </a:lnTo>
                  <a:lnTo>
                    <a:pt x="831" y="20347"/>
                  </a:lnTo>
                  <a:lnTo>
                    <a:pt x="302" y="23013"/>
                  </a:lnTo>
                  <a:lnTo>
                    <a:pt x="26" y="25755"/>
                  </a:lnTo>
                  <a:lnTo>
                    <a:pt x="1" y="27138"/>
                  </a:lnTo>
                  <a:lnTo>
                    <a:pt x="1384" y="27138"/>
                  </a:lnTo>
                  <a:lnTo>
                    <a:pt x="4125" y="26836"/>
                  </a:lnTo>
                  <a:lnTo>
                    <a:pt x="6791" y="26308"/>
                  </a:lnTo>
                  <a:lnTo>
                    <a:pt x="9331" y="25503"/>
                  </a:lnTo>
                  <a:lnTo>
                    <a:pt x="11771" y="24472"/>
                  </a:lnTo>
                  <a:lnTo>
                    <a:pt x="14085" y="23240"/>
                  </a:lnTo>
                  <a:lnTo>
                    <a:pt x="16247" y="21756"/>
                  </a:lnTo>
                  <a:lnTo>
                    <a:pt x="18259" y="20096"/>
                  </a:lnTo>
                  <a:lnTo>
                    <a:pt x="20095" y="18260"/>
                  </a:lnTo>
                  <a:lnTo>
                    <a:pt x="21755" y="16248"/>
                  </a:lnTo>
                  <a:lnTo>
                    <a:pt x="23214" y="14085"/>
                  </a:lnTo>
                  <a:lnTo>
                    <a:pt x="24472" y="11771"/>
                  </a:lnTo>
                  <a:lnTo>
                    <a:pt x="25503" y="9332"/>
                  </a:lnTo>
                  <a:lnTo>
                    <a:pt x="26307" y="6791"/>
                  </a:lnTo>
                  <a:lnTo>
                    <a:pt x="26836" y="4126"/>
                  </a:lnTo>
                  <a:lnTo>
                    <a:pt x="27112" y="1409"/>
                  </a:lnTo>
                  <a:lnTo>
                    <a:pt x="27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5384375" y="4294800"/>
              <a:ext cx="569050" cy="569050"/>
            </a:xfrm>
            <a:custGeom>
              <a:rect b="b" l="l" r="r" t="t"/>
              <a:pathLst>
                <a:path extrusionOk="0" h="22762" w="22762">
                  <a:moveTo>
                    <a:pt x="22761" y="1"/>
                  </a:moveTo>
                  <a:lnTo>
                    <a:pt x="21655" y="102"/>
                  </a:lnTo>
                  <a:lnTo>
                    <a:pt x="19442" y="504"/>
                  </a:lnTo>
                  <a:lnTo>
                    <a:pt x="17304" y="1082"/>
                  </a:lnTo>
                  <a:lnTo>
                    <a:pt x="15267" y="1862"/>
                  </a:lnTo>
                  <a:lnTo>
                    <a:pt x="13305" y="2793"/>
                  </a:lnTo>
                  <a:lnTo>
                    <a:pt x="11419" y="3874"/>
                  </a:lnTo>
                  <a:lnTo>
                    <a:pt x="9658" y="5106"/>
                  </a:lnTo>
                  <a:lnTo>
                    <a:pt x="8024" y="6490"/>
                  </a:lnTo>
                  <a:lnTo>
                    <a:pt x="6515" y="8024"/>
                  </a:lnTo>
                  <a:lnTo>
                    <a:pt x="5106" y="9659"/>
                  </a:lnTo>
                  <a:lnTo>
                    <a:pt x="3874" y="11419"/>
                  </a:lnTo>
                  <a:lnTo>
                    <a:pt x="2792" y="13280"/>
                  </a:lnTo>
                  <a:lnTo>
                    <a:pt x="1862" y="15267"/>
                  </a:lnTo>
                  <a:lnTo>
                    <a:pt x="1082" y="17304"/>
                  </a:lnTo>
                  <a:lnTo>
                    <a:pt x="504" y="19442"/>
                  </a:lnTo>
                  <a:lnTo>
                    <a:pt x="126" y="21630"/>
                  </a:lnTo>
                  <a:lnTo>
                    <a:pt x="1" y="22762"/>
                  </a:lnTo>
                  <a:lnTo>
                    <a:pt x="1132" y="22661"/>
                  </a:lnTo>
                  <a:lnTo>
                    <a:pt x="3320" y="22259"/>
                  </a:lnTo>
                  <a:lnTo>
                    <a:pt x="5458" y="21680"/>
                  </a:lnTo>
                  <a:lnTo>
                    <a:pt x="7521" y="20926"/>
                  </a:lnTo>
                  <a:lnTo>
                    <a:pt x="9482" y="19995"/>
                  </a:lnTo>
                  <a:lnTo>
                    <a:pt x="11343" y="18889"/>
                  </a:lnTo>
                  <a:lnTo>
                    <a:pt x="13104" y="17656"/>
                  </a:lnTo>
                  <a:lnTo>
                    <a:pt x="14739" y="16273"/>
                  </a:lnTo>
                  <a:lnTo>
                    <a:pt x="16273" y="14739"/>
                  </a:lnTo>
                  <a:lnTo>
                    <a:pt x="17656" y="13104"/>
                  </a:lnTo>
                  <a:lnTo>
                    <a:pt x="18888" y="11344"/>
                  </a:lnTo>
                  <a:lnTo>
                    <a:pt x="19995" y="9483"/>
                  </a:lnTo>
                  <a:lnTo>
                    <a:pt x="20925" y="7521"/>
                  </a:lnTo>
                  <a:lnTo>
                    <a:pt x="21680" y="5459"/>
                  </a:lnTo>
                  <a:lnTo>
                    <a:pt x="22258" y="3321"/>
                  </a:lnTo>
                  <a:lnTo>
                    <a:pt x="22661" y="1133"/>
                  </a:lnTo>
                  <a:lnTo>
                    <a:pt x="2276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4597175" y="4294175"/>
              <a:ext cx="679075" cy="678450"/>
            </a:xfrm>
            <a:custGeom>
              <a:rect b="b" l="l" r="r" t="t"/>
              <a:pathLst>
                <a:path extrusionOk="0" h="27138" w="27163">
                  <a:moveTo>
                    <a:pt x="1" y="1"/>
                  </a:moveTo>
                  <a:lnTo>
                    <a:pt x="26" y="1384"/>
                  </a:lnTo>
                  <a:lnTo>
                    <a:pt x="303" y="4125"/>
                  </a:lnTo>
                  <a:lnTo>
                    <a:pt x="856" y="6791"/>
                  </a:lnTo>
                  <a:lnTo>
                    <a:pt x="1661" y="9331"/>
                  </a:lnTo>
                  <a:lnTo>
                    <a:pt x="2692" y="11771"/>
                  </a:lnTo>
                  <a:lnTo>
                    <a:pt x="3924" y="14085"/>
                  </a:lnTo>
                  <a:lnTo>
                    <a:pt x="5408" y="16248"/>
                  </a:lnTo>
                  <a:lnTo>
                    <a:pt x="7068" y="18260"/>
                  </a:lnTo>
                  <a:lnTo>
                    <a:pt x="8904" y="20096"/>
                  </a:lnTo>
                  <a:lnTo>
                    <a:pt x="10916" y="21756"/>
                  </a:lnTo>
                  <a:lnTo>
                    <a:pt x="13079" y="23214"/>
                  </a:lnTo>
                  <a:lnTo>
                    <a:pt x="15393" y="24472"/>
                  </a:lnTo>
                  <a:lnTo>
                    <a:pt x="17832" y="25503"/>
                  </a:lnTo>
                  <a:lnTo>
                    <a:pt x="20372" y="26308"/>
                  </a:lnTo>
                  <a:lnTo>
                    <a:pt x="23013" y="26836"/>
                  </a:lnTo>
                  <a:lnTo>
                    <a:pt x="25754" y="27113"/>
                  </a:lnTo>
                  <a:lnTo>
                    <a:pt x="27163" y="27138"/>
                  </a:lnTo>
                  <a:lnTo>
                    <a:pt x="27138" y="25754"/>
                  </a:lnTo>
                  <a:lnTo>
                    <a:pt x="26861" y="23013"/>
                  </a:lnTo>
                  <a:lnTo>
                    <a:pt x="26308" y="20347"/>
                  </a:lnTo>
                  <a:lnTo>
                    <a:pt x="25528" y="17807"/>
                  </a:lnTo>
                  <a:lnTo>
                    <a:pt x="24497" y="15367"/>
                  </a:lnTo>
                  <a:lnTo>
                    <a:pt x="23239" y="13054"/>
                  </a:lnTo>
                  <a:lnTo>
                    <a:pt x="21781" y="10891"/>
                  </a:lnTo>
                  <a:lnTo>
                    <a:pt x="20121" y="8879"/>
                  </a:lnTo>
                  <a:lnTo>
                    <a:pt x="18285" y="7043"/>
                  </a:lnTo>
                  <a:lnTo>
                    <a:pt x="16273" y="5383"/>
                  </a:lnTo>
                  <a:lnTo>
                    <a:pt x="14085" y="3924"/>
                  </a:lnTo>
                  <a:lnTo>
                    <a:pt x="11796" y="2667"/>
                  </a:lnTo>
                  <a:lnTo>
                    <a:pt x="9357" y="1636"/>
                  </a:lnTo>
                  <a:lnTo>
                    <a:pt x="6791" y="831"/>
                  </a:lnTo>
                  <a:lnTo>
                    <a:pt x="4151" y="303"/>
                  </a:lnTo>
                  <a:lnTo>
                    <a:pt x="1409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435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4597175" y="4294175"/>
              <a:ext cx="569675" cy="569050"/>
            </a:xfrm>
            <a:custGeom>
              <a:rect b="b" l="l" r="r" t="t"/>
              <a:pathLst>
                <a:path extrusionOk="0" h="22762" w="22787">
                  <a:moveTo>
                    <a:pt x="1" y="1"/>
                  </a:moveTo>
                  <a:lnTo>
                    <a:pt x="127" y="1133"/>
                  </a:lnTo>
                  <a:lnTo>
                    <a:pt x="529" y="3321"/>
                  </a:lnTo>
                  <a:lnTo>
                    <a:pt x="1107" y="5458"/>
                  </a:lnTo>
                  <a:lnTo>
                    <a:pt x="1862" y="7496"/>
                  </a:lnTo>
                  <a:lnTo>
                    <a:pt x="2792" y="9482"/>
                  </a:lnTo>
                  <a:lnTo>
                    <a:pt x="3874" y="11343"/>
                  </a:lnTo>
                  <a:lnTo>
                    <a:pt x="5131" y="13104"/>
                  </a:lnTo>
                  <a:lnTo>
                    <a:pt x="6515" y="14739"/>
                  </a:lnTo>
                  <a:lnTo>
                    <a:pt x="8024" y="16273"/>
                  </a:lnTo>
                  <a:lnTo>
                    <a:pt x="9684" y="17656"/>
                  </a:lnTo>
                  <a:lnTo>
                    <a:pt x="11444" y="18888"/>
                  </a:lnTo>
                  <a:lnTo>
                    <a:pt x="13305" y="19970"/>
                  </a:lnTo>
                  <a:lnTo>
                    <a:pt x="15267" y="20926"/>
                  </a:lnTo>
                  <a:lnTo>
                    <a:pt x="17329" y="21680"/>
                  </a:lnTo>
                  <a:lnTo>
                    <a:pt x="19442" y="22259"/>
                  </a:lnTo>
                  <a:lnTo>
                    <a:pt x="21655" y="22661"/>
                  </a:lnTo>
                  <a:lnTo>
                    <a:pt x="22787" y="22762"/>
                  </a:lnTo>
                  <a:lnTo>
                    <a:pt x="22787" y="22762"/>
                  </a:lnTo>
                  <a:lnTo>
                    <a:pt x="22661" y="21630"/>
                  </a:lnTo>
                  <a:lnTo>
                    <a:pt x="22284" y="19442"/>
                  </a:lnTo>
                  <a:lnTo>
                    <a:pt x="21680" y="17304"/>
                  </a:lnTo>
                  <a:lnTo>
                    <a:pt x="20926" y="15242"/>
                  </a:lnTo>
                  <a:lnTo>
                    <a:pt x="19995" y="13280"/>
                  </a:lnTo>
                  <a:lnTo>
                    <a:pt x="18914" y="11419"/>
                  </a:lnTo>
                  <a:lnTo>
                    <a:pt x="17656" y="9658"/>
                  </a:lnTo>
                  <a:lnTo>
                    <a:pt x="16273" y="8024"/>
                  </a:lnTo>
                  <a:lnTo>
                    <a:pt x="14764" y="6490"/>
                  </a:lnTo>
                  <a:lnTo>
                    <a:pt x="13104" y="5106"/>
                  </a:lnTo>
                  <a:lnTo>
                    <a:pt x="11343" y="3874"/>
                  </a:lnTo>
                  <a:lnTo>
                    <a:pt x="9482" y="2767"/>
                  </a:lnTo>
                  <a:lnTo>
                    <a:pt x="7521" y="1837"/>
                  </a:lnTo>
                  <a:lnTo>
                    <a:pt x="5484" y="1082"/>
                  </a:lnTo>
                  <a:lnTo>
                    <a:pt x="3346" y="504"/>
                  </a:lnTo>
                  <a:lnTo>
                    <a:pt x="113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0" name="Google Shape;4630;p40"/>
          <p:cNvGrpSpPr/>
          <p:nvPr/>
        </p:nvGrpSpPr>
        <p:grpSpPr>
          <a:xfrm rot="-5400000">
            <a:off x="5465903" y="-3306"/>
            <a:ext cx="738244" cy="737846"/>
            <a:chOff x="3812437" y="4672193"/>
            <a:chExt cx="720801" cy="720412"/>
          </a:xfrm>
        </p:grpSpPr>
        <p:sp>
          <p:nvSpPr>
            <p:cNvPr id="4631" name="Google Shape;4631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" y="1"/>
                  </a:moveTo>
                  <a:lnTo>
                    <a:pt x="1" y="27790"/>
                  </a:lnTo>
                  <a:lnTo>
                    <a:pt x="27806" y="27790"/>
                  </a:lnTo>
                  <a:lnTo>
                    <a:pt x="27806" y="1"/>
                  </a:lnTo>
                  <a:close/>
                </a:path>
              </a:pathLst>
            </a:custGeom>
            <a:solidFill>
              <a:srgbClr val="1C37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40"/>
            <p:cNvSpPr/>
            <p:nvPr/>
          </p:nvSpPr>
          <p:spPr>
            <a:xfrm>
              <a:off x="3812437" y="4672193"/>
              <a:ext cx="720801" cy="720412"/>
            </a:xfrm>
            <a:custGeom>
              <a:rect b="b" l="l" r="r" t="t"/>
              <a:pathLst>
                <a:path extrusionOk="0" h="27791" w="27806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27806" y="27790"/>
                  </a:lnTo>
                  <a:lnTo>
                    <a:pt x="27806" y="13887"/>
                  </a:lnTo>
                  <a:lnTo>
                    <a:pt x="27790" y="13167"/>
                  </a:lnTo>
                  <a:lnTo>
                    <a:pt x="27646" y="11773"/>
                  </a:lnTo>
                  <a:lnTo>
                    <a:pt x="27374" y="10412"/>
                  </a:lnTo>
                  <a:lnTo>
                    <a:pt x="26957" y="9114"/>
                  </a:lnTo>
                  <a:lnTo>
                    <a:pt x="26429" y="7865"/>
                  </a:lnTo>
                  <a:lnTo>
                    <a:pt x="25788" y="6680"/>
                  </a:lnTo>
                  <a:lnTo>
                    <a:pt x="25051" y="5575"/>
                  </a:lnTo>
                  <a:lnTo>
                    <a:pt x="24202" y="4550"/>
                  </a:lnTo>
                  <a:lnTo>
                    <a:pt x="23257" y="3605"/>
                  </a:lnTo>
                  <a:lnTo>
                    <a:pt x="22216" y="2756"/>
                  </a:lnTo>
                  <a:lnTo>
                    <a:pt x="21111" y="2003"/>
                  </a:lnTo>
                  <a:lnTo>
                    <a:pt x="19926" y="1362"/>
                  </a:lnTo>
                  <a:lnTo>
                    <a:pt x="18676" y="834"/>
                  </a:lnTo>
                  <a:lnTo>
                    <a:pt x="17379" y="433"/>
                  </a:lnTo>
                  <a:lnTo>
                    <a:pt x="16017" y="145"/>
                  </a:lnTo>
                  <a:lnTo>
                    <a:pt x="14624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40"/>
            <p:cNvSpPr/>
            <p:nvPr/>
          </p:nvSpPr>
          <p:spPr>
            <a:xfrm>
              <a:off x="3812437" y="4672193"/>
              <a:ext cx="360426" cy="720412"/>
            </a:xfrm>
            <a:custGeom>
              <a:rect b="b" l="l" r="r" t="t"/>
              <a:pathLst>
                <a:path extrusionOk="0" h="27791" w="13904">
                  <a:moveTo>
                    <a:pt x="13182" y="1"/>
                  </a:moveTo>
                  <a:lnTo>
                    <a:pt x="11789" y="145"/>
                  </a:lnTo>
                  <a:lnTo>
                    <a:pt x="10428" y="433"/>
                  </a:lnTo>
                  <a:lnTo>
                    <a:pt x="9114" y="834"/>
                  </a:lnTo>
                  <a:lnTo>
                    <a:pt x="7881" y="1362"/>
                  </a:lnTo>
                  <a:lnTo>
                    <a:pt x="6696" y="2003"/>
                  </a:lnTo>
                  <a:lnTo>
                    <a:pt x="5590" y="2756"/>
                  </a:lnTo>
                  <a:lnTo>
                    <a:pt x="4549" y="3605"/>
                  </a:lnTo>
                  <a:lnTo>
                    <a:pt x="3604" y="4550"/>
                  </a:lnTo>
                  <a:lnTo>
                    <a:pt x="2755" y="5575"/>
                  </a:lnTo>
                  <a:lnTo>
                    <a:pt x="2019" y="6680"/>
                  </a:lnTo>
                  <a:lnTo>
                    <a:pt x="1362" y="7865"/>
                  </a:lnTo>
                  <a:lnTo>
                    <a:pt x="849" y="9114"/>
                  </a:lnTo>
                  <a:lnTo>
                    <a:pt x="433" y="10412"/>
                  </a:lnTo>
                  <a:lnTo>
                    <a:pt x="161" y="11773"/>
                  </a:lnTo>
                  <a:lnTo>
                    <a:pt x="17" y="13167"/>
                  </a:lnTo>
                  <a:lnTo>
                    <a:pt x="1" y="13887"/>
                  </a:lnTo>
                  <a:lnTo>
                    <a:pt x="1" y="27790"/>
                  </a:lnTo>
                  <a:lnTo>
                    <a:pt x="13903" y="27790"/>
                  </a:lnTo>
                  <a:lnTo>
                    <a:pt x="13903" y="1"/>
                  </a:lnTo>
                  <a:close/>
                </a:path>
              </a:pathLst>
            </a:custGeom>
            <a:solidFill>
              <a:srgbClr val="4A9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40"/>
            <p:cNvSpPr/>
            <p:nvPr/>
          </p:nvSpPr>
          <p:spPr>
            <a:xfrm>
              <a:off x="4004678" y="4889761"/>
              <a:ext cx="340492" cy="340492"/>
            </a:xfrm>
            <a:custGeom>
              <a:rect b="b" l="l" r="r" t="t"/>
              <a:pathLst>
                <a:path extrusionOk="0" h="13135" w="13135">
                  <a:moveTo>
                    <a:pt x="6567" y="1"/>
                  </a:moveTo>
                  <a:lnTo>
                    <a:pt x="5895" y="17"/>
                  </a:lnTo>
                  <a:lnTo>
                    <a:pt x="4613" y="289"/>
                  </a:lnTo>
                  <a:lnTo>
                    <a:pt x="3428" y="785"/>
                  </a:lnTo>
                  <a:lnTo>
                    <a:pt x="2387" y="1490"/>
                  </a:lnTo>
                  <a:lnTo>
                    <a:pt x="1490" y="2387"/>
                  </a:lnTo>
                  <a:lnTo>
                    <a:pt x="785" y="3428"/>
                  </a:lnTo>
                  <a:lnTo>
                    <a:pt x="289" y="4614"/>
                  </a:lnTo>
                  <a:lnTo>
                    <a:pt x="32" y="5895"/>
                  </a:lnTo>
                  <a:lnTo>
                    <a:pt x="0" y="6568"/>
                  </a:lnTo>
                  <a:lnTo>
                    <a:pt x="32" y="7240"/>
                  </a:lnTo>
                  <a:lnTo>
                    <a:pt x="289" y="8522"/>
                  </a:lnTo>
                  <a:lnTo>
                    <a:pt x="785" y="9707"/>
                  </a:lnTo>
                  <a:lnTo>
                    <a:pt x="1490" y="10748"/>
                  </a:lnTo>
                  <a:lnTo>
                    <a:pt x="2387" y="11645"/>
                  </a:lnTo>
                  <a:lnTo>
                    <a:pt x="3428" y="12350"/>
                  </a:lnTo>
                  <a:lnTo>
                    <a:pt x="4613" y="12846"/>
                  </a:lnTo>
                  <a:lnTo>
                    <a:pt x="5895" y="13119"/>
                  </a:lnTo>
                  <a:lnTo>
                    <a:pt x="6567" y="13135"/>
                  </a:lnTo>
                  <a:lnTo>
                    <a:pt x="7240" y="13119"/>
                  </a:lnTo>
                  <a:lnTo>
                    <a:pt x="8537" y="12846"/>
                  </a:lnTo>
                  <a:lnTo>
                    <a:pt x="9707" y="12350"/>
                  </a:lnTo>
                  <a:lnTo>
                    <a:pt x="10764" y="11645"/>
                  </a:lnTo>
                  <a:lnTo>
                    <a:pt x="11645" y="10748"/>
                  </a:lnTo>
                  <a:lnTo>
                    <a:pt x="12365" y="9707"/>
                  </a:lnTo>
                  <a:lnTo>
                    <a:pt x="12862" y="8522"/>
                  </a:lnTo>
                  <a:lnTo>
                    <a:pt x="13118" y="7240"/>
                  </a:lnTo>
                  <a:lnTo>
                    <a:pt x="13134" y="6568"/>
                  </a:lnTo>
                  <a:lnTo>
                    <a:pt x="13118" y="5895"/>
                  </a:lnTo>
                  <a:lnTo>
                    <a:pt x="12862" y="4614"/>
                  </a:lnTo>
                  <a:lnTo>
                    <a:pt x="12365" y="3428"/>
                  </a:lnTo>
                  <a:lnTo>
                    <a:pt x="11645" y="2387"/>
                  </a:lnTo>
                  <a:lnTo>
                    <a:pt x="10764" y="1490"/>
                  </a:lnTo>
                  <a:lnTo>
                    <a:pt x="9707" y="785"/>
                  </a:lnTo>
                  <a:lnTo>
                    <a:pt x="8537" y="289"/>
                  </a:lnTo>
                  <a:lnTo>
                    <a:pt x="7240" y="17"/>
                  </a:lnTo>
                  <a:lnTo>
                    <a:pt x="6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5" name="Google Shape;4635;p40"/>
          <p:cNvSpPr/>
          <p:nvPr/>
        </p:nvSpPr>
        <p:spPr>
          <a:xfrm>
            <a:off x="0" y="625"/>
            <a:ext cx="741749" cy="741916"/>
          </a:xfrm>
          <a:custGeom>
            <a:rect b="b" l="l" r="r" t="t"/>
            <a:pathLst>
              <a:path extrusionOk="0" h="40185" w="40176">
                <a:moveTo>
                  <a:pt x="0" y="0"/>
                </a:moveTo>
                <a:lnTo>
                  <a:pt x="0" y="40185"/>
                </a:lnTo>
                <a:lnTo>
                  <a:pt x="25906" y="40185"/>
                </a:lnTo>
                <a:lnTo>
                  <a:pt x="26638" y="40167"/>
                </a:lnTo>
                <a:lnTo>
                  <a:pt x="28076" y="40024"/>
                </a:lnTo>
                <a:lnTo>
                  <a:pt x="29478" y="39738"/>
                </a:lnTo>
                <a:lnTo>
                  <a:pt x="30817" y="39318"/>
                </a:lnTo>
                <a:lnTo>
                  <a:pt x="32094" y="38774"/>
                </a:lnTo>
                <a:lnTo>
                  <a:pt x="33309" y="38122"/>
                </a:lnTo>
                <a:lnTo>
                  <a:pt x="34452" y="37345"/>
                </a:lnTo>
                <a:lnTo>
                  <a:pt x="35506" y="36479"/>
                </a:lnTo>
                <a:lnTo>
                  <a:pt x="36479" y="35505"/>
                </a:lnTo>
                <a:lnTo>
                  <a:pt x="37345" y="34452"/>
                </a:lnTo>
                <a:lnTo>
                  <a:pt x="38122" y="33309"/>
                </a:lnTo>
                <a:lnTo>
                  <a:pt x="38774" y="32094"/>
                </a:lnTo>
                <a:lnTo>
                  <a:pt x="39319" y="30817"/>
                </a:lnTo>
                <a:lnTo>
                  <a:pt x="39738" y="29478"/>
                </a:lnTo>
                <a:lnTo>
                  <a:pt x="40024" y="28076"/>
                </a:lnTo>
                <a:lnTo>
                  <a:pt x="40167" y="26638"/>
                </a:lnTo>
                <a:lnTo>
                  <a:pt x="40176" y="25906"/>
                </a:lnTo>
                <a:lnTo>
                  <a:pt x="401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1"/>
          <p:cNvSpPr txBox="1"/>
          <p:nvPr>
            <p:ph type="title"/>
          </p:nvPr>
        </p:nvSpPr>
        <p:spPr>
          <a:xfrm>
            <a:off x="1191975" y="1034100"/>
            <a:ext cx="3610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4641" name="Google Shape;4641;p41"/>
          <p:cNvSpPr txBox="1"/>
          <p:nvPr>
            <p:ph idx="1" type="body"/>
          </p:nvPr>
        </p:nvSpPr>
        <p:spPr>
          <a:xfrm>
            <a:off x="1191975" y="1821875"/>
            <a:ext cx="36102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Restaurants face </a:t>
            </a:r>
            <a:r>
              <a:rPr b="1" lang="en"/>
              <a:t>uneven demand </a:t>
            </a:r>
            <a:r>
              <a:rPr lang="en"/>
              <a:t>driven by tourism and seasonality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Planning is often reactive, not data-driven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built a </a:t>
            </a:r>
            <a:r>
              <a:rPr b="1" lang="en"/>
              <a:t>Demand Pressure Index</a:t>
            </a:r>
            <a:r>
              <a:rPr lang="en"/>
              <a:t> to make this visible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Case study: Lisbon 2023-2024</a:t>
            </a:r>
            <a:endParaRPr sz="1000"/>
          </a:p>
        </p:txBody>
      </p:sp>
      <p:grpSp>
        <p:nvGrpSpPr>
          <p:cNvPr id="4642" name="Google Shape;4642;p41"/>
          <p:cNvGrpSpPr/>
          <p:nvPr/>
        </p:nvGrpSpPr>
        <p:grpSpPr>
          <a:xfrm>
            <a:off x="270200" y="2228050"/>
            <a:ext cx="118350" cy="687400"/>
            <a:chOff x="270200" y="2228050"/>
            <a:chExt cx="118350" cy="687400"/>
          </a:xfrm>
        </p:grpSpPr>
        <p:sp>
          <p:nvSpPr>
            <p:cNvPr id="4643" name="Google Shape;4643;p41"/>
            <p:cNvSpPr/>
            <p:nvPr/>
          </p:nvSpPr>
          <p:spPr>
            <a:xfrm>
              <a:off x="270200" y="2228050"/>
              <a:ext cx="118350" cy="118350"/>
            </a:xfrm>
            <a:custGeom>
              <a:rect b="b" l="l" r="r" t="t"/>
              <a:pathLst>
                <a:path extrusionOk="0" h="4734" w="4734">
                  <a:moveTo>
                    <a:pt x="2367" y="0"/>
                  </a:moveTo>
                  <a:lnTo>
                    <a:pt x="2126" y="9"/>
                  </a:lnTo>
                  <a:lnTo>
                    <a:pt x="1662" y="108"/>
                  </a:lnTo>
                  <a:lnTo>
                    <a:pt x="1242" y="286"/>
                  </a:lnTo>
                  <a:lnTo>
                    <a:pt x="858" y="545"/>
                  </a:lnTo>
                  <a:lnTo>
                    <a:pt x="536" y="867"/>
                  </a:lnTo>
                  <a:lnTo>
                    <a:pt x="286" y="1242"/>
                  </a:lnTo>
                  <a:lnTo>
                    <a:pt x="108" y="1661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17"/>
                  </a:lnTo>
                  <a:lnTo>
                    <a:pt x="108" y="3072"/>
                  </a:lnTo>
                  <a:lnTo>
                    <a:pt x="286" y="3501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56"/>
                  </a:lnTo>
                  <a:lnTo>
                    <a:pt x="1662" y="4635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35"/>
                  </a:lnTo>
                  <a:lnTo>
                    <a:pt x="3492" y="4456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501"/>
                  </a:lnTo>
                  <a:lnTo>
                    <a:pt x="4626" y="3072"/>
                  </a:lnTo>
                  <a:lnTo>
                    <a:pt x="4724" y="2617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1"/>
                  </a:lnTo>
                  <a:lnTo>
                    <a:pt x="4448" y="1242"/>
                  </a:lnTo>
                  <a:lnTo>
                    <a:pt x="4198" y="867"/>
                  </a:lnTo>
                  <a:lnTo>
                    <a:pt x="3876" y="545"/>
                  </a:lnTo>
                  <a:lnTo>
                    <a:pt x="3492" y="286"/>
                  </a:lnTo>
                  <a:lnTo>
                    <a:pt x="3072" y="10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41"/>
            <p:cNvSpPr/>
            <p:nvPr/>
          </p:nvSpPr>
          <p:spPr>
            <a:xfrm>
              <a:off x="270200" y="2512700"/>
              <a:ext cx="118350" cy="118325"/>
            </a:xfrm>
            <a:custGeom>
              <a:rect b="b" l="l" r="r" t="t"/>
              <a:pathLst>
                <a:path extrusionOk="0" h="4733" w="4734">
                  <a:moveTo>
                    <a:pt x="2367" y="0"/>
                  </a:moveTo>
                  <a:lnTo>
                    <a:pt x="2126" y="9"/>
                  </a:lnTo>
                  <a:lnTo>
                    <a:pt x="1662" y="98"/>
                  </a:lnTo>
                  <a:lnTo>
                    <a:pt x="1242" y="277"/>
                  </a:lnTo>
                  <a:lnTo>
                    <a:pt x="858" y="536"/>
                  </a:lnTo>
                  <a:lnTo>
                    <a:pt x="536" y="857"/>
                  </a:lnTo>
                  <a:lnTo>
                    <a:pt x="286" y="1232"/>
                  </a:lnTo>
                  <a:lnTo>
                    <a:pt x="108" y="1661"/>
                  </a:lnTo>
                  <a:lnTo>
                    <a:pt x="9" y="2117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2"/>
                  </a:lnTo>
                  <a:lnTo>
                    <a:pt x="286" y="3492"/>
                  </a:lnTo>
                  <a:lnTo>
                    <a:pt x="536" y="3867"/>
                  </a:lnTo>
                  <a:lnTo>
                    <a:pt x="858" y="4188"/>
                  </a:lnTo>
                  <a:lnTo>
                    <a:pt x="1242" y="4447"/>
                  </a:lnTo>
                  <a:lnTo>
                    <a:pt x="1662" y="4626"/>
                  </a:lnTo>
                  <a:lnTo>
                    <a:pt x="2126" y="4724"/>
                  </a:lnTo>
                  <a:lnTo>
                    <a:pt x="2367" y="4733"/>
                  </a:lnTo>
                  <a:lnTo>
                    <a:pt x="2608" y="4724"/>
                  </a:lnTo>
                  <a:lnTo>
                    <a:pt x="3072" y="4626"/>
                  </a:lnTo>
                  <a:lnTo>
                    <a:pt x="3492" y="4447"/>
                  </a:lnTo>
                  <a:lnTo>
                    <a:pt x="3876" y="4188"/>
                  </a:lnTo>
                  <a:lnTo>
                    <a:pt x="4198" y="3867"/>
                  </a:lnTo>
                  <a:lnTo>
                    <a:pt x="4448" y="3492"/>
                  </a:lnTo>
                  <a:lnTo>
                    <a:pt x="4626" y="3072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17"/>
                  </a:lnTo>
                  <a:lnTo>
                    <a:pt x="4626" y="1661"/>
                  </a:lnTo>
                  <a:lnTo>
                    <a:pt x="4448" y="1232"/>
                  </a:lnTo>
                  <a:lnTo>
                    <a:pt x="4198" y="857"/>
                  </a:lnTo>
                  <a:lnTo>
                    <a:pt x="3876" y="536"/>
                  </a:lnTo>
                  <a:lnTo>
                    <a:pt x="3492" y="277"/>
                  </a:lnTo>
                  <a:lnTo>
                    <a:pt x="3072" y="98"/>
                  </a:lnTo>
                  <a:lnTo>
                    <a:pt x="2608" y="9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41"/>
            <p:cNvSpPr/>
            <p:nvPr/>
          </p:nvSpPr>
          <p:spPr>
            <a:xfrm>
              <a:off x="270200" y="2797100"/>
              <a:ext cx="118350" cy="118350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86" y="1233"/>
                  </a:lnTo>
                  <a:lnTo>
                    <a:pt x="108" y="1662"/>
                  </a:lnTo>
                  <a:lnTo>
                    <a:pt x="9" y="2126"/>
                  </a:lnTo>
                  <a:lnTo>
                    <a:pt x="1" y="2367"/>
                  </a:lnTo>
                  <a:lnTo>
                    <a:pt x="9" y="2608"/>
                  </a:lnTo>
                  <a:lnTo>
                    <a:pt x="108" y="3073"/>
                  </a:lnTo>
                  <a:lnTo>
                    <a:pt x="286" y="3492"/>
                  </a:lnTo>
                  <a:lnTo>
                    <a:pt x="536" y="3876"/>
                  </a:lnTo>
                  <a:lnTo>
                    <a:pt x="858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8" y="3876"/>
                  </a:lnTo>
                  <a:lnTo>
                    <a:pt x="4448" y="3492"/>
                  </a:lnTo>
                  <a:lnTo>
                    <a:pt x="4626" y="3073"/>
                  </a:lnTo>
                  <a:lnTo>
                    <a:pt x="4724" y="2608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8" y="1233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6" name="Google Shape;4646;p41"/>
          <p:cNvSpPr/>
          <p:nvPr/>
        </p:nvSpPr>
        <p:spPr>
          <a:xfrm>
            <a:off x="8259460" y="2852252"/>
            <a:ext cx="7596" cy="257510"/>
          </a:xfrm>
          <a:custGeom>
            <a:rect b="b" l="l" r="r" t="t"/>
            <a:pathLst>
              <a:path extrusionOk="0" h="322897" w="9525">
                <a:moveTo>
                  <a:pt x="0" y="0"/>
                </a:moveTo>
                <a:lnTo>
                  <a:pt x="9525" y="0"/>
                </a:lnTo>
                <a:lnTo>
                  <a:pt x="9525" y="322897"/>
                </a:lnTo>
                <a:lnTo>
                  <a:pt x="0" y="322897"/>
                </a:lnTo>
                <a:close/>
              </a:path>
            </a:pathLst>
          </a:custGeom>
          <a:solidFill>
            <a:srgbClr val="E09C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7" name="Google Shape;4647;p41"/>
          <p:cNvGrpSpPr/>
          <p:nvPr/>
        </p:nvGrpSpPr>
        <p:grpSpPr>
          <a:xfrm>
            <a:off x="4943225" y="1821885"/>
            <a:ext cx="3799298" cy="1847768"/>
            <a:chOff x="4943225" y="1821885"/>
            <a:chExt cx="3799298" cy="1847768"/>
          </a:xfrm>
        </p:grpSpPr>
        <p:sp>
          <p:nvSpPr>
            <p:cNvPr id="4648" name="Google Shape;4648;p41"/>
            <p:cNvSpPr/>
            <p:nvPr/>
          </p:nvSpPr>
          <p:spPr>
            <a:xfrm>
              <a:off x="4943225" y="2955239"/>
              <a:ext cx="3798094" cy="276839"/>
            </a:xfrm>
            <a:custGeom>
              <a:rect b="b" l="l" r="r" t="t"/>
              <a:pathLst>
                <a:path extrusionOk="0" h="347133" w="4762500">
                  <a:moveTo>
                    <a:pt x="0" y="232833"/>
                  </a:moveTo>
                  <a:cubicBezTo>
                    <a:pt x="0" y="232833"/>
                    <a:pt x="2113598" y="-291042"/>
                    <a:pt x="4762500" y="232833"/>
                  </a:cubicBezTo>
                  <a:lnTo>
                    <a:pt x="4762500" y="339513"/>
                  </a:lnTo>
                  <a:cubicBezTo>
                    <a:pt x="4762500" y="339513"/>
                    <a:pt x="2470785" y="-163407"/>
                    <a:pt x="0" y="347133"/>
                  </a:cubicBezTo>
                  <a:lnTo>
                    <a:pt x="0" y="23283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9" name="Google Shape;4649;p41"/>
            <p:cNvSpPr/>
            <p:nvPr/>
          </p:nvSpPr>
          <p:spPr>
            <a:xfrm>
              <a:off x="5976462" y="2279410"/>
              <a:ext cx="1750921" cy="597820"/>
            </a:xfrm>
            <a:custGeom>
              <a:rect b="b" l="l" r="r" t="t"/>
              <a:pathLst>
                <a:path extrusionOk="0" h="749617" w="2195512">
                  <a:moveTo>
                    <a:pt x="1118235" y="749618"/>
                  </a:moveTo>
                  <a:cubicBezTo>
                    <a:pt x="1118235" y="749618"/>
                    <a:pt x="1117283" y="749618"/>
                    <a:pt x="1118235" y="749618"/>
                  </a:cubicBezTo>
                  <a:cubicBezTo>
                    <a:pt x="784860" y="749618"/>
                    <a:pt x="499110" y="557213"/>
                    <a:pt x="317183" y="396240"/>
                  </a:cubicBezTo>
                  <a:cubicBezTo>
                    <a:pt x="120967" y="221932"/>
                    <a:pt x="953" y="45720"/>
                    <a:pt x="0" y="43815"/>
                  </a:cubicBezTo>
                  <a:lnTo>
                    <a:pt x="16192" y="33338"/>
                  </a:lnTo>
                  <a:cubicBezTo>
                    <a:pt x="17145" y="35243"/>
                    <a:pt x="136208" y="209550"/>
                    <a:pt x="330517" y="382905"/>
                  </a:cubicBezTo>
                  <a:cubicBezTo>
                    <a:pt x="509588" y="541973"/>
                    <a:pt x="791528" y="730568"/>
                    <a:pt x="1118235" y="731520"/>
                  </a:cubicBezTo>
                  <a:cubicBezTo>
                    <a:pt x="1118235" y="731520"/>
                    <a:pt x="1118235" y="731520"/>
                    <a:pt x="1118235" y="731520"/>
                  </a:cubicBezTo>
                  <a:cubicBezTo>
                    <a:pt x="1494473" y="731520"/>
                    <a:pt x="1851660" y="485775"/>
                    <a:pt x="2179320" y="0"/>
                  </a:cubicBezTo>
                  <a:lnTo>
                    <a:pt x="2195513" y="10477"/>
                  </a:lnTo>
                  <a:cubicBezTo>
                    <a:pt x="1863090" y="501015"/>
                    <a:pt x="1501140" y="749618"/>
                    <a:pt x="1118235" y="749618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0" name="Google Shape;4650;p41"/>
            <p:cNvSpPr/>
            <p:nvPr/>
          </p:nvSpPr>
          <p:spPr>
            <a:xfrm>
              <a:off x="7895549" y="2282449"/>
              <a:ext cx="846975" cy="715560"/>
            </a:xfrm>
            <a:custGeom>
              <a:rect b="b" l="l" r="r" t="t"/>
              <a:pathLst>
                <a:path extrusionOk="0" h="897254" w="1062037">
                  <a:moveTo>
                    <a:pt x="1061085" y="897255"/>
                  </a:moveTo>
                  <a:cubicBezTo>
                    <a:pt x="550545" y="872490"/>
                    <a:pt x="289560" y="630555"/>
                    <a:pt x="160020" y="431483"/>
                  </a:cubicBezTo>
                  <a:cubicBezTo>
                    <a:pt x="20003" y="216217"/>
                    <a:pt x="0" y="3810"/>
                    <a:pt x="0" y="1905"/>
                  </a:cubicBezTo>
                  <a:lnTo>
                    <a:pt x="19050" y="0"/>
                  </a:lnTo>
                  <a:cubicBezTo>
                    <a:pt x="19050" y="1905"/>
                    <a:pt x="39053" y="210503"/>
                    <a:pt x="176213" y="421958"/>
                  </a:cubicBezTo>
                  <a:cubicBezTo>
                    <a:pt x="302895" y="616268"/>
                    <a:pt x="560070" y="853440"/>
                    <a:pt x="1062038" y="878205"/>
                  </a:cubicBezTo>
                  <a:lnTo>
                    <a:pt x="1061085" y="89725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1" name="Google Shape;4651;p41"/>
            <p:cNvSpPr/>
            <p:nvPr/>
          </p:nvSpPr>
          <p:spPr>
            <a:xfrm>
              <a:off x="4943225" y="2282449"/>
              <a:ext cx="864446" cy="713282"/>
            </a:xfrm>
            <a:custGeom>
              <a:rect b="b" l="l" r="r" t="t"/>
              <a:pathLst>
                <a:path extrusionOk="0" h="894397" w="1083945">
                  <a:moveTo>
                    <a:pt x="953" y="894397"/>
                  </a:moveTo>
                  <a:lnTo>
                    <a:pt x="0" y="875347"/>
                  </a:lnTo>
                  <a:cubicBezTo>
                    <a:pt x="502920" y="850583"/>
                    <a:pt x="764858" y="614363"/>
                    <a:pt x="897255" y="420053"/>
                  </a:cubicBezTo>
                  <a:cubicBezTo>
                    <a:pt x="1040130" y="209550"/>
                    <a:pt x="1064895" y="1905"/>
                    <a:pt x="1064895" y="0"/>
                  </a:cubicBezTo>
                  <a:lnTo>
                    <a:pt x="1083945" y="1905"/>
                  </a:lnTo>
                  <a:cubicBezTo>
                    <a:pt x="1083945" y="3810"/>
                    <a:pt x="1059180" y="216217"/>
                    <a:pt x="913448" y="430530"/>
                  </a:cubicBezTo>
                  <a:cubicBezTo>
                    <a:pt x="778193" y="627697"/>
                    <a:pt x="511493" y="869633"/>
                    <a:pt x="953" y="894397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2" name="Google Shape;4652;p41"/>
            <p:cNvSpPr/>
            <p:nvPr/>
          </p:nvSpPr>
          <p:spPr>
            <a:xfrm>
              <a:off x="6095740" y="2456429"/>
              <a:ext cx="7596" cy="557560"/>
            </a:xfrm>
            <a:custGeom>
              <a:rect b="b" l="l" r="r" t="t"/>
              <a:pathLst>
                <a:path extrusionOk="0" h="699135" w="9525">
                  <a:moveTo>
                    <a:pt x="0" y="0"/>
                  </a:moveTo>
                  <a:lnTo>
                    <a:pt x="9525" y="0"/>
                  </a:lnTo>
                  <a:lnTo>
                    <a:pt x="9525" y="699135"/>
                  </a:lnTo>
                  <a:lnTo>
                    <a:pt x="0" y="6991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41"/>
            <p:cNvSpPr/>
            <p:nvPr/>
          </p:nvSpPr>
          <p:spPr>
            <a:xfrm>
              <a:off x="8023943" y="2619013"/>
              <a:ext cx="7596" cy="47628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4" name="Google Shape;4654;p41"/>
            <p:cNvSpPr/>
            <p:nvPr/>
          </p:nvSpPr>
          <p:spPr>
            <a:xfrm>
              <a:off x="8153098" y="2774759"/>
              <a:ext cx="7596" cy="319040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5" name="Google Shape;4655;p41"/>
            <p:cNvSpPr/>
            <p:nvPr/>
          </p:nvSpPr>
          <p:spPr>
            <a:xfrm>
              <a:off x="5660413" y="2619013"/>
              <a:ext cx="7596" cy="47628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6" name="Google Shape;4656;p41"/>
            <p:cNvSpPr/>
            <p:nvPr/>
          </p:nvSpPr>
          <p:spPr>
            <a:xfrm>
              <a:off x="5531259" y="2774759"/>
              <a:ext cx="7596" cy="319040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41"/>
            <p:cNvSpPr/>
            <p:nvPr/>
          </p:nvSpPr>
          <p:spPr>
            <a:xfrm>
              <a:off x="5424896" y="2852252"/>
              <a:ext cx="7596" cy="257510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41"/>
            <p:cNvSpPr/>
            <p:nvPr/>
          </p:nvSpPr>
          <p:spPr>
            <a:xfrm>
              <a:off x="5312455" y="2909992"/>
              <a:ext cx="7596" cy="221049"/>
            </a:xfrm>
            <a:custGeom>
              <a:rect b="b" l="l" r="r" t="t"/>
              <a:pathLst>
                <a:path extrusionOk="0" h="277177" w="9525">
                  <a:moveTo>
                    <a:pt x="0" y="0"/>
                  </a:moveTo>
                  <a:lnTo>
                    <a:pt x="9525" y="0"/>
                  </a:lnTo>
                  <a:lnTo>
                    <a:pt x="9525" y="277178"/>
                  </a:lnTo>
                  <a:lnTo>
                    <a:pt x="0" y="27717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9" name="Google Shape;4659;p41"/>
            <p:cNvSpPr/>
            <p:nvPr/>
          </p:nvSpPr>
          <p:spPr>
            <a:xfrm>
              <a:off x="7604571" y="2435916"/>
              <a:ext cx="7596" cy="577310"/>
            </a:xfrm>
            <a:custGeom>
              <a:rect b="b" l="l" r="r" t="t"/>
              <a:pathLst>
                <a:path extrusionOk="0" h="723900" w="9525">
                  <a:moveTo>
                    <a:pt x="0" y="0"/>
                  </a:moveTo>
                  <a:lnTo>
                    <a:pt x="9525" y="0"/>
                  </a:lnTo>
                  <a:lnTo>
                    <a:pt x="9525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41"/>
            <p:cNvSpPr/>
            <p:nvPr/>
          </p:nvSpPr>
          <p:spPr>
            <a:xfrm>
              <a:off x="7493649" y="2557474"/>
              <a:ext cx="7596" cy="467925"/>
            </a:xfrm>
            <a:custGeom>
              <a:rect b="b" l="l" r="r" t="t"/>
              <a:pathLst>
                <a:path extrusionOk="0" h="586740" w="9525">
                  <a:moveTo>
                    <a:pt x="0" y="0"/>
                  </a:moveTo>
                  <a:lnTo>
                    <a:pt x="9525" y="0"/>
                  </a:lnTo>
                  <a:lnTo>
                    <a:pt x="9525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7388047" y="2663837"/>
              <a:ext cx="7596" cy="361578"/>
            </a:xfrm>
            <a:custGeom>
              <a:rect b="b" l="l" r="r" t="t"/>
              <a:pathLst>
                <a:path extrusionOk="0" h="453389" w="9525">
                  <a:moveTo>
                    <a:pt x="0" y="0"/>
                  </a:moveTo>
                  <a:lnTo>
                    <a:pt x="9525" y="0"/>
                  </a:lnTo>
                  <a:lnTo>
                    <a:pt x="952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7277126" y="2741331"/>
              <a:ext cx="7596" cy="284097"/>
            </a:xfrm>
            <a:custGeom>
              <a:rect b="b" l="l" r="r" t="t"/>
              <a:pathLst>
                <a:path extrusionOk="0" h="356235" w="9525">
                  <a:moveTo>
                    <a:pt x="0" y="0"/>
                  </a:moveTo>
                  <a:lnTo>
                    <a:pt x="9525" y="0"/>
                  </a:lnTo>
                  <a:lnTo>
                    <a:pt x="9525" y="356235"/>
                  </a:lnTo>
                  <a:lnTo>
                    <a:pt x="0" y="3562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7170763" y="2800590"/>
              <a:ext cx="7596" cy="224846"/>
            </a:xfrm>
            <a:custGeom>
              <a:rect b="b" l="l" r="r" t="t"/>
              <a:pathLst>
                <a:path extrusionOk="0" h="281939" w="9525">
                  <a:moveTo>
                    <a:pt x="0" y="0"/>
                  </a:moveTo>
                  <a:lnTo>
                    <a:pt x="9525" y="0"/>
                  </a:lnTo>
                  <a:lnTo>
                    <a:pt x="9525" y="281940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7063640" y="2840857"/>
              <a:ext cx="7596" cy="184587"/>
            </a:xfrm>
            <a:custGeom>
              <a:rect b="b" l="l" r="r" t="t"/>
              <a:pathLst>
                <a:path extrusionOk="0" h="231457" w="9525">
                  <a:moveTo>
                    <a:pt x="0" y="0"/>
                  </a:moveTo>
                  <a:lnTo>
                    <a:pt x="9525" y="0"/>
                  </a:lnTo>
                  <a:lnTo>
                    <a:pt x="9525" y="231458"/>
                  </a:lnTo>
                  <a:lnTo>
                    <a:pt x="0" y="23145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6971713" y="2861369"/>
              <a:ext cx="7596" cy="163318"/>
            </a:xfrm>
            <a:custGeom>
              <a:rect b="b" l="l" r="r" t="t"/>
              <a:pathLst>
                <a:path extrusionOk="0" h="204787" w="9525">
                  <a:moveTo>
                    <a:pt x="0" y="0"/>
                  </a:moveTo>
                  <a:lnTo>
                    <a:pt x="9525" y="0"/>
                  </a:lnTo>
                  <a:lnTo>
                    <a:pt x="9525" y="204787"/>
                  </a:lnTo>
                  <a:lnTo>
                    <a:pt x="0" y="20478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6879025" y="2869727"/>
              <a:ext cx="7596" cy="155721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6217297" y="2576468"/>
              <a:ext cx="7596" cy="448934"/>
            </a:xfrm>
            <a:custGeom>
              <a:rect b="b" l="l" r="r" t="t"/>
              <a:pathLst>
                <a:path extrusionOk="0" h="562927" w="9525">
                  <a:moveTo>
                    <a:pt x="0" y="0"/>
                  </a:moveTo>
                  <a:lnTo>
                    <a:pt x="9525" y="0"/>
                  </a:lnTo>
                  <a:lnTo>
                    <a:pt x="9525" y="562928"/>
                  </a:lnTo>
                  <a:lnTo>
                    <a:pt x="0" y="5629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6326699" y="2668396"/>
              <a:ext cx="7596" cy="356261"/>
            </a:xfrm>
            <a:custGeom>
              <a:rect b="b" l="l" r="r" t="t"/>
              <a:pathLst>
                <a:path extrusionOk="0" h="446722" w="9525">
                  <a:moveTo>
                    <a:pt x="0" y="0"/>
                  </a:moveTo>
                  <a:lnTo>
                    <a:pt x="9525" y="0"/>
                  </a:lnTo>
                  <a:lnTo>
                    <a:pt x="9525" y="446722"/>
                  </a:lnTo>
                  <a:lnTo>
                    <a:pt x="0" y="446722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6414069" y="2728415"/>
              <a:ext cx="7596" cy="297011"/>
            </a:xfrm>
            <a:custGeom>
              <a:rect b="b" l="l" r="r" t="t"/>
              <a:pathLst>
                <a:path extrusionOk="0" h="372427" w="9525">
                  <a:moveTo>
                    <a:pt x="0" y="0"/>
                  </a:moveTo>
                  <a:lnTo>
                    <a:pt x="9525" y="0"/>
                  </a:lnTo>
                  <a:lnTo>
                    <a:pt x="9525" y="372428"/>
                  </a:lnTo>
                  <a:lnTo>
                    <a:pt x="0" y="3724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0" name="Google Shape;4670;p41"/>
            <p:cNvSpPr/>
            <p:nvPr/>
          </p:nvSpPr>
          <p:spPr>
            <a:xfrm rot="-43104">
              <a:off x="6515061" y="2783848"/>
              <a:ext cx="7596" cy="241573"/>
            </a:xfrm>
            <a:custGeom>
              <a:rect b="b" l="l" r="r" t="t"/>
              <a:pathLst>
                <a:path extrusionOk="0" h="302889" w="9524">
                  <a:moveTo>
                    <a:pt x="0" y="0"/>
                  </a:moveTo>
                  <a:lnTo>
                    <a:pt x="9525" y="0"/>
                  </a:lnTo>
                  <a:lnTo>
                    <a:pt x="9525" y="302889"/>
                  </a:lnTo>
                  <a:lnTo>
                    <a:pt x="0" y="302889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6610080" y="2824142"/>
              <a:ext cx="7596" cy="201299"/>
            </a:xfrm>
            <a:custGeom>
              <a:rect b="b" l="l" r="r" t="t"/>
              <a:pathLst>
                <a:path extrusionOk="0" h="252412" w="9525">
                  <a:moveTo>
                    <a:pt x="0" y="0"/>
                  </a:moveTo>
                  <a:lnTo>
                    <a:pt x="9525" y="0"/>
                  </a:lnTo>
                  <a:lnTo>
                    <a:pt x="9525" y="252413"/>
                  </a:lnTo>
                  <a:lnTo>
                    <a:pt x="0" y="25241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2" name="Google Shape;4672;p41"/>
            <p:cNvSpPr/>
            <p:nvPr/>
          </p:nvSpPr>
          <p:spPr>
            <a:xfrm rot="-64652">
              <a:off x="6700408" y="2850725"/>
              <a:ext cx="7597" cy="174742"/>
            </a:xfrm>
            <a:custGeom>
              <a:rect b="b" l="l" r="r" t="t"/>
              <a:pathLst>
                <a:path extrusionOk="0" h="219073" w="9524">
                  <a:moveTo>
                    <a:pt x="0" y="0"/>
                  </a:moveTo>
                  <a:lnTo>
                    <a:pt x="9525" y="0"/>
                  </a:lnTo>
                  <a:lnTo>
                    <a:pt x="9525" y="219073"/>
                  </a:lnTo>
                  <a:lnTo>
                    <a:pt x="0" y="21907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6794695" y="2869727"/>
              <a:ext cx="7596" cy="155721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74" name="Google Shape;4674;p41"/>
            <p:cNvGrpSpPr/>
            <p:nvPr/>
          </p:nvGrpSpPr>
          <p:grpSpPr>
            <a:xfrm>
              <a:off x="7653842" y="2229994"/>
              <a:ext cx="346430" cy="1439658"/>
              <a:chOff x="5422581" y="1315401"/>
              <a:chExt cx="434340" cy="1804988"/>
            </a:xfrm>
          </p:grpSpPr>
          <p:sp>
            <p:nvSpPr>
              <p:cNvPr id="4675" name="Google Shape;4675;p41"/>
              <p:cNvSpPr/>
              <p:nvPr/>
            </p:nvSpPr>
            <p:spPr>
              <a:xfrm>
                <a:off x="5422581" y="3017519"/>
                <a:ext cx="434340" cy="102870"/>
              </a:xfrm>
              <a:custGeom>
                <a:rect b="b" l="l" r="r" t="t"/>
                <a:pathLst>
                  <a:path extrusionOk="0" h="102870" w="434340">
                    <a:moveTo>
                      <a:pt x="34290" y="0"/>
                    </a:moveTo>
                    <a:lnTo>
                      <a:pt x="389573" y="0"/>
                    </a:lnTo>
                    <a:lnTo>
                      <a:pt x="389573" y="39053"/>
                    </a:lnTo>
                    <a:lnTo>
                      <a:pt x="434340" y="39053"/>
                    </a:lnTo>
                    <a:lnTo>
                      <a:pt x="434340" y="102870"/>
                    </a:lnTo>
                    <a:lnTo>
                      <a:pt x="5715" y="102870"/>
                    </a:lnTo>
                    <a:lnTo>
                      <a:pt x="0" y="48578"/>
                    </a:lnTo>
                    <a:lnTo>
                      <a:pt x="32385" y="47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6" name="Google Shape;4676;p41"/>
              <p:cNvSpPr/>
              <p:nvPr/>
            </p:nvSpPr>
            <p:spPr>
              <a:xfrm>
                <a:off x="547782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7" name="Google Shape;4677;p41"/>
              <p:cNvSpPr/>
              <p:nvPr/>
            </p:nvSpPr>
            <p:spPr>
              <a:xfrm>
                <a:off x="5707379" y="1339214"/>
                <a:ext cx="55244" cy="1704975"/>
              </a:xfrm>
              <a:custGeom>
                <a:rect b="b" l="l" r="r" t="t"/>
                <a:pathLst>
                  <a:path extrusionOk="0" h="1704975" w="55244">
                    <a:moveTo>
                      <a:pt x="55245" y="1704975"/>
                    </a:moveTo>
                    <a:lnTo>
                      <a:pt x="44767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8" name="Google Shape;4678;p41"/>
              <p:cNvSpPr/>
              <p:nvPr/>
            </p:nvSpPr>
            <p:spPr>
              <a:xfrm>
                <a:off x="550640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15265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9" name="Google Shape;4679;p41"/>
              <p:cNvSpPr/>
              <p:nvPr/>
            </p:nvSpPr>
            <p:spPr>
              <a:xfrm>
                <a:off x="5720714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2857" y="32385"/>
                    </a:moveTo>
                    <a:lnTo>
                      <a:pt x="0" y="0"/>
                    </a:lnTo>
                    <a:lnTo>
                      <a:pt x="18097" y="0"/>
                    </a:lnTo>
                    <a:lnTo>
                      <a:pt x="18097" y="323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0" name="Google Shape;4680;p41"/>
              <p:cNvSpPr/>
              <p:nvPr/>
            </p:nvSpPr>
            <p:spPr>
              <a:xfrm>
                <a:off x="550163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0" y="32385"/>
                    </a:move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1" name="Google Shape;4681;p41"/>
              <p:cNvSpPr/>
              <p:nvPr/>
            </p:nvSpPr>
            <p:spPr>
              <a:xfrm>
                <a:off x="5522594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0" y="29527"/>
                    </a:moveTo>
                    <a:lnTo>
                      <a:pt x="198120" y="255270"/>
                    </a:lnTo>
                    <a:lnTo>
                      <a:pt x="198120" y="228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2" name="Google Shape;4682;p41"/>
              <p:cNvSpPr/>
              <p:nvPr/>
            </p:nvSpPr>
            <p:spPr>
              <a:xfrm>
                <a:off x="5512117" y="1668779"/>
                <a:ext cx="217169" cy="252412"/>
              </a:xfrm>
              <a:custGeom>
                <a:rect b="b" l="l" r="r" t="t"/>
                <a:pathLst>
                  <a:path extrusionOk="0" h="252412" w="217169">
                    <a:moveTo>
                      <a:pt x="10477" y="0"/>
                    </a:moveTo>
                    <a:lnTo>
                      <a:pt x="217170" y="227648"/>
                    </a:lnTo>
                    <a:lnTo>
                      <a:pt x="217170" y="252413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3" name="Google Shape;4683;p41"/>
              <p:cNvSpPr/>
              <p:nvPr/>
            </p:nvSpPr>
            <p:spPr>
              <a:xfrm>
                <a:off x="5512117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0" y="0"/>
                    </a:moveTo>
                    <a:lnTo>
                      <a:pt x="222885" y="225742"/>
                    </a:lnTo>
                    <a:lnTo>
                      <a:pt x="217170" y="247650"/>
                    </a:lnTo>
                    <a:lnTo>
                      <a:pt x="0" y="447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4" name="Google Shape;4684;p41"/>
              <p:cNvSpPr/>
              <p:nvPr/>
            </p:nvSpPr>
            <p:spPr>
              <a:xfrm>
                <a:off x="5512117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10477" y="0"/>
                    </a:moveTo>
                    <a:lnTo>
                      <a:pt x="217170" y="195263"/>
                    </a:lnTo>
                    <a:lnTo>
                      <a:pt x="222885" y="227648"/>
                    </a:lnTo>
                    <a:lnTo>
                      <a:pt x="0" y="314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5" name="Google Shape;4685;p41"/>
              <p:cNvSpPr/>
              <p:nvPr/>
            </p:nvSpPr>
            <p:spPr>
              <a:xfrm>
                <a:off x="551211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0" y="190500"/>
                    </a:moveTo>
                    <a:cubicBezTo>
                      <a:pt x="8572" y="188595"/>
                      <a:pt x="217170" y="0"/>
                      <a:pt x="217170" y="0"/>
                    </a:cubicBezTo>
                    <a:lnTo>
                      <a:pt x="217170" y="35243"/>
                    </a:lnTo>
                    <a:lnTo>
                      <a:pt x="9525" y="223838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6" name="Google Shape;4686;p41"/>
              <p:cNvSpPr/>
              <p:nvPr/>
            </p:nvSpPr>
            <p:spPr>
              <a:xfrm>
                <a:off x="5522594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0" y="35243"/>
                    </a:moveTo>
                    <a:cubicBezTo>
                      <a:pt x="11430" y="39053"/>
                      <a:pt x="212408" y="251460"/>
                      <a:pt x="212408" y="251460"/>
                    </a:cubicBezTo>
                    <a:lnTo>
                      <a:pt x="212408" y="212407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7" name="Google Shape;4687;p41"/>
              <p:cNvSpPr/>
              <p:nvPr/>
            </p:nvSpPr>
            <p:spPr>
              <a:xfrm>
                <a:off x="5512117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0" y="188595"/>
                    </a:moveTo>
                    <a:cubicBezTo>
                      <a:pt x="4763" y="188595"/>
                      <a:pt x="222885" y="0"/>
                      <a:pt x="222885" y="0"/>
                    </a:cubicBezTo>
                    <a:lnTo>
                      <a:pt x="222885" y="31432"/>
                    </a:lnTo>
                    <a:lnTo>
                      <a:pt x="10477" y="225742"/>
                    </a:lnTo>
                    <a:lnTo>
                      <a:pt x="0" y="1885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8" name="Google Shape;4688;p41"/>
              <p:cNvSpPr/>
              <p:nvPr/>
            </p:nvSpPr>
            <p:spPr>
              <a:xfrm>
                <a:off x="5522594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0" y="200025"/>
                    </a:moveTo>
                    <a:lnTo>
                      <a:pt x="198120" y="0"/>
                    </a:lnTo>
                    <a:lnTo>
                      <a:pt x="198120" y="35242"/>
                    </a:lnTo>
                    <a:lnTo>
                      <a:pt x="0" y="2390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9" name="Google Shape;4689;p41"/>
              <p:cNvSpPr/>
              <p:nvPr/>
            </p:nvSpPr>
            <p:spPr>
              <a:xfrm>
                <a:off x="5522594" y="1676399"/>
                <a:ext cx="206692" cy="245745"/>
              </a:xfrm>
              <a:custGeom>
                <a:rect b="b" l="l" r="r" t="t"/>
                <a:pathLst>
                  <a:path extrusionOk="0" h="245745" w="206692">
                    <a:moveTo>
                      <a:pt x="0" y="216217"/>
                    </a:moveTo>
                    <a:lnTo>
                      <a:pt x="198120" y="0"/>
                    </a:lnTo>
                    <a:lnTo>
                      <a:pt x="206693" y="30480"/>
                    </a:lnTo>
                    <a:lnTo>
                      <a:pt x="0" y="2457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0" name="Google Shape;4690;p41"/>
              <p:cNvSpPr/>
              <p:nvPr/>
            </p:nvSpPr>
            <p:spPr>
              <a:xfrm>
                <a:off x="5512117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0" y="200977"/>
                    </a:moveTo>
                    <a:cubicBezTo>
                      <a:pt x="10477" y="199073"/>
                      <a:pt x="202882" y="0"/>
                      <a:pt x="202882" y="0"/>
                    </a:cubicBezTo>
                    <a:lnTo>
                      <a:pt x="218122" y="17145"/>
                    </a:lnTo>
                    <a:lnTo>
                      <a:pt x="0" y="243840"/>
                    </a:lnTo>
                    <a:lnTo>
                      <a:pt x="0" y="2009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1" name="Google Shape;4691;p41"/>
            <p:cNvGrpSpPr/>
            <p:nvPr/>
          </p:nvGrpSpPr>
          <p:grpSpPr>
            <a:xfrm>
              <a:off x="5718092" y="2229994"/>
              <a:ext cx="341871" cy="1439658"/>
              <a:chOff x="2995612" y="1315401"/>
              <a:chExt cx="428625" cy="1804988"/>
            </a:xfrm>
          </p:grpSpPr>
          <p:sp>
            <p:nvSpPr>
              <p:cNvPr id="4692" name="Google Shape;4692;p41"/>
              <p:cNvSpPr/>
              <p:nvPr/>
            </p:nvSpPr>
            <p:spPr>
              <a:xfrm>
                <a:off x="2995612" y="3017519"/>
                <a:ext cx="428625" cy="102870"/>
              </a:xfrm>
              <a:custGeom>
                <a:rect b="b" l="l" r="r" t="t"/>
                <a:pathLst>
                  <a:path extrusionOk="0" h="102870" w="428625">
                    <a:moveTo>
                      <a:pt x="399097" y="0"/>
                    </a:moveTo>
                    <a:lnTo>
                      <a:pt x="44767" y="0"/>
                    </a:lnTo>
                    <a:lnTo>
                      <a:pt x="44767" y="39053"/>
                    </a:lnTo>
                    <a:lnTo>
                      <a:pt x="0" y="39053"/>
                    </a:lnTo>
                    <a:lnTo>
                      <a:pt x="0" y="102870"/>
                    </a:lnTo>
                    <a:lnTo>
                      <a:pt x="428625" y="102870"/>
                    </a:lnTo>
                    <a:lnTo>
                      <a:pt x="428625" y="41910"/>
                    </a:lnTo>
                    <a:lnTo>
                      <a:pt x="400050" y="419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3" name="Google Shape;4693;p41"/>
              <p:cNvSpPr/>
              <p:nvPr/>
            </p:nvSpPr>
            <p:spPr>
              <a:xfrm>
                <a:off x="3299459" y="1339214"/>
                <a:ext cx="55245" cy="1704975"/>
              </a:xfrm>
              <a:custGeom>
                <a:rect b="b" l="l" r="r" t="t"/>
                <a:pathLst>
                  <a:path extrusionOk="0" h="1704975" w="55245">
                    <a:moveTo>
                      <a:pt x="55245" y="1704975"/>
                    </a:moveTo>
                    <a:lnTo>
                      <a:pt x="44768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4" name="Google Shape;4694;p41"/>
              <p:cNvSpPr/>
              <p:nvPr/>
            </p:nvSpPr>
            <p:spPr>
              <a:xfrm>
                <a:off x="306990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5" name="Google Shape;4695;p41"/>
              <p:cNvSpPr/>
              <p:nvPr/>
            </p:nvSpPr>
            <p:spPr>
              <a:xfrm>
                <a:off x="309848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13335" y="34290"/>
                    </a:lnTo>
                    <a:lnTo>
                      <a:pt x="228600" y="3429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6" name="Google Shape;4696;p41"/>
              <p:cNvSpPr/>
              <p:nvPr/>
            </p:nvSpPr>
            <p:spPr>
              <a:xfrm>
                <a:off x="3094672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15240" y="32385"/>
                    </a:moveTo>
                    <a:lnTo>
                      <a:pt x="18098" y="0"/>
                    </a:lnTo>
                    <a:lnTo>
                      <a:pt x="0" y="0"/>
                    </a:lnTo>
                    <a:lnTo>
                      <a:pt x="0" y="323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7" name="Google Shape;4697;p41"/>
              <p:cNvSpPr/>
              <p:nvPr/>
            </p:nvSpPr>
            <p:spPr>
              <a:xfrm>
                <a:off x="331088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20955" y="32385"/>
                    </a:moveTo>
                    <a:lnTo>
                      <a:pt x="20955" y="0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8" name="Google Shape;4698;p41"/>
              <p:cNvSpPr/>
              <p:nvPr/>
            </p:nvSpPr>
            <p:spPr>
              <a:xfrm>
                <a:off x="3112769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198120" y="29527"/>
                    </a:moveTo>
                    <a:lnTo>
                      <a:pt x="0" y="255270"/>
                    </a:lnTo>
                    <a:lnTo>
                      <a:pt x="0" y="228600"/>
                    </a:lnTo>
                    <a:lnTo>
                      <a:pt x="1981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9" name="Google Shape;4699;p41"/>
              <p:cNvSpPr/>
              <p:nvPr/>
            </p:nvSpPr>
            <p:spPr>
              <a:xfrm>
                <a:off x="3103244" y="1668779"/>
                <a:ext cx="218122" cy="252412"/>
              </a:xfrm>
              <a:custGeom>
                <a:rect b="b" l="l" r="r" t="t"/>
                <a:pathLst>
                  <a:path extrusionOk="0" h="252412" w="218122">
                    <a:moveTo>
                      <a:pt x="207645" y="0"/>
                    </a:moveTo>
                    <a:lnTo>
                      <a:pt x="0" y="227648"/>
                    </a:lnTo>
                    <a:lnTo>
                      <a:pt x="0" y="252413"/>
                    </a:lnTo>
                    <a:lnTo>
                      <a:pt x="218122" y="381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0" name="Google Shape;4700;p41"/>
              <p:cNvSpPr/>
              <p:nvPr/>
            </p:nvSpPr>
            <p:spPr>
              <a:xfrm>
                <a:off x="3098482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222885" y="0"/>
                    </a:moveTo>
                    <a:lnTo>
                      <a:pt x="0" y="225742"/>
                    </a:lnTo>
                    <a:lnTo>
                      <a:pt x="4763" y="247650"/>
                    </a:lnTo>
                    <a:lnTo>
                      <a:pt x="222885" y="447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1" name="Google Shape;4701;p41"/>
              <p:cNvSpPr/>
              <p:nvPr/>
            </p:nvSpPr>
            <p:spPr>
              <a:xfrm>
                <a:off x="3098482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212408" y="0"/>
                    </a:moveTo>
                    <a:lnTo>
                      <a:pt x="4763" y="195263"/>
                    </a:lnTo>
                    <a:lnTo>
                      <a:pt x="0" y="227648"/>
                    </a:lnTo>
                    <a:lnTo>
                      <a:pt x="222885" y="314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2" name="Google Shape;4702;p41"/>
              <p:cNvSpPr/>
              <p:nvPr/>
            </p:nvSpPr>
            <p:spPr>
              <a:xfrm>
                <a:off x="310419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217170" y="190500"/>
                    </a:moveTo>
                    <a:cubicBezTo>
                      <a:pt x="208598" y="188595"/>
                      <a:pt x="0" y="0"/>
                      <a:pt x="0" y="0"/>
                    </a:cubicBezTo>
                    <a:lnTo>
                      <a:pt x="0" y="35243"/>
                    </a:lnTo>
                    <a:lnTo>
                      <a:pt x="207645" y="223838"/>
                    </a:lnTo>
                    <a:lnTo>
                      <a:pt x="217170" y="19050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3" name="Google Shape;4703;p41"/>
              <p:cNvSpPr/>
              <p:nvPr/>
            </p:nvSpPr>
            <p:spPr>
              <a:xfrm>
                <a:off x="3098482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212408" y="35243"/>
                    </a:moveTo>
                    <a:cubicBezTo>
                      <a:pt x="200977" y="39053"/>
                      <a:pt x="0" y="251460"/>
                      <a:pt x="0" y="251460"/>
                    </a:cubicBezTo>
                    <a:lnTo>
                      <a:pt x="0" y="212407"/>
                    </a:lnTo>
                    <a:lnTo>
                      <a:pt x="212408" y="0"/>
                    </a:lnTo>
                    <a:lnTo>
                      <a:pt x="212408" y="35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4" name="Google Shape;4704;p41"/>
              <p:cNvSpPr/>
              <p:nvPr/>
            </p:nvSpPr>
            <p:spPr>
              <a:xfrm>
                <a:off x="3098482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222885" y="188595"/>
                    </a:moveTo>
                    <a:cubicBezTo>
                      <a:pt x="218122" y="188595"/>
                      <a:pt x="0" y="0"/>
                      <a:pt x="0" y="0"/>
                    </a:cubicBezTo>
                    <a:lnTo>
                      <a:pt x="0" y="31432"/>
                    </a:lnTo>
                    <a:lnTo>
                      <a:pt x="212408" y="225742"/>
                    </a:lnTo>
                    <a:lnTo>
                      <a:pt x="222885" y="1885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5" name="Google Shape;4705;p41"/>
              <p:cNvSpPr/>
              <p:nvPr/>
            </p:nvSpPr>
            <p:spPr>
              <a:xfrm>
                <a:off x="3112769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198120" y="200025"/>
                    </a:moveTo>
                    <a:lnTo>
                      <a:pt x="0" y="0"/>
                    </a:lnTo>
                    <a:lnTo>
                      <a:pt x="0" y="35242"/>
                    </a:lnTo>
                    <a:lnTo>
                      <a:pt x="198120" y="2390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6" name="Google Shape;4706;p41"/>
              <p:cNvSpPr/>
              <p:nvPr/>
            </p:nvSpPr>
            <p:spPr>
              <a:xfrm>
                <a:off x="3103244" y="1676399"/>
                <a:ext cx="207645" cy="245745"/>
              </a:xfrm>
              <a:custGeom>
                <a:rect b="b" l="l" r="r" t="t"/>
                <a:pathLst>
                  <a:path extrusionOk="0" h="245745" w="207645">
                    <a:moveTo>
                      <a:pt x="207645" y="216217"/>
                    </a:moveTo>
                    <a:lnTo>
                      <a:pt x="9525" y="0"/>
                    </a:lnTo>
                    <a:lnTo>
                      <a:pt x="0" y="30480"/>
                    </a:lnTo>
                    <a:lnTo>
                      <a:pt x="207645" y="2457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7" name="Google Shape;4707;p41"/>
              <p:cNvSpPr/>
              <p:nvPr/>
            </p:nvSpPr>
            <p:spPr>
              <a:xfrm>
                <a:off x="3103244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218122" y="200977"/>
                    </a:moveTo>
                    <a:cubicBezTo>
                      <a:pt x="207645" y="199073"/>
                      <a:pt x="15240" y="0"/>
                      <a:pt x="15240" y="0"/>
                    </a:cubicBezTo>
                    <a:lnTo>
                      <a:pt x="0" y="17145"/>
                    </a:lnTo>
                    <a:lnTo>
                      <a:pt x="217170" y="243840"/>
                    </a:lnTo>
                    <a:lnTo>
                      <a:pt x="217170" y="2009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8" name="Google Shape;4708;p41"/>
            <p:cNvGrpSpPr/>
            <p:nvPr/>
          </p:nvGrpSpPr>
          <p:grpSpPr>
            <a:xfrm>
              <a:off x="7455123" y="1821885"/>
              <a:ext cx="618717" cy="221956"/>
              <a:chOff x="631793" y="2702568"/>
              <a:chExt cx="1635951" cy="587030"/>
            </a:xfrm>
          </p:grpSpPr>
          <p:sp>
            <p:nvSpPr>
              <p:cNvPr id="4709" name="Google Shape;4709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0" name="Google Shape;4710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1" name="Google Shape;4711;p41"/>
            <p:cNvGrpSpPr/>
            <p:nvPr/>
          </p:nvGrpSpPr>
          <p:grpSpPr>
            <a:xfrm>
              <a:off x="5124483" y="1866050"/>
              <a:ext cx="618717" cy="221956"/>
              <a:chOff x="631793" y="2702568"/>
              <a:chExt cx="1635951" cy="587030"/>
            </a:xfrm>
          </p:grpSpPr>
          <p:sp>
            <p:nvSpPr>
              <p:cNvPr id="4712" name="Google Shape;4712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3" name="Google Shape;4713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4" name="Google Shape;4714;p41"/>
            <p:cNvGrpSpPr/>
            <p:nvPr/>
          </p:nvGrpSpPr>
          <p:grpSpPr>
            <a:xfrm>
              <a:off x="6893990" y="2237753"/>
              <a:ext cx="561131" cy="201293"/>
              <a:chOff x="631793" y="2702568"/>
              <a:chExt cx="1635951" cy="587030"/>
            </a:xfrm>
          </p:grpSpPr>
          <p:sp>
            <p:nvSpPr>
              <p:cNvPr id="4715" name="Google Shape;4715;p41"/>
              <p:cNvSpPr/>
              <p:nvPr/>
            </p:nvSpPr>
            <p:spPr>
              <a:xfrm>
                <a:off x="1210918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6" name="Google Shape;4716;p41"/>
              <p:cNvSpPr/>
              <p:nvPr/>
            </p:nvSpPr>
            <p:spPr>
              <a:xfrm flipH="1">
                <a:off x="631793" y="2702568"/>
                <a:ext cx="1056826" cy="587030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p42"/>
          <p:cNvSpPr txBox="1"/>
          <p:nvPr>
            <p:ph type="title"/>
          </p:nvPr>
        </p:nvSpPr>
        <p:spPr>
          <a:xfrm flipH="1">
            <a:off x="734763" y="555000"/>
            <a:ext cx="34230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sp>
        <p:nvSpPr>
          <p:cNvPr id="4722" name="Google Shape;4722;p42"/>
          <p:cNvSpPr txBox="1"/>
          <p:nvPr>
            <p:ph idx="1" type="body"/>
          </p:nvPr>
        </p:nvSpPr>
        <p:spPr>
          <a:xfrm flipH="1">
            <a:off x="734725" y="1241850"/>
            <a:ext cx="3423000" cy="25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City</a:t>
            </a:r>
            <a:r>
              <a:rPr b="1" lang="en"/>
              <a:t> Demand Context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Demand Pressure Index (</a:t>
            </a:r>
            <a:r>
              <a:rPr lang="en">
                <a:solidFill>
                  <a:schemeClr val="accent6"/>
                </a:solidFill>
              </a:rPr>
              <a:t>Tourism, weather, calendar)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External Drivers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Seasonality, holidays, temperature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Restaurant</a:t>
            </a:r>
            <a:r>
              <a:rPr b="1" lang="en"/>
              <a:t> Exposure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Which restaurants are most affected by city pressure</a:t>
            </a:r>
            <a:endParaRPr/>
          </a:p>
        </p:txBody>
      </p:sp>
      <p:grpSp>
        <p:nvGrpSpPr>
          <p:cNvPr id="4723" name="Google Shape;4723;p42"/>
          <p:cNvGrpSpPr/>
          <p:nvPr/>
        </p:nvGrpSpPr>
        <p:grpSpPr>
          <a:xfrm>
            <a:off x="1019304" y="3045806"/>
            <a:ext cx="148033" cy="1119333"/>
            <a:chOff x="306242" y="2229028"/>
            <a:chExt cx="115841" cy="875779"/>
          </a:xfrm>
        </p:grpSpPr>
        <p:sp>
          <p:nvSpPr>
            <p:cNvPr id="4724" name="Google Shape;4724;p42"/>
            <p:cNvSpPr/>
            <p:nvPr/>
          </p:nvSpPr>
          <p:spPr>
            <a:xfrm rot="2700000">
              <a:off x="324407" y="22457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21" y="240"/>
                  </a:lnTo>
                  <a:lnTo>
                    <a:pt x="465" y="465"/>
                  </a:lnTo>
                  <a:lnTo>
                    <a:pt x="241" y="721"/>
                  </a:lnTo>
                  <a:lnTo>
                    <a:pt x="1" y="1313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65" y="2787"/>
                  </a:lnTo>
                  <a:lnTo>
                    <a:pt x="721" y="2995"/>
                  </a:lnTo>
                  <a:lnTo>
                    <a:pt x="1298" y="3235"/>
                  </a:lnTo>
                  <a:lnTo>
                    <a:pt x="1939" y="3235"/>
                  </a:lnTo>
                  <a:lnTo>
                    <a:pt x="2531" y="2995"/>
                  </a:lnTo>
                  <a:lnTo>
                    <a:pt x="2772" y="2787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313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31" y="240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2"/>
            <p:cNvSpPr/>
            <p:nvPr/>
          </p:nvSpPr>
          <p:spPr>
            <a:xfrm rot="2700000">
              <a:off x="323276" y="2443991"/>
              <a:ext cx="80924" cy="80899"/>
            </a:xfrm>
            <a:custGeom>
              <a:rect b="b" l="l" r="r" t="t"/>
              <a:pathLst>
                <a:path extrusionOk="0" h="3236" w="3237">
                  <a:moveTo>
                    <a:pt x="1298" y="0"/>
                  </a:moveTo>
                  <a:lnTo>
                    <a:pt x="705" y="240"/>
                  </a:lnTo>
                  <a:lnTo>
                    <a:pt x="449" y="465"/>
                  </a:lnTo>
                  <a:lnTo>
                    <a:pt x="241" y="721"/>
                  </a:lnTo>
                  <a:lnTo>
                    <a:pt x="1" y="1297"/>
                  </a:lnTo>
                  <a:lnTo>
                    <a:pt x="1" y="1938"/>
                  </a:lnTo>
                  <a:lnTo>
                    <a:pt x="241" y="2531"/>
                  </a:lnTo>
                  <a:lnTo>
                    <a:pt x="449" y="2771"/>
                  </a:lnTo>
                  <a:lnTo>
                    <a:pt x="705" y="2995"/>
                  </a:lnTo>
                  <a:lnTo>
                    <a:pt x="1298" y="3235"/>
                  </a:lnTo>
                  <a:lnTo>
                    <a:pt x="1923" y="3235"/>
                  </a:lnTo>
                  <a:lnTo>
                    <a:pt x="2515" y="2995"/>
                  </a:lnTo>
                  <a:lnTo>
                    <a:pt x="2772" y="2771"/>
                  </a:lnTo>
                  <a:lnTo>
                    <a:pt x="2996" y="2531"/>
                  </a:lnTo>
                  <a:lnTo>
                    <a:pt x="3236" y="1938"/>
                  </a:lnTo>
                  <a:lnTo>
                    <a:pt x="3236" y="1297"/>
                  </a:lnTo>
                  <a:lnTo>
                    <a:pt x="2996" y="721"/>
                  </a:lnTo>
                  <a:lnTo>
                    <a:pt x="2772" y="465"/>
                  </a:lnTo>
                  <a:lnTo>
                    <a:pt x="2515" y="240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2"/>
            <p:cNvSpPr/>
            <p:nvPr/>
          </p:nvSpPr>
          <p:spPr>
            <a:xfrm rot="2700000">
              <a:off x="323147" y="2640806"/>
              <a:ext cx="80899" cy="80524"/>
            </a:xfrm>
            <a:custGeom>
              <a:rect b="b" l="l" r="r" t="t"/>
              <a:pathLst>
                <a:path extrusionOk="0" h="3221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1" y="1298"/>
                  </a:lnTo>
                  <a:lnTo>
                    <a:pt x="1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1" y="2996"/>
                  </a:lnTo>
                  <a:lnTo>
                    <a:pt x="2771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71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2"/>
            <p:cNvSpPr/>
            <p:nvPr/>
          </p:nvSpPr>
          <p:spPr>
            <a:xfrm rot="2700000">
              <a:off x="323134" y="2819202"/>
              <a:ext cx="80924" cy="80499"/>
            </a:xfrm>
            <a:custGeom>
              <a:rect b="b" l="l" r="r" t="t"/>
              <a:pathLst>
                <a:path extrusionOk="0" h="3220" w="3237">
                  <a:moveTo>
                    <a:pt x="1314" y="0"/>
                  </a:moveTo>
                  <a:lnTo>
                    <a:pt x="722" y="241"/>
                  </a:lnTo>
                  <a:lnTo>
                    <a:pt x="465" y="449"/>
                  </a:lnTo>
                  <a:lnTo>
                    <a:pt x="241" y="705"/>
                  </a:lnTo>
                  <a:lnTo>
                    <a:pt x="1" y="1298"/>
                  </a:lnTo>
                  <a:lnTo>
                    <a:pt x="1" y="1922"/>
                  </a:lnTo>
                  <a:lnTo>
                    <a:pt x="241" y="2515"/>
                  </a:lnTo>
                  <a:lnTo>
                    <a:pt x="465" y="2771"/>
                  </a:lnTo>
                  <a:lnTo>
                    <a:pt x="722" y="2979"/>
                  </a:lnTo>
                  <a:lnTo>
                    <a:pt x="1314" y="3220"/>
                  </a:lnTo>
                  <a:lnTo>
                    <a:pt x="1939" y="3220"/>
                  </a:lnTo>
                  <a:lnTo>
                    <a:pt x="2532" y="2979"/>
                  </a:lnTo>
                  <a:lnTo>
                    <a:pt x="2772" y="2771"/>
                  </a:lnTo>
                  <a:lnTo>
                    <a:pt x="2996" y="2515"/>
                  </a:lnTo>
                  <a:lnTo>
                    <a:pt x="3236" y="1922"/>
                  </a:lnTo>
                  <a:lnTo>
                    <a:pt x="3236" y="1298"/>
                  </a:lnTo>
                  <a:lnTo>
                    <a:pt x="2996" y="705"/>
                  </a:lnTo>
                  <a:lnTo>
                    <a:pt x="2772" y="449"/>
                  </a:lnTo>
                  <a:lnTo>
                    <a:pt x="2532" y="241"/>
                  </a:lnTo>
                  <a:lnTo>
                    <a:pt x="1939" y="0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2"/>
            <p:cNvSpPr/>
            <p:nvPr/>
          </p:nvSpPr>
          <p:spPr>
            <a:xfrm rot="2700000">
              <a:off x="323005" y="3007131"/>
              <a:ext cx="80899" cy="80924"/>
            </a:xfrm>
            <a:custGeom>
              <a:rect b="b" l="l" r="r" t="t"/>
              <a:pathLst>
                <a:path extrusionOk="0" h="3237" w="3236">
                  <a:moveTo>
                    <a:pt x="1314" y="1"/>
                  </a:moveTo>
                  <a:lnTo>
                    <a:pt x="721" y="241"/>
                  </a:lnTo>
                  <a:lnTo>
                    <a:pt x="465" y="449"/>
                  </a:lnTo>
                  <a:lnTo>
                    <a:pt x="241" y="706"/>
                  </a:lnTo>
                  <a:lnTo>
                    <a:pt x="0" y="1298"/>
                  </a:lnTo>
                  <a:lnTo>
                    <a:pt x="0" y="1923"/>
                  </a:lnTo>
                  <a:lnTo>
                    <a:pt x="241" y="2516"/>
                  </a:lnTo>
                  <a:lnTo>
                    <a:pt x="465" y="2772"/>
                  </a:lnTo>
                  <a:lnTo>
                    <a:pt x="721" y="2996"/>
                  </a:lnTo>
                  <a:lnTo>
                    <a:pt x="1314" y="3236"/>
                  </a:lnTo>
                  <a:lnTo>
                    <a:pt x="1939" y="3236"/>
                  </a:lnTo>
                  <a:lnTo>
                    <a:pt x="2531" y="2996"/>
                  </a:lnTo>
                  <a:lnTo>
                    <a:pt x="2787" y="2772"/>
                  </a:lnTo>
                  <a:lnTo>
                    <a:pt x="2996" y="2516"/>
                  </a:lnTo>
                  <a:lnTo>
                    <a:pt x="3236" y="1923"/>
                  </a:lnTo>
                  <a:lnTo>
                    <a:pt x="3236" y="1298"/>
                  </a:lnTo>
                  <a:lnTo>
                    <a:pt x="2996" y="706"/>
                  </a:lnTo>
                  <a:lnTo>
                    <a:pt x="2787" y="449"/>
                  </a:lnTo>
                  <a:lnTo>
                    <a:pt x="2531" y="241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rgbClr val="2336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9" name="Google Shape;4729;p42"/>
          <p:cNvGrpSpPr/>
          <p:nvPr/>
        </p:nvGrpSpPr>
        <p:grpSpPr>
          <a:xfrm>
            <a:off x="4305074" y="1379793"/>
            <a:ext cx="4255431" cy="3167930"/>
            <a:chOff x="4305074" y="1379793"/>
            <a:chExt cx="4255431" cy="3167930"/>
          </a:xfrm>
        </p:grpSpPr>
        <p:sp>
          <p:nvSpPr>
            <p:cNvPr id="4730" name="Google Shape;4730;p42"/>
            <p:cNvSpPr/>
            <p:nvPr/>
          </p:nvSpPr>
          <p:spPr>
            <a:xfrm>
              <a:off x="6022278" y="2795603"/>
              <a:ext cx="915107" cy="128514"/>
            </a:xfrm>
            <a:custGeom>
              <a:rect b="b" l="l" r="r" t="t"/>
              <a:pathLst>
                <a:path extrusionOk="0" h="143827" w="1024149">
                  <a:moveTo>
                    <a:pt x="5927" y="143827"/>
                  </a:moveTo>
                  <a:cubicBezTo>
                    <a:pt x="5927" y="143827"/>
                    <a:pt x="-7408" y="0"/>
                    <a:pt x="5927" y="0"/>
                  </a:cubicBezTo>
                  <a:cubicBezTo>
                    <a:pt x="19262" y="0"/>
                    <a:pt x="1024149" y="0"/>
                    <a:pt x="1024149" y="0"/>
                  </a:cubicBezTo>
                  <a:lnTo>
                    <a:pt x="1024149" y="143827"/>
                  </a:lnTo>
                  <a:lnTo>
                    <a:pt x="5927" y="143827"/>
                  </a:lnTo>
                  <a:close/>
                </a:path>
              </a:pathLst>
            </a:custGeom>
            <a:solidFill>
              <a:srgbClr val="8B23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1" name="Google Shape;4731;p42"/>
            <p:cNvSpPr/>
            <p:nvPr/>
          </p:nvSpPr>
          <p:spPr>
            <a:xfrm>
              <a:off x="6070055" y="2748015"/>
              <a:ext cx="820447" cy="97874"/>
            </a:xfrm>
            <a:custGeom>
              <a:rect b="b" l="l" r="r" t="t"/>
              <a:pathLst>
                <a:path extrusionOk="0" h="109537" w="918210">
                  <a:moveTo>
                    <a:pt x="0" y="92392"/>
                  </a:moveTo>
                  <a:lnTo>
                    <a:pt x="0" y="0"/>
                  </a:lnTo>
                  <a:lnTo>
                    <a:pt x="918210" y="0"/>
                  </a:lnTo>
                  <a:lnTo>
                    <a:pt x="918210" y="109538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2" name="Google Shape;4732;p42"/>
            <p:cNvSpPr/>
            <p:nvPr/>
          </p:nvSpPr>
          <p:spPr>
            <a:xfrm>
              <a:off x="6161830" y="2690230"/>
              <a:ext cx="636612" cy="107236"/>
            </a:xfrm>
            <a:custGeom>
              <a:rect b="b" l="l" r="r" t="t"/>
              <a:pathLst>
                <a:path extrusionOk="0" h="120014" w="712469">
                  <a:moveTo>
                    <a:pt x="18097" y="96202"/>
                  </a:moveTo>
                  <a:lnTo>
                    <a:pt x="18097" y="0"/>
                  </a:lnTo>
                  <a:lnTo>
                    <a:pt x="690563" y="0"/>
                  </a:lnTo>
                  <a:lnTo>
                    <a:pt x="712470" y="12001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8B23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3" name="Google Shape;4733;p42"/>
            <p:cNvSpPr/>
            <p:nvPr/>
          </p:nvSpPr>
          <p:spPr>
            <a:xfrm>
              <a:off x="4305074" y="3354385"/>
              <a:ext cx="4255431" cy="310173"/>
            </a:xfrm>
            <a:custGeom>
              <a:rect b="b" l="l" r="r" t="t"/>
              <a:pathLst>
                <a:path extrusionOk="0" h="347133" w="4762500">
                  <a:moveTo>
                    <a:pt x="0" y="232833"/>
                  </a:moveTo>
                  <a:cubicBezTo>
                    <a:pt x="0" y="232833"/>
                    <a:pt x="2113598" y="-291042"/>
                    <a:pt x="4762500" y="232833"/>
                  </a:cubicBezTo>
                  <a:lnTo>
                    <a:pt x="4762500" y="339513"/>
                  </a:lnTo>
                  <a:cubicBezTo>
                    <a:pt x="4762500" y="339513"/>
                    <a:pt x="2470785" y="-163407"/>
                    <a:pt x="0" y="347133"/>
                  </a:cubicBezTo>
                  <a:lnTo>
                    <a:pt x="0" y="23283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4" name="Google Shape;4734;p42"/>
            <p:cNvSpPr/>
            <p:nvPr/>
          </p:nvSpPr>
          <p:spPr>
            <a:xfrm>
              <a:off x="5460767" y="2598453"/>
              <a:ext cx="1961753" cy="669804"/>
            </a:xfrm>
            <a:custGeom>
              <a:rect b="b" l="l" r="r" t="t"/>
              <a:pathLst>
                <a:path extrusionOk="0" h="749617" w="2195512">
                  <a:moveTo>
                    <a:pt x="1118235" y="749618"/>
                  </a:moveTo>
                  <a:cubicBezTo>
                    <a:pt x="1118235" y="749618"/>
                    <a:pt x="1117283" y="749618"/>
                    <a:pt x="1118235" y="749618"/>
                  </a:cubicBezTo>
                  <a:cubicBezTo>
                    <a:pt x="784860" y="749618"/>
                    <a:pt x="499110" y="557213"/>
                    <a:pt x="317183" y="396240"/>
                  </a:cubicBezTo>
                  <a:cubicBezTo>
                    <a:pt x="120967" y="221932"/>
                    <a:pt x="953" y="45720"/>
                    <a:pt x="0" y="43815"/>
                  </a:cubicBezTo>
                  <a:lnTo>
                    <a:pt x="16192" y="33338"/>
                  </a:lnTo>
                  <a:cubicBezTo>
                    <a:pt x="17145" y="35243"/>
                    <a:pt x="136208" y="209550"/>
                    <a:pt x="330517" y="382905"/>
                  </a:cubicBezTo>
                  <a:cubicBezTo>
                    <a:pt x="509588" y="541973"/>
                    <a:pt x="791528" y="730568"/>
                    <a:pt x="1118235" y="731520"/>
                  </a:cubicBezTo>
                  <a:cubicBezTo>
                    <a:pt x="1118235" y="731520"/>
                    <a:pt x="1118235" y="731520"/>
                    <a:pt x="1118235" y="731520"/>
                  </a:cubicBezTo>
                  <a:cubicBezTo>
                    <a:pt x="1494473" y="731520"/>
                    <a:pt x="1851660" y="485775"/>
                    <a:pt x="2179320" y="0"/>
                  </a:cubicBezTo>
                  <a:lnTo>
                    <a:pt x="2195513" y="10477"/>
                  </a:lnTo>
                  <a:cubicBezTo>
                    <a:pt x="1863090" y="501015"/>
                    <a:pt x="1501140" y="749618"/>
                    <a:pt x="1118235" y="749618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5" name="Google Shape;4735;p42"/>
            <p:cNvSpPr/>
            <p:nvPr/>
          </p:nvSpPr>
          <p:spPr>
            <a:xfrm>
              <a:off x="7607297" y="2601852"/>
              <a:ext cx="948961" cy="801722"/>
            </a:xfrm>
            <a:custGeom>
              <a:rect b="b" l="l" r="r" t="t"/>
              <a:pathLst>
                <a:path extrusionOk="0" h="897254" w="1062037">
                  <a:moveTo>
                    <a:pt x="1061085" y="897255"/>
                  </a:moveTo>
                  <a:cubicBezTo>
                    <a:pt x="550545" y="872490"/>
                    <a:pt x="289560" y="630555"/>
                    <a:pt x="160020" y="431483"/>
                  </a:cubicBezTo>
                  <a:cubicBezTo>
                    <a:pt x="20003" y="216217"/>
                    <a:pt x="0" y="3810"/>
                    <a:pt x="0" y="1905"/>
                  </a:cubicBezTo>
                  <a:lnTo>
                    <a:pt x="19050" y="0"/>
                  </a:lnTo>
                  <a:cubicBezTo>
                    <a:pt x="19050" y="1905"/>
                    <a:pt x="39053" y="210503"/>
                    <a:pt x="176213" y="421958"/>
                  </a:cubicBezTo>
                  <a:cubicBezTo>
                    <a:pt x="302895" y="616268"/>
                    <a:pt x="560070" y="853440"/>
                    <a:pt x="1062038" y="878205"/>
                  </a:cubicBezTo>
                  <a:lnTo>
                    <a:pt x="1061085" y="89725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6" name="Google Shape;4736;p42"/>
            <p:cNvSpPr/>
            <p:nvPr/>
          </p:nvSpPr>
          <p:spPr>
            <a:xfrm>
              <a:off x="4305074" y="2601852"/>
              <a:ext cx="968536" cy="799169"/>
            </a:xfrm>
            <a:custGeom>
              <a:rect b="b" l="l" r="r" t="t"/>
              <a:pathLst>
                <a:path extrusionOk="0" h="894397" w="1083945">
                  <a:moveTo>
                    <a:pt x="953" y="894397"/>
                  </a:moveTo>
                  <a:lnTo>
                    <a:pt x="0" y="875347"/>
                  </a:lnTo>
                  <a:cubicBezTo>
                    <a:pt x="502920" y="850583"/>
                    <a:pt x="764858" y="614363"/>
                    <a:pt x="897255" y="420053"/>
                  </a:cubicBezTo>
                  <a:cubicBezTo>
                    <a:pt x="1040130" y="209550"/>
                    <a:pt x="1064895" y="1905"/>
                    <a:pt x="1064895" y="0"/>
                  </a:cubicBezTo>
                  <a:lnTo>
                    <a:pt x="1083945" y="1905"/>
                  </a:lnTo>
                  <a:cubicBezTo>
                    <a:pt x="1083945" y="3810"/>
                    <a:pt x="1059180" y="216217"/>
                    <a:pt x="913448" y="430530"/>
                  </a:cubicBezTo>
                  <a:cubicBezTo>
                    <a:pt x="778193" y="627697"/>
                    <a:pt x="511493" y="869633"/>
                    <a:pt x="953" y="894397"/>
                  </a:cubicBez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7" name="Google Shape;4737;p42"/>
            <p:cNvSpPr/>
            <p:nvPr/>
          </p:nvSpPr>
          <p:spPr>
            <a:xfrm>
              <a:off x="5594181" y="2796454"/>
              <a:ext cx="8511" cy="624697"/>
            </a:xfrm>
            <a:custGeom>
              <a:rect b="b" l="l" r="r" t="t"/>
              <a:pathLst>
                <a:path extrusionOk="0" h="699135" w="9525">
                  <a:moveTo>
                    <a:pt x="0" y="0"/>
                  </a:moveTo>
                  <a:lnTo>
                    <a:pt x="9525" y="0"/>
                  </a:lnTo>
                  <a:lnTo>
                    <a:pt x="9525" y="699135"/>
                  </a:lnTo>
                  <a:lnTo>
                    <a:pt x="0" y="6991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8" name="Google Shape;4738;p42"/>
            <p:cNvSpPr/>
            <p:nvPr/>
          </p:nvSpPr>
          <p:spPr>
            <a:xfrm>
              <a:off x="7750908" y="2978308"/>
              <a:ext cx="8511" cy="53363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9" name="Google Shape;4739;p42"/>
            <p:cNvSpPr/>
            <p:nvPr/>
          </p:nvSpPr>
          <p:spPr>
            <a:xfrm>
              <a:off x="7895370" y="3152514"/>
              <a:ext cx="8511" cy="357456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0" name="Google Shape;4740;p42"/>
            <p:cNvSpPr/>
            <p:nvPr/>
          </p:nvSpPr>
          <p:spPr>
            <a:xfrm>
              <a:off x="8014338" y="3239192"/>
              <a:ext cx="8511" cy="288518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1" name="Google Shape;4741;p42"/>
            <p:cNvSpPr/>
            <p:nvPr/>
          </p:nvSpPr>
          <p:spPr>
            <a:xfrm>
              <a:off x="5107261" y="2978308"/>
              <a:ext cx="8511" cy="533631"/>
            </a:xfrm>
            <a:custGeom>
              <a:rect b="b" l="l" r="r" t="t"/>
              <a:pathLst>
                <a:path extrusionOk="0" h="597217" w="9525">
                  <a:moveTo>
                    <a:pt x="0" y="0"/>
                  </a:moveTo>
                  <a:lnTo>
                    <a:pt x="9525" y="0"/>
                  </a:lnTo>
                  <a:lnTo>
                    <a:pt x="9525" y="597218"/>
                  </a:lnTo>
                  <a:lnTo>
                    <a:pt x="0" y="59721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2" name="Google Shape;4742;p42"/>
            <p:cNvSpPr/>
            <p:nvPr/>
          </p:nvSpPr>
          <p:spPr>
            <a:xfrm>
              <a:off x="4962799" y="3152514"/>
              <a:ext cx="8511" cy="357456"/>
            </a:xfrm>
            <a:custGeom>
              <a:rect b="b" l="l" r="r" t="t"/>
              <a:pathLst>
                <a:path extrusionOk="0" h="400050" w="9525">
                  <a:moveTo>
                    <a:pt x="0" y="0"/>
                  </a:moveTo>
                  <a:lnTo>
                    <a:pt x="9525" y="0"/>
                  </a:lnTo>
                  <a:lnTo>
                    <a:pt x="9525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42"/>
            <p:cNvSpPr/>
            <p:nvPr/>
          </p:nvSpPr>
          <p:spPr>
            <a:xfrm>
              <a:off x="4843831" y="3239192"/>
              <a:ext cx="8511" cy="288518"/>
            </a:xfrm>
            <a:custGeom>
              <a:rect b="b" l="l" r="r" t="t"/>
              <a:pathLst>
                <a:path extrusionOk="0" h="322897" w="9525">
                  <a:moveTo>
                    <a:pt x="0" y="0"/>
                  </a:moveTo>
                  <a:lnTo>
                    <a:pt x="9525" y="0"/>
                  </a:lnTo>
                  <a:lnTo>
                    <a:pt x="9525" y="322897"/>
                  </a:lnTo>
                  <a:lnTo>
                    <a:pt x="0" y="32289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42"/>
            <p:cNvSpPr/>
            <p:nvPr/>
          </p:nvSpPr>
          <p:spPr>
            <a:xfrm>
              <a:off x="4718064" y="3303776"/>
              <a:ext cx="8511" cy="247666"/>
            </a:xfrm>
            <a:custGeom>
              <a:rect b="b" l="l" r="r" t="t"/>
              <a:pathLst>
                <a:path extrusionOk="0" h="277177" w="9525">
                  <a:moveTo>
                    <a:pt x="0" y="0"/>
                  </a:moveTo>
                  <a:lnTo>
                    <a:pt x="9525" y="0"/>
                  </a:lnTo>
                  <a:lnTo>
                    <a:pt x="9525" y="277178"/>
                  </a:lnTo>
                  <a:lnTo>
                    <a:pt x="0" y="27717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5" name="Google Shape;4745;p42"/>
            <p:cNvSpPr/>
            <p:nvPr/>
          </p:nvSpPr>
          <p:spPr>
            <a:xfrm>
              <a:off x="7281833" y="2773509"/>
              <a:ext cx="8511" cy="646825"/>
            </a:xfrm>
            <a:custGeom>
              <a:rect b="b" l="l" r="r" t="t"/>
              <a:pathLst>
                <a:path extrusionOk="0" h="723900" w="9525">
                  <a:moveTo>
                    <a:pt x="0" y="0"/>
                  </a:moveTo>
                  <a:lnTo>
                    <a:pt x="9525" y="0"/>
                  </a:lnTo>
                  <a:lnTo>
                    <a:pt x="9525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42"/>
            <p:cNvSpPr/>
            <p:nvPr/>
          </p:nvSpPr>
          <p:spPr>
            <a:xfrm>
              <a:off x="7157766" y="2909475"/>
              <a:ext cx="8511" cy="524269"/>
            </a:xfrm>
            <a:custGeom>
              <a:rect b="b" l="l" r="r" t="t"/>
              <a:pathLst>
                <a:path extrusionOk="0" h="586740" w="9525">
                  <a:moveTo>
                    <a:pt x="0" y="0"/>
                  </a:moveTo>
                  <a:lnTo>
                    <a:pt x="9525" y="0"/>
                  </a:lnTo>
                  <a:lnTo>
                    <a:pt x="9525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7" name="Google Shape;4747;p42"/>
            <p:cNvSpPr/>
            <p:nvPr/>
          </p:nvSpPr>
          <p:spPr>
            <a:xfrm>
              <a:off x="7039648" y="3028445"/>
              <a:ext cx="8511" cy="405116"/>
            </a:xfrm>
            <a:custGeom>
              <a:rect b="b" l="l" r="r" t="t"/>
              <a:pathLst>
                <a:path extrusionOk="0" h="453389" w="9525">
                  <a:moveTo>
                    <a:pt x="0" y="0"/>
                  </a:moveTo>
                  <a:lnTo>
                    <a:pt x="9525" y="0"/>
                  </a:lnTo>
                  <a:lnTo>
                    <a:pt x="952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8" name="Google Shape;4748;p42"/>
            <p:cNvSpPr/>
            <p:nvPr/>
          </p:nvSpPr>
          <p:spPr>
            <a:xfrm>
              <a:off x="6915581" y="3115123"/>
              <a:ext cx="8511" cy="318306"/>
            </a:xfrm>
            <a:custGeom>
              <a:rect b="b" l="l" r="r" t="t"/>
              <a:pathLst>
                <a:path extrusionOk="0" h="356235" w="9525">
                  <a:moveTo>
                    <a:pt x="0" y="0"/>
                  </a:moveTo>
                  <a:lnTo>
                    <a:pt x="9525" y="0"/>
                  </a:lnTo>
                  <a:lnTo>
                    <a:pt x="9525" y="356235"/>
                  </a:lnTo>
                  <a:lnTo>
                    <a:pt x="0" y="35623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9" name="Google Shape;4749;p42"/>
            <p:cNvSpPr/>
            <p:nvPr/>
          </p:nvSpPr>
          <p:spPr>
            <a:xfrm>
              <a:off x="6796612" y="3181406"/>
              <a:ext cx="8511" cy="251921"/>
            </a:xfrm>
            <a:custGeom>
              <a:rect b="b" l="l" r="r" t="t"/>
              <a:pathLst>
                <a:path extrusionOk="0" h="281939" w="9525">
                  <a:moveTo>
                    <a:pt x="0" y="0"/>
                  </a:moveTo>
                  <a:lnTo>
                    <a:pt x="9525" y="0"/>
                  </a:lnTo>
                  <a:lnTo>
                    <a:pt x="9525" y="281940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0" name="Google Shape;4750;p42"/>
            <p:cNvSpPr/>
            <p:nvPr/>
          </p:nvSpPr>
          <p:spPr>
            <a:xfrm>
              <a:off x="6676794" y="3226445"/>
              <a:ext cx="8511" cy="206813"/>
            </a:xfrm>
            <a:custGeom>
              <a:rect b="b" l="l" r="r" t="t"/>
              <a:pathLst>
                <a:path extrusionOk="0" h="231457" w="9525">
                  <a:moveTo>
                    <a:pt x="0" y="0"/>
                  </a:moveTo>
                  <a:lnTo>
                    <a:pt x="9525" y="0"/>
                  </a:lnTo>
                  <a:lnTo>
                    <a:pt x="9525" y="231458"/>
                  </a:lnTo>
                  <a:lnTo>
                    <a:pt x="0" y="23145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1" name="Google Shape;4751;p42"/>
            <p:cNvSpPr/>
            <p:nvPr/>
          </p:nvSpPr>
          <p:spPr>
            <a:xfrm>
              <a:off x="6573971" y="3249389"/>
              <a:ext cx="8511" cy="182983"/>
            </a:xfrm>
            <a:custGeom>
              <a:rect b="b" l="l" r="r" t="t"/>
              <a:pathLst>
                <a:path extrusionOk="0" h="204787" w="9525">
                  <a:moveTo>
                    <a:pt x="0" y="0"/>
                  </a:moveTo>
                  <a:lnTo>
                    <a:pt x="9525" y="0"/>
                  </a:lnTo>
                  <a:lnTo>
                    <a:pt x="9525" y="204787"/>
                  </a:lnTo>
                  <a:lnTo>
                    <a:pt x="0" y="204787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2" name="Google Shape;4752;p42"/>
            <p:cNvSpPr/>
            <p:nvPr/>
          </p:nvSpPr>
          <p:spPr>
            <a:xfrm>
              <a:off x="6470299" y="3258737"/>
              <a:ext cx="8511" cy="174472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3" name="Google Shape;4753;p42"/>
            <p:cNvSpPr/>
            <p:nvPr/>
          </p:nvSpPr>
          <p:spPr>
            <a:xfrm>
              <a:off x="5730145" y="2930720"/>
              <a:ext cx="8511" cy="502991"/>
            </a:xfrm>
            <a:custGeom>
              <a:rect b="b" l="l" r="r" t="t"/>
              <a:pathLst>
                <a:path extrusionOk="0" h="562927" w="9525">
                  <a:moveTo>
                    <a:pt x="0" y="0"/>
                  </a:moveTo>
                  <a:lnTo>
                    <a:pt x="9525" y="0"/>
                  </a:lnTo>
                  <a:lnTo>
                    <a:pt x="9525" y="562928"/>
                  </a:lnTo>
                  <a:lnTo>
                    <a:pt x="0" y="5629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42"/>
            <p:cNvSpPr/>
            <p:nvPr/>
          </p:nvSpPr>
          <p:spPr>
            <a:xfrm>
              <a:off x="5852512" y="3033544"/>
              <a:ext cx="8511" cy="399159"/>
            </a:xfrm>
            <a:custGeom>
              <a:rect b="b" l="l" r="r" t="t"/>
              <a:pathLst>
                <a:path extrusionOk="0" h="446722" w="9525">
                  <a:moveTo>
                    <a:pt x="0" y="0"/>
                  </a:moveTo>
                  <a:lnTo>
                    <a:pt x="9525" y="0"/>
                  </a:lnTo>
                  <a:lnTo>
                    <a:pt x="9525" y="446722"/>
                  </a:lnTo>
                  <a:lnTo>
                    <a:pt x="0" y="446722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5" name="Google Shape;4755;p42"/>
            <p:cNvSpPr/>
            <p:nvPr/>
          </p:nvSpPr>
          <p:spPr>
            <a:xfrm>
              <a:off x="5950237" y="3100677"/>
              <a:ext cx="8511" cy="332774"/>
            </a:xfrm>
            <a:custGeom>
              <a:rect b="b" l="l" r="r" t="t"/>
              <a:pathLst>
                <a:path extrusionOk="0" h="372427" w="9525">
                  <a:moveTo>
                    <a:pt x="0" y="0"/>
                  </a:moveTo>
                  <a:lnTo>
                    <a:pt x="9525" y="0"/>
                  </a:lnTo>
                  <a:lnTo>
                    <a:pt x="9525" y="372428"/>
                  </a:lnTo>
                  <a:lnTo>
                    <a:pt x="0" y="372428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6" name="Google Shape;4756;p42"/>
            <p:cNvSpPr/>
            <p:nvPr/>
          </p:nvSpPr>
          <p:spPr>
            <a:xfrm rot="-51306">
              <a:off x="6063524" y="3162665"/>
              <a:ext cx="8511" cy="270670"/>
            </a:xfrm>
            <a:custGeom>
              <a:rect b="b" l="l" r="r" t="t"/>
              <a:pathLst>
                <a:path extrusionOk="0" h="302889" w="9524">
                  <a:moveTo>
                    <a:pt x="0" y="0"/>
                  </a:moveTo>
                  <a:lnTo>
                    <a:pt x="9525" y="0"/>
                  </a:lnTo>
                  <a:lnTo>
                    <a:pt x="9525" y="302889"/>
                  </a:lnTo>
                  <a:lnTo>
                    <a:pt x="0" y="302889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7" name="Google Shape;4757;p42"/>
            <p:cNvSpPr/>
            <p:nvPr/>
          </p:nvSpPr>
          <p:spPr>
            <a:xfrm>
              <a:off x="6169479" y="3207750"/>
              <a:ext cx="8511" cy="225537"/>
            </a:xfrm>
            <a:custGeom>
              <a:rect b="b" l="l" r="r" t="t"/>
              <a:pathLst>
                <a:path extrusionOk="0" h="252412" w="9525">
                  <a:moveTo>
                    <a:pt x="0" y="0"/>
                  </a:moveTo>
                  <a:lnTo>
                    <a:pt x="9525" y="0"/>
                  </a:lnTo>
                  <a:lnTo>
                    <a:pt x="9525" y="252413"/>
                  </a:lnTo>
                  <a:lnTo>
                    <a:pt x="0" y="25241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8" name="Google Shape;4758;p42"/>
            <p:cNvSpPr/>
            <p:nvPr/>
          </p:nvSpPr>
          <p:spPr>
            <a:xfrm rot="-71823">
              <a:off x="6270720" y="3237471"/>
              <a:ext cx="8512" cy="195791"/>
            </a:xfrm>
            <a:custGeom>
              <a:rect b="b" l="l" r="r" t="t"/>
              <a:pathLst>
                <a:path extrusionOk="0" h="219073" w="9524">
                  <a:moveTo>
                    <a:pt x="0" y="0"/>
                  </a:moveTo>
                  <a:lnTo>
                    <a:pt x="9525" y="0"/>
                  </a:lnTo>
                  <a:lnTo>
                    <a:pt x="9525" y="219073"/>
                  </a:lnTo>
                  <a:lnTo>
                    <a:pt x="0" y="21907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9" name="Google Shape;4759;p42"/>
            <p:cNvSpPr/>
            <p:nvPr/>
          </p:nvSpPr>
          <p:spPr>
            <a:xfrm>
              <a:off x="6375973" y="3258737"/>
              <a:ext cx="8511" cy="174472"/>
            </a:xfrm>
            <a:custGeom>
              <a:rect b="b" l="l" r="r" t="t"/>
              <a:pathLst>
                <a:path extrusionOk="0" h="195262" w="9525">
                  <a:moveTo>
                    <a:pt x="0" y="0"/>
                  </a:moveTo>
                  <a:lnTo>
                    <a:pt x="9525" y="0"/>
                  </a:lnTo>
                  <a:lnTo>
                    <a:pt x="9525" y="195263"/>
                  </a:lnTo>
                  <a:lnTo>
                    <a:pt x="0" y="195263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60" name="Google Shape;4760;p42"/>
            <p:cNvGrpSpPr/>
            <p:nvPr/>
          </p:nvGrpSpPr>
          <p:grpSpPr>
            <a:xfrm>
              <a:off x="7337014" y="2543187"/>
              <a:ext cx="387493" cy="1610305"/>
              <a:chOff x="5422581" y="1315401"/>
              <a:chExt cx="434340" cy="1804988"/>
            </a:xfrm>
          </p:grpSpPr>
          <p:sp>
            <p:nvSpPr>
              <p:cNvPr id="4761" name="Google Shape;4761;p42"/>
              <p:cNvSpPr/>
              <p:nvPr/>
            </p:nvSpPr>
            <p:spPr>
              <a:xfrm>
                <a:off x="5422581" y="3017519"/>
                <a:ext cx="434340" cy="102870"/>
              </a:xfrm>
              <a:custGeom>
                <a:rect b="b" l="l" r="r" t="t"/>
                <a:pathLst>
                  <a:path extrusionOk="0" h="102870" w="434340">
                    <a:moveTo>
                      <a:pt x="34290" y="0"/>
                    </a:moveTo>
                    <a:lnTo>
                      <a:pt x="389573" y="0"/>
                    </a:lnTo>
                    <a:lnTo>
                      <a:pt x="389573" y="39053"/>
                    </a:lnTo>
                    <a:lnTo>
                      <a:pt x="434340" y="39053"/>
                    </a:lnTo>
                    <a:lnTo>
                      <a:pt x="434340" y="102870"/>
                    </a:lnTo>
                    <a:lnTo>
                      <a:pt x="5715" y="102870"/>
                    </a:lnTo>
                    <a:lnTo>
                      <a:pt x="0" y="48578"/>
                    </a:lnTo>
                    <a:lnTo>
                      <a:pt x="32385" y="4762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2" name="Google Shape;4762;p42"/>
              <p:cNvSpPr/>
              <p:nvPr/>
            </p:nvSpPr>
            <p:spPr>
              <a:xfrm>
                <a:off x="547782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3" name="Google Shape;4763;p42"/>
              <p:cNvSpPr/>
              <p:nvPr/>
            </p:nvSpPr>
            <p:spPr>
              <a:xfrm>
                <a:off x="5707379" y="1339214"/>
                <a:ext cx="55244" cy="1704975"/>
              </a:xfrm>
              <a:custGeom>
                <a:rect b="b" l="l" r="r" t="t"/>
                <a:pathLst>
                  <a:path extrusionOk="0" h="1704975" w="55244">
                    <a:moveTo>
                      <a:pt x="55245" y="1704975"/>
                    </a:moveTo>
                    <a:lnTo>
                      <a:pt x="44767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4" name="Google Shape;4764;p42"/>
              <p:cNvSpPr/>
              <p:nvPr/>
            </p:nvSpPr>
            <p:spPr>
              <a:xfrm>
                <a:off x="550640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15265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5" name="Google Shape;4765;p42"/>
              <p:cNvSpPr/>
              <p:nvPr/>
            </p:nvSpPr>
            <p:spPr>
              <a:xfrm>
                <a:off x="5720714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2857" y="32385"/>
                    </a:moveTo>
                    <a:lnTo>
                      <a:pt x="0" y="0"/>
                    </a:lnTo>
                    <a:lnTo>
                      <a:pt x="18097" y="0"/>
                    </a:lnTo>
                    <a:lnTo>
                      <a:pt x="18097" y="3238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6" name="Google Shape;4766;p42"/>
              <p:cNvSpPr/>
              <p:nvPr/>
            </p:nvSpPr>
            <p:spPr>
              <a:xfrm>
                <a:off x="550163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0" y="32385"/>
                    </a:move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7" name="Google Shape;4767;p42"/>
              <p:cNvSpPr/>
              <p:nvPr/>
            </p:nvSpPr>
            <p:spPr>
              <a:xfrm>
                <a:off x="5522594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0" y="29527"/>
                    </a:moveTo>
                    <a:lnTo>
                      <a:pt x="198120" y="255270"/>
                    </a:lnTo>
                    <a:lnTo>
                      <a:pt x="198120" y="228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8" name="Google Shape;4768;p42"/>
              <p:cNvSpPr/>
              <p:nvPr/>
            </p:nvSpPr>
            <p:spPr>
              <a:xfrm>
                <a:off x="5512117" y="1668779"/>
                <a:ext cx="217169" cy="252412"/>
              </a:xfrm>
              <a:custGeom>
                <a:rect b="b" l="l" r="r" t="t"/>
                <a:pathLst>
                  <a:path extrusionOk="0" h="252412" w="217169">
                    <a:moveTo>
                      <a:pt x="10477" y="0"/>
                    </a:moveTo>
                    <a:lnTo>
                      <a:pt x="217170" y="227648"/>
                    </a:lnTo>
                    <a:lnTo>
                      <a:pt x="217170" y="252413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9" name="Google Shape;4769;p42"/>
              <p:cNvSpPr/>
              <p:nvPr/>
            </p:nvSpPr>
            <p:spPr>
              <a:xfrm>
                <a:off x="5512117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0" y="0"/>
                    </a:moveTo>
                    <a:lnTo>
                      <a:pt x="222885" y="225742"/>
                    </a:lnTo>
                    <a:lnTo>
                      <a:pt x="217170" y="247650"/>
                    </a:lnTo>
                    <a:lnTo>
                      <a:pt x="0" y="4476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0" name="Google Shape;4770;p42"/>
              <p:cNvSpPr/>
              <p:nvPr/>
            </p:nvSpPr>
            <p:spPr>
              <a:xfrm>
                <a:off x="5512117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10477" y="0"/>
                    </a:moveTo>
                    <a:lnTo>
                      <a:pt x="217170" y="195263"/>
                    </a:lnTo>
                    <a:lnTo>
                      <a:pt x="222885" y="227648"/>
                    </a:lnTo>
                    <a:lnTo>
                      <a:pt x="0" y="3143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1" name="Google Shape;4771;p42"/>
              <p:cNvSpPr/>
              <p:nvPr/>
            </p:nvSpPr>
            <p:spPr>
              <a:xfrm>
                <a:off x="551211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0" y="190500"/>
                    </a:moveTo>
                    <a:cubicBezTo>
                      <a:pt x="8572" y="188595"/>
                      <a:pt x="217170" y="0"/>
                      <a:pt x="217170" y="0"/>
                    </a:cubicBezTo>
                    <a:lnTo>
                      <a:pt x="217170" y="35243"/>
                    </a:lnTo>
                    <a:lnTo>
                      <a:pt x="9525" y="223838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2" name="Google Shape;4772;p42"/>
              <p:cNvSpPr/>
              <p:nvPr/>
            </p:nvSpPr>
            <p:spPr>
              <a:xfrm>
                <a:off x="5522594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0" y="35243"/>
                    </a:moveTo>
                    <a:cubicBezTo>
                      <a:pt x="11430" y="39053"/>
                      <a:pt x="212408" y="251460"/>
                      <a:pt x="212408" y="251460"/>
                    </a:cubicBezTo>
                    <a:lnTo>
                      <a:pt x="212408" y="212407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3" name="Google Shape;4773;p42"/>
              <p:cNvSpPr/>
              <p:nvPr/>
            </p:nvSpPr>
            <p:spPr>
              <a:xfrm>
                <a:off x="5512117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0" y="188595"/>
                    </a:moveTo>
                    <a:cubicBezTo>
                      <a:pt x="4763" y="188595"/>
                      <a:pt x="222885" y="0"/>
                      <a:pt x="222885" y="0"/>
                    </a:cubicBezTo>
                    <a:lnTo>
                      <a:pt x="222885" y="31432"/>
                    </a:lnTo>
                    <a:lnTo>
                      <a:pt x="10477" y="225742"/>
                    </a:lnTo>
                    <a:lnTo>
                      <a:pt x="0" y="18859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4" name="Google Shape;4774;p42"/>
              <p:cNvSpPr/>
              <p:nvPr/>
            </p:nvSpPr>
            <p:spPr>
              <a:xfrm>
                <a:off x="5522594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0" y="200025"/>
                    </a:moveTo>
                    <a:lnTo>
                      <a:pt x="198120" y="0"/>
                    </a:lnTo>
                    <a:lnTo>
                      <a:pt x="198120" y="35242"/>
                    </a:lnTo>
                    <a:lnTo>
                      <a:pt x="0" y="239078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42"/>
              <p:cNvSpPr/>
              <p:nvPr/>
            </p:nvSpPr>
            <p:spPr>
              <a:xfrm>
                <a:off x="5522594" y="1676399"/>
                <a:ext cx="206692" cy="245745"/>
              </a:xfrm>
              <a:custGeom>
                <a:rect b="b" l="l" r="r" t="t"/>
                <a:pathLst>
                  <a:path extrusionOk="0" h="245745" w="206692">
                    <a:moveTo>
                      <a:pt x="0" y="216217"/>
                    </a:moveTo>
                    <a:lnTo>
                      <a:pt x="198120" y="0"/>
                    </a:lnTo>
                    <a:lnTo>
                      <a:pt x="206693" y="30480"/>
                    </a:lnTo>
                    <a:lnTo>
                      <a:pt x="0" y="24574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6" name="Google Shape;4776;p42"/>
              <p:cNvSpPr/>
              <p:nvPr/>
            </p:nvSpPr>
            <p:spPr>
              <a:xfrm>
                <a:off x="5512117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0" y="200977"/>
                    </a:moveTo>
                    <a:cubicBezTo>
                      <a:pt x="10477" y="199073"/>
                      <a:pt x="202882" y="0"/>
                      <a:pt x="202882" y="0"/>
                    </a:cubicBezTo>
                    <a:lnTo>
                      <a:pt x="218122" y="17145"/>
                    </a:lnTo>
                    <a:lnTo>
                      <a:pt x="0" y="243840"/>
                    </a:lnTo>
                    <a:lnTo>
                      <a:pt x="0" y="20097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7" name="Google Shape;4777;p42"/>
            <p:cNvGrpSpPr/>
            <p:nvPr/>
          </p:nvGrpSpPr>
          <p:grpSpPr>
            <a:xfrm>
              <a:off x="5171814" y="2543187"/>
              <a:ext cx="382394" cy="1610305"/>
              <a:chOff x="2995612" y="1315401"/>
              <a:chExt cx="428625" cy="1804988"/>
            </a:xfrm>
          </p:grpSpPr>
          <p:sp>
            <p:nvSpPr>
              <p:cNvPr id="4778" name="Google Shape;4778;p42"/>
              <p:cNvSpPr/>
              <p:nvPr/>
            </p:nvSpPr>
            <p:spPr>
              <a:xfrm>
                <a:off x="2995612" y="3017519"/>
                <a:ext cx="428625" cy="102870"/>
              </a:xfrm>
              <a:custGeom>
                <a:rect b="b" l="l" r="r" t="t"/>
                <a:pathLst>
                  <a:path extrusionOk="0" h="102870" w="428625">
                    <a:moveTo>
                      <a:pt x="399097" y="0"/>
                    </a:moveTo>
                    <a:lnTo>
                      <a:pt x="44767" y="0"/>
                    </a:lnTo>
                    <a:lnTo>
                      <a:pt x="44767" y="39053"/>
                    </a:lnTo>
                    <a:lnTo>
                      <a:pt x="0" y="39053"/>
                    </a:lnTo>
                    <a:lnTo>
                      <a:pt x="0" y="102870"/>
                    </a:lnTo>
                    <a:lnTo>
                      <a:pt x="428625" y="102870"/>
                    </a:lnTo>
                    <a:lnTo>
                      <a:pt x="428625" y="41910"/>
                    </a:lnTo>
                    <a:lnTo>
                      <a:pt x="400050" y="4191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9" name="Google Shape;4779;p42"/>
              <p:cNvSpPr/>
              <p:nvPr/>
            </p:nvSpPr>
            <p:spPr>
              <a:xfrm>
                <a:off x="3299459" y="1339214"/>
                <a:ext cx="55245" cy="1704975"/>
              </a:xfrm>
              <a:custGeom>
                <a:rect b="b" l="l" r="r" t="t"/>
                <a:pathLst>
                  <a:path extrusionOk="0" h="1704975" w="55245">
                    <a:moveTo>
                      <a:pt x="55245" y="1704975"/>
                    </a:moveTo>
                    <a:lnTo>
                      <a:pt x="44768" y="0"/>
                    </a:lnTo>
                    <a:lnTo>
                      <a:pt x="0" y="0"/>
                    </a:lnTo>
                    <a:lnTo>
                      <a:pt x="0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0" name="Google Shape;4780;p42"/>
              <p:cNvSpPr/>
              <p:nvPr/>
            </p:nvSpPr>
            <p:spPr>
              <a:xfrm>
                <a:off x="3069907" y="1339214"/>
                <a:ext cx="56197" cy="1704975"/>
              </a:xfrm>
              <a:custGeom>
                <a:rect b="b" l="l" r="r" t="t"/>
                <a:pathLst>
                  <a:path extrusionOk="0" h="1704975" w="56197">
                    <a:moveTo>
                      <a:pt x="0" y="1704975"/>
                    </a:moveTo>
                    <a:lnTo>
                      <a:pt x="11430" y="0"/>
                    </a:lnTo>
                    <a:lnTo>
                      <a:pt x="56197" y="0"/>
                    </a:lnTo>
                    <a:lnTo>
                      <a:pt x="56197" y="170497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1" name="Google Shape;4781;p42"/>
              <p:cNvSpPr/>
              <p:nvPr/>
            </p:nvSpPr>
            <p:spPr>
              <a:xfrm>
                <a:off x="3098482" y="1382076"/>
                <a:ext cx="228600" cy="34289"/>
              </a:xfrm>
              <a:custGeom>
                <a:rect b="b" l="l" r="r" t="t"/>
                <a:pathLst>
                  <a:path extrusionOk="0" h="34289" w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13335" y="34290"/>
                    </a:lnTo>
                    <a:lnTo>
                      <a:pt x="228600" y="3429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2" name="Google Shape;4782;p42"/>
              <p:cNvSpPr/>
              <p:nvPr/>
            </p:nvSpPr>
            <p:spPr>
              <a:xfrm>
                <a:off x="3094672" y="1315401"/>
                <a:ext cx="18097" cy="32385"/>
              </a:xfrm>
              <a:custGeom>
                <a:rect b="b" l="l" r="r" t="t"/>
                <a:pathLst>
                  <a:path extrusionOk="0" h="32385" w="18097">
                    <a:moveTo>
                      <a:pt x="15240" y="32385"/>
                    </a:moveTo>
                    <a:lnTo>
                      <a:pt x="18098" y="0"/>
                    </a:lnTo>
                    <a:lnTo>
                      <a:pt x="0" y="0"/>
                    </a:lnTo>
                    <a:lnTo>
                      <a:pt x="0" y="3238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3" name="Google Shape;4783;p42"/>
              <p:cNvSpPr/>
              <p:nvPr/>
            </p:nvSpPr>
            <p:spPr>
              <a:xfrm>
                <a:off x="3310889" y="1315401"/>
                <a:ext cx="20954" cy="35242"/>
              </a:xfrm>
              <a:custGeom>
                <a:rect b="b" l="l" r="r" t="t"/>
                <a:pathLst>
                  <a:path extrusionOk="0" h="35242" w="20954">
                    <a:moveTo>
                      <a:pt x="20955" y="32385"/>
                    </a:moveTo>
                    <a:lnTo>
                      <a:pt x="20955" y="0"/>
                    </a:lnTo>
                    <a:lnTo>
                      <a:pt x="0" y="0"/>
                    </a:lnTo>
                    <a:lnTo>
                      <a:pt x="0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4" name="Google Shape;4784;p42"/>
              <p:cNvSpPr/>
              <p:nvPr/>
            </p:nvSpPr>
            <p:spPr>
              <a:xfrm>
                <a:off x="3112769" y="1399222"/>
                <a:ext cx="198120" cy="255269"/>
              </a:xfrm>
              <a:custGeom>
                <a:rect b="b" l="l" r="r" t="t"/>
                <a:pathLst>
                  <a:path extrusionOk="0" h="255269" w="198120">
                    <a:moveTo>
                      <a:pt x="198120" y="29527"/>
                    </a:moveTo>
                    <a:lnTo>
                      <a:pt x="0" y="255270"/>
                    </a:lnTo>
                    <a:lnTo>
                      <a:pt x="0" y="228600"/>
                    </a:lnTo>
                    <a:lnTo>
                      <a:pt x="198120" y="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5" name="Google Shape;4785;p42"/>
              <p:cNvSpPr/>
              <p:nvPr/>
            </p:nvSpPr>
            <p:spPr>
              <a:xfrm>
                <a:off x="3103244" y="1668779"/>
                <a:ext cx="218122" cy="252412"/>
              </a:xfrm>
              <a:custGeom>
                <a:rect b="b" l="l" r="r" t="t"/>
                <a:pathLst>
                  <a:path extrusionOk="0" h="252412" w="218122">
                    <a:moveTo>
                      <a:pt x="207645" y="0"/>
                    </a:moveTo>
                    <a:lnTo>
                      <a:pt x="0" y="227648"/>
                    </a:lnTo>
                    <a:lnTo>
                      <a:pt x="0" y="252413"/>
                    </a:lnTo>
                    <a:lnTo>
                      <a:pt x="218122" y="381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6" name="Google Shape;4786;p42"/>
              <p:cNvSpPr/>
              <p:nvPr/>
            </p:nvSpPr>
            <p:spPr>
              <a:xfrm>
                <a:off x="3098482" y="1911666"/>
                <a:ext cx="222884" cy="247650"/>
              </a:xfrm>
              <a:custGeom>
                <a:rect b="b" l="l" r="r" t="t"/>
                <a:pathLst>
                  <a:path extrusionOk="0" h="247650" w="222884">
                    <a:moveTo>
                      <a:pt x="222885" y="0"/>
                    </a:moveTo>
                    <a:lnTo>
                      <a:pt x="0" y="225742"/>
                    </a:lnTo>
                    <a:lnTo>
                      <a:pt x="4763" y="247650"/>
                    </a:lnTo>
                    <a:lnTo>
                      <a:pt x="222885" y="4476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7" name="Google Shape;4787;p42"/>
              <p:cNvSpPr/>
              <p:nvPr/>
            </p:nvSpPr>
            <p:spPr>
              <a:xfrm>
                <a:off x="3098482" y="2487929"/>
                <a:ext cx="222884" cy="227647"/>
              </a:xfrm>
              <a:custGeom>
                <a:rect b="b" l="l" r="r" t="t"/>
                <a:pathLst>
                  <a:path extrusionOk="0" h="227647" w="222884">
                    <a:moveTo>
                      <a:pt x="212408" y="0"/>
                    </a:moveTo>
                    <a:lnTo>
                      <a:pt x="4763" y="195263"/>
                    </a:lnTo>
                    <a:lnTo>
                      <a:pt x="0" y="227648"/>
                    </a:lnTo>
                    <a:lnTo>
                      <a:pt x="222885" y="3143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8" name="Google Shape;4788;p42"/>
              <p:cNvSpPr/>
              <p:nvPr/>
            </p:nvSpPr>
            <p:spPr>
              <a:xfrm>
                <a:off x="3104197" y="2504121"/>
                <a:ext cx="217169" cy="223837"/>
              </a:xfrm>
              <a:custGeom>
                <a:rect b="b" l="l" r="r" t="t"/>
                <a:pathLst>
                  <a:path extrusionOk="0" h="223837" w="217169">
                    <a:moveTo>
                      <a:pt x="217170" y="190500"/>
                    </a:moveTo>
                    <a:cubicBezTo>
                      <a:pt x="208598" y="188595"/>
                      <a:pt x="0" y="0"/>
                      <a:pt x="0" y="0"/>
                    </a:cubicBezTo>
                    <a:lnTo>
                      <a:pt x="0" y="35243"/>
                    </a:lnTo>
                    <a:lnTo>
                      <a:pt x="207645" y="223838"/>
                    </a:lnTo>
                    <a:lnTo>
                      <a:pt x="217170" y="190500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9" name="Google Shape;4789;p42"/>
              <p:cNvSpPr/>
              <p:nvPr/>
            </p:nvSpPr>
            <p:spPr>
              <a:xfrm>
                <a:off x="3098482" y="2728912"/>
                <a:ext cx="212407" cy="251459"/>
              </a:xfrm>
              <a:custGeom>
                <a:rect b="b" l="l" r="r" t="t"/>
                <a:pathLst>
                  <a:path extrusionOk="0" h="251459" w="212407">
                    <a:moveTo>
                      <a:pt x="212408" y="35243"/>
                    </a:moveTo>
                    <a:cubicBezTo>
                      <a:pt x="200977" y="39053"/>
                      <a:pt x="0" y="251460"/>
                      <a:pt x="0" y="251460"/>
                    </a:cubicBezTo>
                    <a:lnTo>
                      <a:pt x="0" y="212407"/>
                    </a:lnTo>
                    <a:lnTo>
                      <a:pt x="212408" y="0"/>
                    </a:lnTo>
                    <a:lnTo>
                      <a:pt x="212408" y="35243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0" name="Google Shape;4790;p42"/>
              <p:cNvSpPr/>
              <p:nvPr/>
            </p:nvSpPr>
            <p:spPr>
              <a:xfrm>
                <a:off x="3098482" y="2754629"/>
                <a:ext cx="222884" cy="225742"/>
              </a:xfrm>
              <a:custGeom>
                <a:rect b="b" l="l" r="r" t="t"/>
                <a:pathLst>
                  <a:path extrusionOk="0" h="225742" w="222884">
                    <a:moveTo>
                      <a:pt x="222885" y="188595"/>
                    </a:moveTo>
                    <a:cubicBezTo>
                      <a:pt x="218122" y="188595"/>
                      <a:pt x="0" y="0"/>
                      <a:pt x="0" y="0"/>
                    </a:cubicBezTo>
                    <a:lnTo>
                      <a:pt x="0" y="31432"/>
                    </a:lnTo>
                    <a:lnTo>
                      <a:pt x="212408" y="225742"/>
                    </a:lnTo>
                    <a:lnTo>
                      <a:pt x="222885" y="18859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1" name="Google Shape;4791;p42"/>
              <p:cNvSpPr/>
              <p:nvPr/>
            </p:nvSpPr>
            <p:spPr>
              <a:xfrm>
                <a:off x="3112769" y="1943099"/>
                <a:ext cx="198120" cy="239077"/>
              </a:xfrm>
              <a:custGeom>
                <a:rect b="b" l="l" r="r" t="t"/>
                <a:pathLst>
                  <a:path extrusionOk="0" h="239077" w="198120">
                    <a:moveTo>
                      <a:pt x="198120" y="200025"/>
                    </a:moveTo>
                    <a:lnTo>
                      <a:pt x="0" y="0"/>
                    </a:lnTo>
                    <a:lnTo>
                      <a:pt x="0" y="35242"/>
                    </a:lnTo>
                    <a:lnTo>
                      <a:pt x="198120" y="239078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2" name="Google Shape;4792;p42"/>
              <p:cNvSpPr/>
              <p:nvPr/>
            </p:nvSpPr>
            <p:spPr>
              <a:xfrm>
                <a:off x="3103244" y="1676399"/>
                <a:ext cx="207645" cy="245745"/>
              </a:xfrm>
              <a:custGeom>
                <a:rect b="b" l="l" r="r" t="t"/>
                <a:pathLst>
                  <a:path extrusionOk="0" h="245745" w="207645">
                    <a:moveTo>
                      <a:pt x="207645" y="216217"/>
                    </a:moveTo>
                    <a:lnTo>
                      <a:pt x="9525" y="0"/>
                    </a:lnTo>
                    <a:lnTo>
                      <a:pt x="0" y="30480"/>
                    </a:lnTo>
                    <a:lnTo>
                      <a:pt x="207645" y="245745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3" name="Google Shape;4793;p42"/>
              <p:cNvSpPr/>
              <p:nvPr/>
            </p:nvSpPr>
            <p:spPr>
              <a:xfrm>
                <a:off x="3103244" y="1399222"/>
                <a:ext cx="218122" cy="243839"/>
              </a:xfrm>
              <a:custGeom>
                <a:rect b="b" l="l" r="r" t="t"/>
                <a:pathLst>
                  <a:path extrusionOk="0" h="243839" w="218122">
                    <a:moveTo>
                      <a:pt x="218122" y="200977"/>
                    </a:moveTo>
                    <a:cubicBezTo>
                      <a:pt x="207645" y="199073"/>
                      <a:pt x="15240" y="0"/>
                      <a:pt x="15240" y="0"/>
                    </a:cubicBezTo>
                    <a:lnTo>
                      <a:pt x="0" y="17145"/>
                    </a:lnTo>
                    <a:lnTo>
                      <a:pt x="217170" y="243840"/>
                    </a:lnTo>
                    <a:lnTo>
                      <a:pt x="217170" y="200977"/>
                    </a:lnTo>
                    <a:close/>
                  </a:path>
                </a:pathLst>
              </a:custGeom>
              <a:solidFill>
                <a:srgbClr val="E09C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4" name="Google Shape;4794;p42"/>
            <p:cNvGrpSpPr/>
            <p:nvPr/>
          </p:nvGrpSpPr>
          <p:grpSpPr>
            <a:xfrm>
              <a:off x="7360871" y="2791330"/>
              <a:ext cx="464799" cy="1256743"/>
              <a:chOff x="5455919" y="1497329"/>
              <a:chExt cx="521017" cy="1408747"/>
            </a:xfrm>
          </p:grpSpPr>
          <p:sp>
            <p:nvSpPr>
              <p:cNvPr id="4795" name="Google Shape;4795;p42"/>
              <p:cNvSpPr/>
              <p:nvPr/>
            </p:nvSpPr>
            <p:spPr>
              <a:xfrm>
                <a:off x="5455919" y="2826067"/>
                <a:ext cx="521017" cy="80009"/>
              </a:xfrm>
              <a:custGeom>
                <a:rect b="b" l="l" r="r" t="t"/>
                <a:pathLst>
                  <a:path extrusionOk="0" h="80009" w="521017">
                    <a:moveTo>
                      <a:pt x="0" y="80010"/>
                    </a:moveTo>
                    <a:lnTo>
                      <a:pt x="18098" y="0"/>
                    </a:lnTo>
                    <a:lnTo>
                      <a:pt x="484823" y="0"/>
                    </a:lnTo>
                    <a:lnTo>
                      <a:pt x="521018" y="8001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6" name="Google Shape;4796;p42"/>
              <p:cNvSpPr/>
              <p:nvPr/>
            </p:nvSpPr>
            <p:spPr>
              <a:xfrm>
                <a:off x="5552121" y="1829752"/>
                <a:ext cx="342900" cy="1036319"/>
              </a:xfrm>
              <a:custGeom>
                <a:rect b="b" l="l" r="r" t="t"/>
                <a:pathLst>
                  <a:path extrusionOk="0" h="1036319" w="342900">
                    <a:moveTo>
                      <a:pt x="0" y="1036320"/>
                    </a:moveTo>
                    <a:lnTo>
                      <a:pt x="68580" y="0"/>
                    </a:lnTo>
                    <a:lnTo>
                      <a:pt x="283845" y="0"/>
                    </a:lnTo>
                    <a:lnTo>
                      <a:pt x="342900" y="1036320"/>
                    </a:lnTo>
                    <a:lnTo>
                      <a:pt x="219075" y="1036320"/>
                    </a:lnTo>
                    <a:cubicBezTo>
                      <a:pt x="219075" y="1036320"/>
                      <a:pt x="205740" y="201930"/>
                      <a:pt x="207645" y="161925"/>
                    </a:cubicBezTo>
                    <a:cubicBezTo>
                      <a:pt x="208597" y="122872"/>
                      <a:pt x="171450" y="119063"/>
                      <a:pt x="171450" y="119063"/>
                    </a:cubicBezTo>
                    <a:cubicBezTo>
                      <a:pt x="171450" y="119063"/>
                      <a:pt x="139065" y="119063"/>
                      <a:pt x="135255" y="161925"/>
                    </a:cubicBezTo>
                    <a:lnTo>
                      <a:pt x="128588" y="1025842"/>
                    </a:lnTo>
                    <a:lnTo>
                      <a:pt x="0" y="103632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7" name="Google Shape;4797;p42"/>
              <p:cNvSpPr/>
              <p:nvPr/>
            </p:nvSpPr>
            <p:spPr>
              <a:xfrm>
                <a:off x="5551169" y="1497329"/>
                <a:ext cx="330517" cy="366712"/>
              </a:xfrm>
              <a:custGeom>
                <a:rect b="b" l="l" r="r" t="t"/>
                <a:pathLst>
                  <a:path extrusionOk="0" h="366712" w="330517">
                    <a:moveTo>
                      <a:pt x="124778" y="356235"/>
                    </a:moveTo>
                    <a:lnTo>
                      <a:pt x="132398" y="111442"/>
                    </a:lnTo>
                    <a:cubicBezTo>
                      <a:pt x="132398" y="111442"/>
                      <a:pt x="51435" y="113348"/>
                      <a:pt x="26670" y="85725"/>
                    </a:cubicBezTo>
                    <a:lnTo>
                      <a:pt x="0" y="85725"/>
                    </a:lnTo>
                    <a:lnTo>
                      <a:pt x="0" y="66675"/>
                    </a:lnTo>
                    <a:lnTo>
                      <a:pt x="105728" y="60008"/>
                    </a:lnTo>
                    <a:cubicBezTo>
                      <a:pt x="105728" y="60008"/>
                      <a:pt x="115253" y="46673"/>
                      <a:pt x="138113" y="39053"/>
                    </a:cubicBezTo>
                    <a:cubicBezTo>
                      <a:pt x="138113" y="39053"/>
                      <a:pt x="133350" y="0"/>
                      <a:pt x="163830" y="0"/>
                    </a:cubicBezTo>
                    <a:cubicBezTo>
                      <a:pt x="194310" y="0"/>
                      <a:pt x="191453" y="39053"/>
                      <a:pt x="191453" y="39053"/>
                    </a:cubicBezTo>
                    <a:cubicBezTo>
                      <a:pt x="191453" y="39053"/>
                      <a:pt x="210503" y="43815"/>
                      <a:pt x="217170" y="55245"/>
                    </a:cubicBezTo>
                    <a:lnTo>
                      <a:pt x="330518" y="63817"/>
                    </a:lnTo>
                    <a:lnTo>
                      <a:pt x="330518" y="84773"/>
                    </a:lnTo>
                    <a:lnTo>
                      <a:pt x="311468" y="87630"/>
                    </a:lnTo>
                    <a:cubicBezTo>
                      <a:pt x="311468" y="87630"/>
                      <a:pt x="280988" y="121920"/>
                      <a:pt x="188595" y="110490"/>
                    </a:cubicBezTo>
                    <a:lnTo>
                      <a:pt x="204788" y="366713"/>
                    </a:lnTo>
                    <a:lnTo>
                      <a:pt x="124778" y="35623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8" name="Google Shape;4798;p42"/>
            <p:cNvGrpSpPr/>
            <p:nvPr/>
          </p:nvGrpSpPr>
          <p:grpSpPr>
            <a:xfrm>
              <a:off x="5804734" y="3362209"/>
              <a:ext cx="769001" cy="921101"/>
              <a:chOff x="3705224" y="2265996"/>
              <a:chExt cx="862012" cy="1032509"/>
            </a:xfrm>
          </p:grpSpPr>
          <p:sp>
            <p:nvSpPr>
              <p:cNvPr id="4799" name="Google Shape;4799;p42"/>
              <p:cNvSpPr/>
              <p:nvPr/>
            </p:nvSpPr>
            <p:spPr>
              <a:xfrm>
                <a:off x="3705224" y="2304096"/>
                <a:ext cx="862012" cy="994409"/>
              </a:xfrm>
              <a:custGeom>
                <a:rect b="b" l="l" r="r" t="t"/>
                <a:pathLst>
                  <a:path extrusionOk="0" h="994409" w="862012">
                    <a:moveTo>
                      <a:pt x="20955" y="972503"/>
                    </a:moveTo>
                    <a:lnTo>
                      <a:pt x="0" y="0"/>
                    </a:lnTo>
                    <a:cubicBezTo>
                      <a:pt x="10478" y="0"/>
                      <a:pt x="316230" y="0"/>
                      <a:pt x="316230" y="0"/>
                    </a:cubicBezTo>
                    <a:lnTo>
                      <a:pt x="316230" y="351473"/>
                    </a:lnTo>
                    <a:lnTo>
                      <a:pt x="555308" y="355283"/>
                    </a:lnTo>
                    <a:lnTo>
                      <a:pt x="555308" y="953"/>
                    </a:lnTo>
                    <a:lnTo>
                      <a:pt x="862013" y="953"/>
                    </a:lnTo>
                    <a:lnTo>
                      <a:pt x="839153" y="994410"/>
                    </a:lnTo>
                    <a:lnTo>
                      <a:pt x="20955" y="97250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0" name="Google Shape;4800;p42"/>
              <p:cNvSpPr/>
              <p:nvPr/>
            </p:nvSpPr>
            <p:spPr>
              <a:xfrm>
                <a:off x="3705224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1" name="Google Shape;4801;p42"/>
              <p:cNvSpPr/>
              <p:nvPr/>
            </p:nvSpPr>
            <p:spPr>
              <a:xfrm>
                <a:off x="399573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2" name="Google Shape;4802;p42"/>
              <p:cNvSpPr/>
              <p:nvPr/>
            </p:nvSpPr>
            <p:spPr>
              <a:xfrm>
                <a:off x="454056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3" name="Google Shape;4803;p42"/>
              <p:cNvSpPr/>
              <p:nvPr/>
            </p:nvSpPr>
            <p:spPr>
              <a:xfrm>
                <a:off x="4262437" y="2265996"/>
                <a:ext cx="25717" cy="50482"/>
              </a:xfrm>
              <a:custGeom>
                <a:rect b="b" l="l" r="r" t="t"/>
                <a:pathLst>
                  <a:path extrusionOk="0" h="50482" w="25717">
                    <a:moveTo>
                      <a:pt x="0" y="46673"/>
                    </a:moveTo>
                    <a:lnTo>
                      <a:pt x="0" y="0"/>
                    </a:lnTo>
                    <a:lnTo>
                      <a:pt x="25717" y="0"/>
                    </a:lnTo>
                    <a:lnTo>
                      <a:pt x="25717" y="50483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04" name="Google Shape;4804;p42"/>
              <p:cNvGrpSpPr/>
              <p:nvPr/>
            </p:nvGrpSpPr>
            <p:grpSpPr>
              <a:xfrm>
                <a:off x="3757612" y="2265996"/>
                <a:ext cx="200024" cy="50482"/>
                <a:chOff x="3757612" y="2265996"/>
                <a:chExt cx="200024" cy="50482"/>
              </a:xfrm>
            </p:grpSpPr>
            <p:sp>
              <p:nvSpPr>
                <p:cNvPr id="4805" name="Google Shape;4805;p42"/>
                <p:cNvSpPr/>
                <p:nvPr/>
              </p:nvSpPr>
              <p:spPr>
                <a:xfrm>
                  <a:off x="3931919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6" name="Google Shape;4806;p42"/>
                <p:cNvSpPr/>
                <p:nvPr/>
              </p:nvSpPr>
              <p:spPr>
                <a:xfrm>
                  <a:off x="3873816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7" name="Google Shape;4807;p42"/>
                <p:cNvSpPr/>
                <p:nvPr/>
              </p:nvSpPr>
              <p:spPr>
                <a:xfrm>
                  <a:off x="3815714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8" name="Google Shape;4808;p42"/>
                <p:cNvSpPr/>
                <p:nvPr/>
              </p:nvSpPr>
              <p:spPr>
                <a:xfrm>
                  <a:off x="3757612" y="2265996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09" name="Google Shape;4809;p42"/>
              <p:cNvGrpSpPr/>
              <p:nvPr/>
            </p:nvGrpSpPr>
            <p:grpSpPr>
              <a:xfrm>
                <a:off x="4044314" y="2623184"/>
                <a:ext cx="200025" cy="50482"/>
                <a:chOff x="4044314" y="2623184"/>
                <a:chExt cx="200025" cy="50482"/>
              </a:xfrm>
            </p:grpSpPr>
            <p:sp>
              <p:nvSpPr>
                <p:cNvPr id="4810" name="Google Shape;4810;p42"/>
                <p:cNvSpPr/>
                <p:nvPr/>
              </p:nvSpPr>
              <p:spPr>
                <a:xfrm>
                  <a:off x="4219574" y="2623184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1" name="Google Shape;4811;p42"/>
                <p:cNvSpPr/>
                <p:nvPr/>
              </p:nvSpPr>
              <p:spPr>
                <a:xfrm>
                  <a:off x="4161471" y="2623184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2" name="Google Shape;4812;p42"/>
                <p:cNvSpPr/>
                <p:nvPr/>
              </p:nvSpPr>
              <p:spPr>
                <a:xfrm>
                  <a:off x="4102416" y="2623184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3" name="Google Shape;4813;p42"/>
                <p:cNvSpPr/>
                <p:nvPr/>
              </p:nvSpPr>
              <p:spPr>
                <a:xfrm>
                  <a:off x="4044314" y="2623184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4" name="Google Shape;4814;p42"/>
              <p:cNvGrpSpPr/>
              <p:nvPr/>
            </p:nvGrpSpPr>
            <p:grpSpPr>
              <a:xfrm>
                <a:off x="4319587" y="2265996"/>
                <a:ext cx="200024" cy="50482"/>
                <a:chOff x="4319587" y="2265996"/>
                <a:chExt cx="200024" cy="50482"/>
              </a:xfrm>
            </p:grpSpPr>
            <p:sp>
              <p:nvSpPr>
                <p:cNvPr id="4815" name="Google Shape;4815;p42"/>
                <p:cNvSpPr/>
                <p:nvPr/>
              </p:nvSpPr>
              <p:spPr>
                <a:xfrm>
                  <a:off x="4494846" y="2265996"/>
                  <a:ext cx="24765" cy="50482"/>
                </a:xfrm>
                <a:custGeom>
                  <a:rect b="b" l="l" r="r" t="t"/>
                  <a:pathLst>
                    <a:path extrusionOk="0" h="50482" w="24765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4765" y="0"/>
                      </a:lnTo>
                      <a:lnTo>
                        <a:pt x="24765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6" name="Google Shape;4816;p42"/>
                <p:cNvSpPr/>
                <p:nvPr/>
              </p:nvSpPr>
              <p:spPr>
                <a:xfrm>
                  <a:off x="4435791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7" name="Google Shape;4817;p42"/>
                <p:cNvSpPr/>
                <p:nvPr/>
              </p:nvSpPr>
              <p:spPr>
                <a:xfrm>
                  <a:off x="4377689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8" name="Google Shape;4818;p42"/>
                <p:cNvSpPr/>
                <p:nvPr/>
              </p:nvSpPr>
              <p:spPr>
                <a:xfrm>
                  <a:off x="4319587" y="2265996"/>
                  <a:ext cx="25717" cy="50482"/>
                </a:xfrm>
                <a:custGeom>
                  <a:rect b="b" l="l" r="r" t="t"/>
                  <a:pathLst>
                    <a:path extrusionOk="0" h="50482" w="25717">
                      <a:moveTo>
                        <a:pt x="0" y="46673"/>
                      </a:moveTo>
                      <a:lnTo>
                        <a:pt x="0" y="0"/>
                      </a:lnTo>
                      <a:lnTo>
                        <a:pt x="25717" y="0"/>
                      </a:lnTo>
                      <a:lnTo>
                        <a:pt x="25717" y="50483"/>
                      </a:lnTo>
                      <a:close/>
                    </a:path>
                  </a:pathLst>
                </a:custGeom>
                <a:solidFill>
                  <a:srgbClr val="21386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19" name="Google Shape;4819;p42"/>
              <p:cNvSpPr/>
              <p:nvPr/>
            </p:nvSpPr>
            <p:spPr>
              <a:xfrm>
                <a:off x="3805766" y="2458402"/>
                <a:ext cx="82655" cy="129539"/>
              </a:xfrm>
              <a:custGeom>
                <a:rect b="b" l="l" r="r" t="t"/>
                <a:pathLst>
                  <a:path extrusionOk="0" h="129539" w="82655">
                    <a:moveTo>
                      <a:pt x="423" y="129540"/>
                    </a:moveTo>
                    <a:lnTo>
                      <a:pt x="81386" y="129540"/>
                    </a:lnTo>
                    <a:cubicBezTo>
                      <a:pt x="81386" y="129540"/>
                      <a:pt x="84243" y="42863"/>
                      <a:pt x="81386" y="32385"/>
                    </a:cubicBezTo>
                    <a:cubicBezTo>
                      <a:pt x="78528" y="20955"/>
                      <a:pt x="66146" y="0"/>
                      <a:pt x="41381" y="0"/>
                    </a:cubicBezTo>
                    <a:cubicBezTo>
                      <a:pt x="16616" y="0"/>
                      <a:pt x="1376" y="13335"/>
                      <a:pt x="423" y="32385"/>
                    </a:cubicBezTo>
                    <a:cubicBezTo>
                      <a:pt x="-529" y="51435"/>
                      <a:pt x="423" y="129540"/>
                      <a:pt x="423" y="129540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0" name="Google Shape;4820;p42"/>
              <p:cNvSpPr/>
              <p:nvPr/>
            </p:nvSpPr>
            <p:spPr>
              <a:xfrm>
                <a:off x="4046143" y="2953702"/>
                <a:ext cx="212580" cy="336232"/>
              </a:xfrm>
              <a:custGeom>
                <a:rect b="b" l="l" r="r" t="t"/>
                <a:pathLst>
                  <a:path extrusionOk="0" h="336232" w="212580">
                    <a:moveTo>
                      <a:pt x="1029" y="332422"/>
                    </a:moveTo>
                    <a:lnTo>
                      <a:pt x="207721" y="336232"/>
                    </a:lnTo>
                    <a:cubicBezTo>
                      <a:pt x="207721" y="336232"/>
                      <a:pt x="217246" y="111442"/>
                      <a:pt x="209626" y="82867"/>
                    </a:cubicBezTo>
                    <a:cubicBezTo>
                      <a:pt x="202006" y="54292"/>
                      <a:pt x="171526" y="0"/>
                      <a:pt x="107709" y="0"/>
                    </a:cubicBezTo>
                    <a:cubicBezTo>
                      <a:pt x="43891" y="0"/>
                      <a:pt x="5791" y="33338"/>
                      <a:pt x="1981" y="82867"/>
                    </a:cubicBezTo>
                    <a:cubicBezTo>
                      <a:pt x="-1829" y="132397"/>
                      <a:pt x="1029" y="332422"/>
                      <a:pt x="1029" y="332422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1" name="Google Shape;4821;p42"/>
              <p:cNvSpPr/>
              <p:nvPr/>
            </p:nvSpPr>
            <p:spPr>
              <a:xfrm>
                <a:off x="4361496" y="2457184"/>
                <a:ext cx="88582" cy="130757"/>
              </a:xfrm>
              <a:custGeom>
                <a:rect b="b" l="l" r="r" t="t"/>
                <a:pathLst>
                  <a:path extrusionOk="0" h="130757" w="88582">
                    <a:moveTo>
                      <a:pt x="953" y="130757"/>
                    </a:moveTo>
                    <a:lnTo>
                      <a:pt x="88583" y="130757"/>
                    </a:lnTo>
                    <a:cubicBezTo>
                      <a:pt x="88583" y="130757"/>
                      <a:pt x="85725" y="41222"/>
                      <a:pt x="80010" y="29792"/>
                    </a:cubicBezTo>
                    <a:cubicBezTo>
                      <a:pt x="75248" y="18362"/>
                      <a:pt x="68580" y="-2593"/>
                      <a:pt x="36195" y="265"/>
                    </a:cubicBezTo>
                    <a:cubicBezTo>
                      <a:pt x="3810" y="3122"/>
                      <a:pt x="1905" y="34555"/>
                      <a:pt x="0" y="39317"/>
                    </a:cubicBezTo>
                    <a:cubicBezTo>
                      <a:pt x="0" y="45032"/>
                      <a:pt x="953" y="130757"/>
                      <a:pt x="953" y="130757"/>
                    </a:cubicBez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2" name="Google Shape;4822;p42"/>
            <p:cNvGrpSpPr/>
            <p:nvPr/>
          </p:nvGrpSpPr>
          <p:grpSpPr>
            <a:xfrm>
              <a:off x="4405237" y="3317174"/>
              <a:ext cx="1421590" cy="945744"/>
              <a:chOff x="2136457" y="2215514"/>
              <a:chExt cx="1593532" cy="1060132"/>
            </a:xfrm>
          </p:grpSpPr>
          <p:sp>
            <p:nvSpPr>
              <p:cNvPr id="4823" name="Google Shape;4823;p42"/>
              <p:cNvSpPr/>
              <p:nvPr/>
            </p:nvSpPr>
            <p:spPr>
              <a:xfrm>
                <a:off x="2152649" y="2485071"/>
                <a:ext cx="1552575" cy="790575"/>
              </a:xfrm>
              <a:custGeom>
                <a:rect b="b" l="l" r="r" t="t"/>
                <a:pathLst>
                  <a:path extrusionOk="0" h="790575" w="1552575">
                    <a:moveTo>
                      <a:pt x="0" y="790575"/>
                    </a:moveTo>
                    <a:lnTo>
                      <a:pt x="0" y="123825"/>
                    </a:lnTo>
                    <a:lnTo>
                      <a:pt x="421005" y="123825"/>
                    </a:lnTo>
                    <a:lnTo>
                      <a:pt x="792480" y="0"/>
                    </a:lnTo>
                    <a:lnTo>
                      <a:pt x="1143953" y="148590"/>
                    </a:lnTo>
                    <a:lnTo>
                      <a:pt x="1552575" y="148590"/>
                    </a:lnTo>
                    <a:lnTo>
                      <a:pt x="1540193" y="79057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4" name="Google Shape;4824;p42"/>
              <p:cNvSpPr/>
              <p:nvPr/>
            </p:nvSpPr>
            <p:spPr>
              <a:xfrm>
                <a:off x="2136457" y="2635567"/>
                <a:ext cx="1593532" cy="34289"/>
              </a:xfrm>
              <a:custGeom>
                <a:rect b="b" l="l" r="r" t="t"/>
                <a:pathLst>
                  <a:path extrusionOk="0" h="34289" w="1593532">
                    <a:moveTo>
                      <a:pt x="0" y="0"/>
                    </a:moveTo>
                    <a:lnTo>
                      <a:pt x="1593533" y="0"/>
                    </a:lnTo>
                    <a:lnTo>
                      <a:pt x="1593533" y="34290"/>
                    </a:lnTo>
                    <a:lnTo>
                      <a:pt x="0" y="3429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5" name="Google Shape;4825;p42"/>
              <p:cNvSpPr/>
              <p:nvPr/>
            </p:nvSpPr>
            <p:spPr>
              <a:xfrm>
                <a:off x="2928937" y="2215514"/>
                <a:ext cx="26670" cy="285750"/>
              </a:xfrm>
              <a:custGeom>
                <a:rect b="b" l="l" r="r" t="t"/>
                <a:pathLst>
                  <a:path extrusionOk="0" h="285750" w="26670">
                    <a:moveTo>
                      <a:pt x="4763" y="285750"/>
                    </a:moveTo>
                    <a:lnTo>
                      <a:pt x="0" y="0"/>
                    </a:lnTo>
                    <a:lnTo>
                      <a:pt x="13335" y="0"/>
                    </a:lnTo>
                    <a:lnTo>
                      <a:pt x="26670" y="28575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6" name="Google Shape;4826;p42"/>
              <p:cNvSpPr/>
              <p:nvPr/>
            </p:nvSpPr>
            <p:spPr>
              <a:xfrm>
                <a:off x="3292791" y="2564129"/>
                <a:ext cx="386715" cy="95250"/>
              </a:xfrm>
              <a:custGeom>
                <a:rect b="b" l="l" r="r" t="t"/>
                <a:pathLst>
                  <a:path extrusionOk="0" h="95250" w="386715">
                    <a:moveTo>
                      <a:pt x="386715" y="88583"/>
                    </a:moveTo>
                    <a:lnTo>
                      <a:pt x="386715" y="0"/>
                    </a:ln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7" name="Google Shape;4827;p42"/>
              <p:cNvSpPr/>
              <p:nvPr/>
            </p:nvSpPr>
            <p:spPr>
              <a:xfrm>
                <a:off x="2184081" y="2548889"/>
                <a:ext cx="395287" cy="86677"/>
              </a:xfrm>
              <a:custGeom>
                <a:rect b="b" l="l" r="r" t="t"/>
                <a:pathLst>
                  <a:path extrusionOk="0" h="86677" w="395287">
                    <a:moveTo>
                      <a:pt x="395288" y="86677"/>
                    </a:moveTo>
                    <a:lnTo>
                      <a:pt x="395288" y="0"/>
                    </a:lnTo>
                    <a:lnTo>
                      <a:pt x="0" y="0"/>
                    </a:lnTo>
                    <a:lnTo>
                      <a:pt x="0" y="84772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8" name="Google Shape;4828;p42"/>
            <p:cNvGrpSpPr/>
            <p:nvPr/>
          </p:nvGrpSpPr>
          <p:grpSpPr>
            <a:xfrm>
              <a:off x="7856821" y="2960084"/>
              <a:ext cx="624546" cy="1301779"/>
              <a:chOff x="6005512" y="1790699"/>
              <a:chExt cx="700086" cy="1459230"/>
            </a:xfrm>
          </p:grpSpPr>
          <p:sp>
            <p:nvSpPr>
              <p:cNvPr id="4829" name="Google Shape;4829;p42"/>
              <p:cNvSpPr/>
              <p:nvPr/>
            </p:nvSpPr>
            <p:spPr>
              <a:xfrm>
                <a:off x="6005512" y="2020252"/>
                <a:ext cx="349567" cy="1229677"/>
              </a:xfrm>
              <a:custGeom>
                <a:rect b="b" l="l" r="r" t="t"/>
                <a:pathLst>
                  <a:path extrusionOk="0" h="1229677" w="349567">
                    <a:moveTo>
                      <a:pt x="0" y="1229678"/>
                    </a:moveTo>
                    <a:lnTo>
                      <a:pt x="0" y="396240"/>
                    </a:lnTo>
                    <a:lnTo>
                      <a:pt x="113347" y="396240"/>
                    </a:lnTo>
                    <a:lnTo>
                      <a:pt x="113347" y="344805"/>
                    </a:lnTo>
                    <a:lnTo>
                      <a:pt x="164782" y="344805"/>
                    </a:lnTo>
                    <a:lnTo>
                      <a:pt x="164782" y="216217"/>
                    </a:lnTo>
                    <a:cubicBezTo>
                      <a:pt x="164782" y="216217"/>
                      <a:pt x="149543" y="25717"/>
                      <a:pt x="349568" y="0"/>
                    </a:cubicBezTo>
                    <a:lnTo>
                      <a:pt x="349568" y="1229678"/>
                    </a:lnTo>
                    <a:lnTo>
                      <a:pt x="0" y="122967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0" name="Google Shape;4830;p42"/>
              <p:cNvSpPr/>
              <p:nvPr/>
            </p:nvSpPr>
            <p:spPr>
              <a:xfrm>
                <a:off x="6270306" y="2020252"/>
                <a:ext cx="435292" cy="1229677"/>
              </a:xfrm>
              <a:custGeom>
                <a:rect b="b" l="l" r="r" t="t"/>
                <a:pathLst>
                  <a:path extrusionOk="0" h="1229677" w="435292">
                    <a:moveTo>
                      <a:pt x="435293" y="1229678"/>
                    </a:moveTo>
                    <a:lnTo>
                      <a:pt x="435293" y="396240"/>
                    </a:lnTo>
                    <a:lnTo>
                      <a:pt x="321945" y="396240"/>
                    </a:lnTo>
                    <a:lnTo>
                      <a:pt x="321945" y="344805"/>
                    </a:lnTo>
                    <a:lnTo>
                      <a:pt x="270510" y="344805"/>
                    </a:lnTo>
                    <a:lnTo>
                      <a:pt x="270510" y="216217"/>
                    </a:lnTo>
                    <a:cubicBezTo>
                      <a:pt x="270510" y="216217"/>
                      <a:pt x="285750" y="25717"/>
                      <a:pt x="85725" y="0"/>
                    </a:cubicBezTo>
                    <a:lnTo>
                      <a:pt x="0" y="1229678"/>
                    </a:lnTo>
                    <a:lnTo>
                      <a:pt x="435293" y="122967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1" name="Google Shape;4831;p42"/>
              <p:cNvSpPr/>
              <p:nvPr/>
            </p:nvSpPr>
            <p:spPr>
              <a:xfrm>
                <a:off x="6304596" y="1790699"/>
                <a:ext cx="108584" cy="270509"/>
              </a:xfrm>
              <a:custGeom>
                <a:rect b="b" l="l" r="r" t="t"/>
                <a:pathLst>
                  <a:path extrusionOk="0" h="270509" w="108584">
                    <a:moveTo>
                      <a:pt x="0" y="256222"/>
                    </a:moveTo>
                    <a:lnTo>
                      <a:pt x="0" y="124778"/>
                    </a:lnTo>
                    <a:lnTo>
                      <a:pt x="35243" y="98108"/>
                    </a:lnTo>
                    <a:lnTo>
                      <a:pt x="35243" y="0"/>
                    </a:lnTo>
                    <a:lnTo>
                      <a:pt x="77153" y="0"/>
                    </a:lnTo>
                    <a:lnTo>
                      <a:pt x="77153" y="100013"/>
                    </a:lnTo>
                    <a:lnTo>
                      <a:pt x="108585" y="128588"/>
                    </a:lnTo>
                    <a:lnTo>
                      <a:pt x="108585" y="27051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2" name="Google Shape;4832;p42"/>
            <p:cNvGrpSpPr/>
            <p:nvPr/>
          </p:nvGrpSpPr>
          <p:grpSpPr>
            <a:xfrm>
              <a:off x="4631264" y="2579613"/>
              <a:ext cx="392572" cy="1645918"/>
              <a:chOff x="2389822" y="1388744"/>
              <a:chExt cx="440054" cy="1844993"/>
            </a:xfrm>
          </p:grpSpPr>
          <p:sp>
            <p:nvSpPr>
              <p:cNvPr id="4833" name="Google Shape;4833;p42"/>
              <p:cNvSpPr/>
              <p:nvPr/>
            </p:nvSpPr>
            <p:spPr>
              <a:xfrm>
                <a:off x="2389822" y="1585912"/>
                <a:ext cx="440054" cy="1647825"/>
              </a:xfrm>
              <a:custGeom>
                <a:rect b="b" l="l" r="r" t="t"/>
                <a:pathLst>
                  <a:path extrusionOk="0" h="1647825" w="440054">
                    <a:moveTo>
                      <a:pt x="136208" y="1605915"/>
                    </a:moveTo>
                    <a:lnTo>
                      <a:pt x="136208" y="390525"/>
                    </a:lnTo>
                    <a:lnTo>
                      <a:pt x="14288" y="270510"/>
                    </a:lnTo>
                    <a:lnTo>
                      <a:pt x="0" y="67628"/>
                    </a:lnTo>
                    <a:lnTo>
                      <a:pt x="176213" y="0"/>
                    </a:lnTo>
                    <a:lnTo>
                      <a:pt x="298132" y="0"/>
                    </a:lnTo>
                    <a:lnTo>
                      <a:pt x="440055" y="54292"/>
                    </a:lnTo>
                    <a:lnTo>
                      <a:pt x="440055" y="270510"/>
                    </a:lnTo>
                    <a:lnTo>
                      <a:pt x="310515" y="383858"/>
                    </a:lnTo>
                    <a:lnTo>
                      <a:pt x="351473" y="164782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4" name="Google Shape;4834;p42"/>
              <p:cNvSpPr/>
              <p:nvPr/>
            </p:nvSpPr>
            <p:spPr>
              <a:xfrm>
                <a:off x="2528887" y="1540192"/>
                <a:ext cx="194310" cy="98107"/>
              </a:xfrm>
              <a:custGeom>
                <a:rect b="b" l="l" r="r" t="t"/>
                <a:pathLst>
                  <a:path extrusionOk="0" h="98107" w="194310">
                    <a:moveTo>
                      <a:pt x="0" y="0"/>
                    </a:moveTo>
                    <a:lnTo>
                      <a:pt x="194310" y="0"/>
                    </a:lnTo>
                    <a:lnTo>
                      <a:pt x="194310" y="98108"/>
                    </a:lnTo>
                    <a:lnTo>
                      <a:pt x="0" y="98108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5" name="Google Shape;4835;p42"/>
              <p:cNvSpPr/>
              <p:nvPr/>
            </p:nvSpPr>
            <p:spPr>
              <a:xfrm>
                <a:off x="2442209" y="1462087"/>
                <a:ext cx="356235" cy="95250"/>
              </a:xfrm>
              <a:custGeom>
                <a:rect b="b" l="l" r="r" t="t"/>
                <a:pathLst>
                  <a:path extrusionOk="0" h="95250" w="356235">
                    <a:moveTo>
                      <a:pt x="0" y="78105"/>
                    </a:moveTo>
                    <a:cubicBezTo>
                      <a:pt x="11430" y="78105"/>
                      <a:pt x="356235" y="95250"/>
                      <a:pt x="356235" y="95250"/>
                    </a:cubicBezTo>
                    <a:lnTo>
                      <a:pt x="356235" y="0"/>
                    </a:lnTo>
                    <a:lnTo>
                      <a:pt x="0" y="11430"/>
                    </a:lnTo>
                    <a:lnTo>
                      <a:pt x="0" y="78105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6" name="Google Shape;4836;p42"/>
              <p:cNvSpPr/>
              <p:nvPr/>
            </p:nvSpPr>
            <p:spPr>
              <a:xfrm>
                <a:off x="2528887" y="1388744"/>
                <a:ext cx="194310" cy="106680"/>
              </a:xfrm>
              <a:custGeom>
                <a:rect b="b" l="l" r="r" t="t"/>
                <a:pathLst>
                  <a:path extrusionOk="0" h="106680" w="194310">
                    <a:moveTo>
                      <a:pt x="0" y="0"/>
                    </a:moveTo>
                    <a:lnTo>
                      <a:pt x="194310" y="0"/>
                    </a:lnTo>
                    <a:lnTo>
                      <a:pt x="194310" y="106680"/>
                    </a:lnTo>
                    <a:lnTo>
                      <a:pt x="0" y="106680"/>
                    </a:lnTo>
                    <a:close/>
                  </a:path>
                </a:pathLst>
              </a:custGeom>
              <a:solidFill>
                <a:srgbClr val="21386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37" name="Google Shape;4837;p42"/>
            <p:cNvSpPr/>
            <p:nvPr/>
          </p:nvSpPr>
          <p:spPr>
            <a:xfrm>
              <a:off x="6723532" y="3626694"/>
              <a:ext cx="1540466" cy="659591"/>
            </a:xfrm>
            <a:custGeom>
              <a:rect b="b" l="l" r="r" t="t"/>
              <a:pathLst>
                <a:path extrusionOk="0" h="738187" w="1724025">
                  <a:moveTo>
                    <a:pt x="1724025" y="351472"/>
                  </a:moveTo>
                  <a:lnTo>
                    <a:pt x="775335" y="351472"/>
                  </a:lnTo>
                  <a:lnTo>
                    <a:pt x="775335" y="0"/>
                  </a:lnTo>
                  <a:lnTo>
                    <a:pt x="0" y="0"/>
                  </a:lnTo>
                  <a:lnTo>
                    <a:pt x="0" y="738188"/>
                  </a:lnTo>
                  <a:lnTo>
                    <a:pt x="1724025" y="72009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8" name="Google Shape;4838;p42"/>
            <p:cNvSpPr/>
            <p:nvPr/>
          </p:nvSpPr>
          <p:spPr>
            <a:xfrm>
              <a:off x="4674725" y="3630094"/>
              <a:ext cx="1540466" cy="659591"/>
            </a:xfrm>
            <a:custGeom>
              <a:rect b="b" l="l" r="r" t="t"/>
              <a:pathLst>
                <a:path extrusionOk="0" h="738187" w="1724025">
                  <a:moveTo>
                    <a:pt x="0" y="351472"/>
                  </a:moveTo>
                  <a:lnTo>
                    <a:pt x="948690" y="351472"/>
                  </a:lnTo>
                  <a:lnTo>
                    <a:pt x="948690" y="0"/>
                  </a:lnTo>
                  <a:lnTo>
                    <a:pt x="1724025" y="0"/>
                  </a:lnTo>
                  <a:lnTo>
                    <a:pt x="1724025" y="738188"/>
                  </a:lnTo>
                  <a:lnTo>
                    <a:pt x="0" y="72009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9" name="Google Shape;4839;p42"/>
            <p:cNvSpPr/>
            <p:nvPr/>
          </p:nvSpPr>
          <p:spPr>
            <a:xfrm>
              <a:off x="5867808" y="2893329"/>
              <a:ext cx="1221431" cy="794528"/>
            </a:xfrm>
            <a:custGeom>
              <a:rect b="b" l="l" r="r" t="t"/>
              <a:pathLst>
                <a:path extrusionOk="0" h="889203" w="1366974">
                  <a:moveTo>
                    <a:pt x="349568" y="861060"/>
                  </a:moveTo>
                  <a:cubicBezTo>
                    <a:pt x="349568" y="861060"/>
                    <a:pt x="349568" y="558165"/>
                    <a:pt x="358140" y="505777"/>
                  </a:cubicBezTo>
                  <a:cubicBezTo>
                    <a:pt x="366713" y="453390"/>
                    <a:pt x="467678" y="296227"/>
                    <a:pt x="672465" y="296227"/>
                  </a:cubicBezTo>
                  <a:cubicBezTo>
                    <a:pt x="878205" y="296227"/>
                    <a:pt x="947738" y="405765"/>
                    <a:pt x="959168" y="497205"/>
                  </a:cubicBezTo>
                  <a:cubicBezTo>
                    <a:pt x="969645" y="588645"/>
                    <a:pt x="978218" y="860108"/>
                    <a:pt x="978218" y="860108"/>
                  </a:cubicBezTo>
                  <a:cubicBezTo>
                    <a:pt x="978218" y="860108"/>
                    <a:pt x="1375410" y="899160"/>
                    <a:pt x="1366838" y="886777"/>
                  </a:cubicBezTo>
                  <a:cubicBezTo>
                    <a:pt x="1358265" y="873443"/>
                    <a:pt x="1366838" y="0"/>
                    <a:pt x="1366838" y="0"/>
                  </a:cubicBezTo>
                  <a:lnTo>
                    <a:pt x="1183005" y="0"/>
                  </a:lnTo>
                  <a:lnTo>
                    <a:pt x="0" y="0"/>
                  </a:lnTo>
                  <a:lnTo>
                    <a:pt x="43815" y="822960"/>
                  </a:lnTo>
                  <a:lnTo>
                    <a:pt x="349568" y="861060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0" name="Google Shape;4840;p42"/>
            <p:cNvSpPr/>
            <p:nvPr/>
          </p:nvSpPr>
          <p:spPr>
            <a:xfrm>
              <a:off x="7038797" y="3238059"/>
              <a:ext cx="367389" cy="448806"/>
            </a:xfrm>
            <a:custGeom>
              <a:rect b="b" l="l" r="r" t="t"/>
              <a:pathLst>
                <a:path extrusionOk="0" h="502285" w="411166">
                  <a:moveTo>
                    <a:pt x="13335" y="41275"/>
                  </a:moveTo>
                  <a:cubicBezTo>
                    <a:pt x="13335" y="41275"/>
                    <a:pt x="100965" y="-61595"/>
                    <a:pt x="202882" y="57468"/>
                  </a:cubicBezTo>
                  <a:lnTo>
                    <a:pt x="264795" y="128905"/>
                  </a:lnTo>
                  <a:cubicBezTo>
                    <a:pt x="264795" y="128905"/>
                    <a:pt x="267652" y="74613"/>
                    <a:pt x="340995" y="86043"/>
                  </a:cubicBezTo>
                  <a:cubicBezTo>
                    <a:pt x="414338" y="97473"/>
                    <a:pt x="442913" y="199390"/>
                    <a:pt x="363855" y="225108"/>
                  </a:cubicBezTo>
                  <a:lnTo>
                    <a:pt x="366713" y="476568"/>
                  </a:lnTo>
                  <a:lnTo>
                    <a:pt x="0" y="502285"/>
                  </a:lnTo>
                  <a:lnTo>
                    <a:pt x="13335" y="41275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1" name="Google Shape;4841;p42"/>
            <p:cNvSpPr/>
            <p:nvPr/>
          </p:nvSpPr>
          <p:spPr>
            <a:xfrm>
              <a:off x="5559620" y="3238059"/>
              <a:ext cx="367389" cy="448806"/>
            </a:xfrm>
            <a:custGeom>
              <a:rect b="b" l="l" r="r" t="t"/>
              <a:pathLst>
                <a:path extrusionOk="0" h="502285" w="411166">
                  <a:moveTo>
                    <a:pt x="397831" y="41275"/>
                  </a:moveTo>
                  <a:cubicBezTo>
                    <a:pt x="397831" y="41275"/>
                    <a:pt x="310201" y="-61595"/>
                    <a:pt x="208284" y="57468"/>
                  </a:cubicBezTo>
                  <a:lnTo>
                    <a:pt x="146371" y="128905"/>
                  </a:lnTo>
                  <a:cubicBezTo>
                    <a:pt x="146371" y="128905"/>
                    <a:pt x="143514" y="74613"/>
                    <a:pt x="70171" y="86043"/>
                  </a:cubicBezTo>
                  <a:cubicBezTo>
                    <a:pt x="-3171" y="97473"/>
                    <a:pt x="-31746" y="199390"/>
                    <a:pt x="47312" y="225108"/>
                  </a:cubicBezTo>
                  <a:lnTo>
                    <a:pt x="44454" y="476568"/>
                  </a:lnTo>
                  <a:lnTo>
                    <a:pt x="411167" y="502285"/>
                  </a:lnTo>
                  <a:lnTo>
                    <a:pt x="397831" y="41275"/>
                  </a:lnTo>
                  <a:close/>
                </a:path>
              </a:pathLst>
            </a:custGeom>
            <a:solidFill>
              <a:srgbClr val="B23D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2" name="Google Shape;4842;p42"/>
            <p:cNvSpPr/>
            <p:nvPr/>
          </p:nvSpPr>
          <p:spPr>
            <a:xfrm>
              <a:off x="7540946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3" name="Google Shape;4843;p42"/>
            <p:cNvSpPr/>
            <p:nvPr/>
          </p:nvSpPr>
          <p:spPr>
            <a:xfrm>
              <a:off x="7780095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4" name="Google Shape;4844;p42"/>
            <p:cNvSpPr/>
            <p:nvPr/>
          </p:nvSpPr>
          <p:spPr>
            <a:xfrm>
              <a:off x="7985378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5" name="Google Shape;4845;p42"/>
            <p:cNvSpPr/>
            <p:nvPr/>
          </p:nvSpPr>
          <p:spPr>
            <a:xfrm>
              <a:off x="4910407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6" name="Google Shape;4846;p42"/>
            <p:cNvSpPr/>
            <p:nvPr/>
          </p:nvSpPr>
          <p:spPr>
            <a:xfrm>
              <a:off x="5149681" y="4054137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3"/>
                  </a:moveTo>
                  <a:lnTo>
                    <a:pt x="110566" y="240983"/>
                  </a:lnTo>
                  <a:cubicBezTo>
                    <a:pt x="110566" y="240983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6203"/>
                    <a:pt x="1029" y="240983"/>
                    <a:pt x="1029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42"/>
            <p:cNvSpPr/>
            <p:nvPr/>
          </p:nvSpPr>
          <p:spPr>
            <a:xfrm>
              <a:off x="5354839" y="4054137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3"/>
                  </a:moveTo>
                  <a:lnTo>
                    <a:pt x="110160" y="240983"/>
                  </a:lnTo>
                  <a:cubicBezTo>
                    <a:pt x="110160" y="240983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5" y="60008"/>
                  </a:cubicBezTo>
                  <a:cubicBezTo>
                    <a:pt x="-1283" y="96203"/>
                    <a:pt x="622" y="240983"/>
                    <a:pt x="622" y="240983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8" name="Google Shape;4848;p42"/>
            <p:cNvSpPr/>
            <p:nvPr/>
          </p:nvSpPr>
          <p:spPr>
            <a:xfrm>
              <a:off x="5631016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9" name="Google Shape;4849;p42"/>
            <p:cNvSpPr/>
            <p:nvPr/>
          </p:nvSpPr>
          <p:spPr>
            <a:xfrm>
              <a:off x="5811168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0" name="Google Shape;4850;p42"/>
            <p:cNvSpPr/>
            <p:nvPr/>
          </p:nvSpPr>
          <p:spPr>
            <a:xfrm>
              <a:off x="6017663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1" name="Google Shape;4851;p42"/>
            <p:cNvSpPr/>
            <p:nvPr/>
          </p:nvSpPr>
          <p:spPr>
            <a:xfrm>
              <a:off x="5811168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2" name="Google Shape;4852;p42"/>
            <p:cNvSpPr/>
            <p:nvPr/>
          </p:nvSpPr>
          <p:spPr>
            <a:xfrm>
              <a:off x="6017663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3" name="Google Shape;4853;p42"/>
            <p:cNvSpPr/>
            <p:nvPr/>
          </p:nvSpPr>
          <p:spPr>
            <a:xfrm>
              <a:off x="5631016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4" name="Google Shape;4854;p42"/>
            <p:cNvSpPr/>
            <p:nvPr/>
          </p:nvSpPr>
          <p:spPr>
            <a:xfrm>
              <a:off x="5811168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19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5" name="Google Shape;4855;p42"/>
            <p:cNvSpPr/>
            <p:nvPr/>
          </p:nvSpPr>
          <p:spPr>
            <a:xfrm>
              <a:off x="6017663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79" y="23813"/>
                    <a:pt x="1575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6" name="Google Shape;4856;p42"/>
            <p:cNvSpPr/>
            <p:nvPr/>
          </p:nvSpPr>
          <p:spPr>
            <a:xfrm>
              <a:off x="6804554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7" name="Google Shape;4857;p42"/>
            <p:cNvSpPr/>
            <p:nvPr/>
          </p:nvSpPr>
          <p:spPr>
            <a:xfrm>
              <a:off x="6985193" y="3685330"/>
              <a:ext cx="100685" cy="215324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8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8"/>
                  </a:cubicBezTo>
                  <a:cubicBezTo>
                    <a:pt x="-1829" y="95250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8" name="Google Shape;4858;p42"/>
            <p:cNvSpPr/>
            <p:nvPr/>
          </p:nvSpPr>
          <p:spPr>
            <a:xfrm>
              <a:off x="6804554" y="3384506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2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6202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9" name="Google Shape;4859;p42"/>
            <p:cNvSpPr/>
            <p:nvPr/>
          </p:nvSpPr>
          <p:spPr>
            <a:xfrm>
              <a:off x="6985193" y="3384506"/>
              <a:ext cx="100685" cy="215324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7"/>
                  </a:cubicBezTo>
                  <a:cubicBezTo>
                    <a:pt x="105804" y="39052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7"/>
                  </a:cubicBezTo>
                  <a:cubicBezTo>
                    <a:pt x="-1829" y="96202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0" name="Google Shape;4860;p42"/>
            <p:cNvSpPr/>
            <p:nvPr/>
          </p:nvSpPr>
          <p:spPr>
            <a:xfrm>
              <a:off x="7191202" y="3685330"/>
              <a:ext cx="100322" cy="215324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8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8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1" name="Google Shape;4861;p42"/>
            <p:cNvSpPr/>
            <p:nvPr/>
          </p:nvSpPr>
          <p:spPr>
            <a:xfrm>
              <a:off x="6804554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2" name="Google Shape;4862;p42"/>
            <p:cNvSpPr/>
            <p:nvPr/>
          </p:nvSpPr>
          <p:spPr>
            <a:xfrm>
              <a:off x="6985193" y="3978506"/>
              <a:ext cx="100384" cy="214682"/>
            </a:xfrm>
            <a:custGeom>
              <a:rect b="b" l="l" r="r" t="t"/>
              <a:pathLst>
                <a:path extrusionOk="0" h="240982" w="112682">
                  <a:moveTo>
                    <a:pt x="1029" y="240982"/>
                  </a:moveTo>
                  <a:lnTo>
                    <a:pt x="110566" y="240982"/>
                  </a:lnTo>
                  <a:cubicBezTo>
                    <a:pt x="110566" y="240982"/>
                    <a:pt x="115329" y="80963"/>
                    <a:pt x="110566" y="60007"/>
                  </a:cubicBezTo>
                  <a:cubicBezTo>
                    <a:pt x="105804" y="39053"/>
                    <a:pt x="90564" y="0"/>
                    <a:pt x="57226" y="0"/>
                  </a:cubicBezTo>
                  <a:cubicBezTo>
                    <a:pt x="23889" y="0"/>
                    <a:pt x="3886" y="23813"/>
                    <a:pt x="1981" y="60007"/>
                  </a:cubicBezTo>
                  <a:cubicBezTo>
                    <a:pt x="-1829" y="95250"/>
                    <a:pt x="1029" y="240982"/>
                    <a:pt x="1029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42"/>
            <p:cNvSpPr/>
            <p:nvPr/>
          </p:nvSpPr>
          <p:spPr>
            <a:xfrm>
              <a:off x="7191202" y="3978506"/>
              <a:ext cx="100022" cy="214682"/>
            </a:xfrm>
            <a:custGeom>
              <a:rect b="b" l="l" r="r" t="t"/>
              <a:pathLst>
                <a:path extrusionOk="0" h="240982" w="112276">
                  <a:moveTo>
                    <a:pt x="622" y="240982"/>
                  </a:moveTo>
                  <a:lnTo>
                    <a:pt x="110160" y="240982"/>
                  </a:lnTo>
                  <a:cubicBezTo>
                    <a:pt x="110160" y="240982"/>
                    <a:pt x="114922" y="80963"/>
                    <a:pt x="110160" y="60007"/>
                  </a:cubicBezTo>
                  <a:cubicBezTo>
                    <a:pt x="105397" y="39053"/>
                    <a:pt x="90157" y="0"/>
                    <a:pt x="56820" y="0"/>
                  </a:cubicBezTo>
                  <a:cubicBezTo>
                    <a:pt x="23482" y="0"/>
                    <a:pt x="3480" y="23813"/>
                    <a:pt x="1574" y="60007"/>
                  </a:cubicBezTo>
                  <a:cubicBezTo>
                    <a:pt x="-1283" y="95250"/>
                    <a:pt x="622" y="240982"/>
                    <a:pt x="622" y="240982"/>
                  </a:cubicBezTo>
                  <a:close/>
                </a:path>
              </a:pathLst>
            </a:custGeom>
            <a:solidFill>
              <a:srgbClr val="E7A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4" name="Google Shape;4864;p42"/>
            <p:cNvSpPr/>
            <p:nvPr/>
          </p:nvSpPr>
          <p:spPr>
            <a:xfrm>
              <a:off x="4412950" y="4259124"/>
              <a:ext cx="4067100" cy="2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2"/>
            <p:cNvSpPr/>
            <p:nvPr/>
          </p:nvSpPr>
          <p:spPr>
            <a:xfrm>
              <a:off x="6248428" y="2172070"/>
              <a:ext cx="464615" cy="517962"/>
            </a:xfrm>
            <a:custGeom>
              <a:rect b="b" l="l" r="r" t="t"/>
              <a:pathLst>
                <a:path extrusionOk="0" h="382270" w="342899">
                  <a:moveTo>
                    <a:pt x="0" y="382270"/>
                  </a:moveTo>
                  <a:lnTo>
                    <a:pt x="0" y="299403"/>
                  </a:lnTo>
                  <a:lnTo>
                    <a:pt x="31433" y="267970"/>
                  </a:lnTo>
                  <a:lnTo>
                    <a:pt x="38100" y="246063"/>
                  </a:lnTo>
                  <a:lnTo>
                    <a:pt x="53340" y="246063"/>
                  </a:lnTo>
                  <a:cubicBezTo>
                    <a:pt x="53340" y="246063"/>
                    <a:pt x="45720" y="201295"/>
                    <a:pt x="67627" y="205105"/>
                  </a:cubicBezTo>
                  <a:cubicBezTo>
                    <a:pt x="89535" y="208915"/>
                    <a:pt x="88583" y="244158"/>
                    <a:pt x="88583" y="244158"/>
                  </a:cubicBezTo>
                  <a:lnTo>
                    <a:pt x="105727" y="241300"/>
                  </a:lnTo>
                  <a:lnTo>
                    <a:pt x="105727" y="267018"/>
                  </a:lnTo>
                  <a:lnTo>
                    <a:pt x="126683" y="263208"/>
                  </a:lnTo>
                  <a:lnTo>
                    <a:pt x="134302" y="124143"/>
                  </a:lnTo>
                  <a:cubicBezTo>
                    <a:pt x="134302" y="124143"/>
                    <a:pt x="85725" y="187008"/>
                    <a:pt x="74295" y="191770"/>
                  </a:cubicBezTo>
                  <a:cubicBezTo>
                    <a:pt x="62865" y="196533"/>
                    <a:pt x="125730" y="75565"/>
                    <a:pt x="154305" y="67945"/>
                  </a:cubicBezTo>
                  <a:lnTo>
                    <a:pt x="158115" y="46990"/>
                  </a:lnTo>
                  <a:cubicBezTo>
                    <a:pt x="158115" y="46990"/>
                    <a:pt x="141922" y="28893"/>
                    <a:pt x="148590" y="13653"/>
                  </a:cubicBezTo>
                  <a:cubicBezTo>
                    <a:pt x="155258" y="-1587"/>
                    <a:pt x="187642" y="-4445"/>
                    <a:pt x="194310" y="6985"/>
                  </a:cubicBezTo>
                  <a:cubicBezTo>
                    <a:pt x="203835" y="22225"/>
                    <a:pt x="193358" y="43180"/>
                    <a:pt x="182880" y="49848"/>
                  </a:cubicBezTo>
                  <a:lnTo>
                    <a:pt x="182880" y="65088"/>
                  </a:lnTo>
                  <a:cubicBezTo>
                    <a:pt x="182880" y="65088"/>
                    <a:pt x="274320" y="148908"/>
                    <a:pt x="278130" y="164148"/>
                  </a:cubicBezTo>
                  <a:cubicBezTo>
                    <a:pt x="281940" y="179388"/>
                    <a:pt x="198120" y="110808"/>
                    <a:pt x="198120" y="110808"/>
                  </a:cubicBezTo>
                  <a:lnTo>
                    <a:pt x="223837" y="262255"/>
                  </a:lnTo>
                  <a:lnTo>
                    <a:pt x="243840" y="266065"/>
                  </a:lnTo>
                  <a:cubicBezTo>
                    <a:pt x="243840" y="266065"/>
                    <a:pt x="243840" y="234633"/>
                    <a:pt x="247650" y="234633"/>
                  </a:cubicBezTo>
                  <a:cubicBezTo>
                    <a:pt x="251460" y="234633"/>
                    <a:pt x="268605" y="233680"/>
                    <a:pt x="268605" y="233680"/>
                  </a:cubicBezTo>
                  <a:cubicBezTo>
                    <a:pt x="268605" y="233680"/>
                    <a:pt x="259080" y="209868"/>
                    <a:pt x="272415" y="206058"/>
                  </a:cubicBezTo>
                  <a:cubicBezTo>
                    <a:pt x="285750" y="202248"/>
                    <a:pt x="300990" y="213678"/>
                    <a:pt x="297180" y="238443"/>
                  </a:cubicBezTo>
                  <a:lnTo>
                    <a:pt x="314325" y="245110"/>
                  </a:lnTo>
                  <a:lnTo>
                    <a:pt x="314325" y="268923"/>
                  </a:lnTo>
                  <a:lnTo>
                    <a:pt x="342900" y="304165"/>
                  </a:lnTo>
                  <a:lnTo>
                    <a:pt x="338137" y="380365"/>
                  </a:lnTo>
                  <a:lnTo>
                    <a:pt x="0" y="380365"/>
                  </a:lnTo>
                  <a:close/>
                </a:path>
              </a:pathLst>
            </a:custGeom>
            <a:solidFill>
              <a:srgbClr val="E09C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66" name="Google Shape;4866;p42"/>
            <p:cNvGrpSpPr/>
            <p:nvPr/>
          </p:nvGrpSpPr>
          <p:grpSpPr>
            <a:xfrm>
              <a:off x="4718076" y="1379793"/>
              <a:ext cx="1043757" cy="568948"/>
              <a:chOff x="3002825" y="919310"/>
              <a:chExt cx="978308" cy="533272"/>
            </a:xfrm>
          </p:grpSpPr>
          <p:grpSp>
            <p:nvGrpSpPr>
              <p:cNvPr id="4867" name="Google Shape;4867;p42"/>
              <p:cNvGrpSpPr/>
              <p:nvPr/>
            </p:nvGrpSpPr>
            <p:grpSpPr>
              <a:xfrm>
                <a:off x="3002825" y="1196637"/>
                <a:ext cx="713275" cy="255945"/>
                <a:chOff x="631793" y="2702568"/>
                <a:chExt cx="1635951" cy="587030"/>
              </a:xfrm>
            </p:grpSpPr>
            <p:sp>
              <p:nvSpPr>
                <p:cNvPr id="4868" name="Google Shape;4868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9" name="Google Shape;4869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70" name="Google Shape;4870;p42"/>
              <p:cNvGrpSpPr/>
              <p:nvPr/>
            </p:nvGrpSpPr>
            <p:grpSpPr>
              <a:xfrm>
                <a:off x="3469244" y="919310"/>
                <a:ext cx="511889" cy="183682"/>
                <a:chOff x="631793" y="2702568"/>
                <a:chExt cx="1635951" cy="587030"/>
              </a:xfrm>
            </p:grpSpPr>
            <p:sp>
              <p:nvSpPr>
                <p:cNvPr id="4871" name="Google Shape;4871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2" name="Google Shape;4872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73" name="Google Shape;4873;p42"/>
            <p:cNvGrpSpPr/>
            <p:nvPr/>
          </p:nvGrpSpPr>
          <p:grpSpPr>
            <a:xfrm>
              <a:off x="7038803" y="1508489"/>
              <a:ext cx="1370179" cy="442805"/>
              <a:chOff x="6227885" y="895698"/>
              <a:chExt cx="1284262" cy="415039"/>
            </a:xfrm>
          </p:grpSpPr>
          <p:sp>
            <p:nvSpPr>
              <p:cNvPr id="4874" name="Google Shape;4874;p42"/>
              <p:cNvSpPr/>
              <p:nvPr/>
            </p:nvSpPr>
            <p:spPr>
              <a:xfrm>
                <a:off x="6733383" y="1030548"/>
                <a:ext cx="415975" cy="280178"/>
              </a:xfrm>
              <a:custGeom>
                <a:rect b="b" l="l" r="r" t="t"/>
                <a:pathLst>
                  <a:path extrusionOk="0" h="528637" w="784859">
                    <a:moveTo>
                      <a:pt x="784860" y="528638"/>
                    </a:moveTo>
                    <a:lnTo>
                      <a:pt x="0" y="528638"/>
                    </a:lnTo>
                    <a:cubicBezTo>
                      <a:pt x="0" y="442913"/>
                      <a:pt x="69532" y="374333"/>
                      <a:pt x="154305" y="374333"/>
                    </a:cubicBezTo>
                    <a:cubicBezTo>
                      <a:pt x="183832" y="374333"/>
                      <a:pt x="211455" y="382905"/>
                      <a:pt x="235267" y="397192"/>
                    </a:cubicBezTo>
                    <a:cubicBezTo>
                      <a:pt x="244792" y="320992"/>
                      <a:pt x="309563" y="261938"/>
                      <a:pt x="388620" y="261938"/>
                    </a:cubicBezTo>
                    <a:cubicBezTo>
                      <a:pt x="391478" y="261938"/>
                      <a:pt x="394335" y="261938"/>
                      <a:pt x="396240" y="261938"/>
                    </a:cubicBezTo>
                    <a:cubicBezTo>
                      <a:pt x="396240" y="261938"/>
                      <a:pt x="396240" y="260985"/>
                      <a:pt x="396240" y="260985"/>
                    </a:cubicBezTo>
                    <a:cubicBezTo>
                      <a:pt x="396240" y="117158"/>
                      <a:pt x="512445" y="0"/>
                      <a:pt x="657225" y="0"/>
                    </a:cubicBezTo>
                    <a:cubicBezTo>
                      <a:pt x="703897" y="0"/>
                      <a:pt x="747713" y="12382"/>
                      <a:pt x="784860" y="33338"/>
                    </a:cubicBezTo>
                    <a:lnTo>
                      <a:pt x="784860" y="528638"/>
                    </a:ln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5" name="Google Shape;4875;p42"/>
              <p:cNvSpPr/>
              <p:nvPr/>
            </p:nvSpPr>
            <p:spPr>
              <a:xfrm>
                <a:off x="7047961" y="1052898"/>
                <a:ext cx="464186" cy="257839"/>
              </a:xfrm>
              <a:custGeom>
                <a:rect b="b" l="l" r="r" t="t"/>
                <a:pathLst>
                  <a:path extrusionOk="0" h="648652" w="1167764">
                    <a:moveTo>
                      <a:pt x="1011555" y="493395"/>
                    </a:moveTo>
                    <a:cubicBezTo>
                      <a:pt x="982028" y="493395"/>
                      <a:pt x="954405" y="501968"/>
                      <a:pt x="930593" y="516255"/>
                    </a:cubicBezTo>
                    <a:cubicBezTo>
                      <a:pt x="921068" y="439103"/>
                      <a:pt x="855345" y="379095"/>
                      <a:pt x="776288" y="379095"/>
                    </a:cubicBezTo>
                    <a:cubicBezTo>
                      <a:pt x="773430" y="379095"/>
                      <a:pt x="770573" y="379095"/>
                      <a:pt x="768668" y="379095"/>
                    </a:cubicBezTo>
                    <a:cubicBezTo>
                      <a:pt x="768668" y="379095"/>
                      <a:pt x="768668" y="378143"/>
                      <a:pt x="768668" y="378143"/>
                    </a:cubicBezTo>
                    <a:cubicBezTo>
                      <a:pt x="768668" y="232410"/>
                      <a:pt x="650558" y="114300"/>
                      <a:pt x="505778" y="115253"/>
                    </a:cubicBezTo>
                    <a:cubicBezTo>
                      <a:pt x="482918" y="115253"/>
                      <a:pt x="461963" y="117158"/>
                      <a:pt x="443865" y="120968"/>
                    </a:cubicBezTo>
                    <a:cubicBezTo>
                      <a:pt x="415290" y="50483"/>
                      <a:pt x="346710" y="0"/>
                      <a:pt x="265748" y="0"/>
                    </a:cubicBezTo>
                    <a:cubicBezTo>
                      <a:pt x="161925" y="0"/>
                      <a:pt x="77153" y="84773"/>
                      <a:pt x="77153" y="188595"/>
                    </a:cubicBezTo>
                    <a:cubicBezTo>
                      <a:pt x="77153" y="217170"/>
                      <a:pt x="83820" y="244793"/>
                      <a:pt x="95250" y="269558"/>
                    </a:cubicBezTo>
                    <a:lnTo>
                      <a:pt x="0" y="299085"/>
                    </a:lnTo>
                    <a:lnTo>
                      <a:pt x="0" y="648653"/>
                    </a:lnTo>
                    <a:lnTo>
                      <a:pt x="1167765" y="648653"/>
                    </a:lnTo>
                    <a:cubicBezTo>
                      <a:pt x="1167765" y="562928"/>
                      <a:pt x="1098233" y="493395"/>
                      <a:pt x="1011555" y="493395"/>
                    </a:cubicBezTo>
                    <a:close/>
                  </a:path>
                </a:pathLst>
              </a:custGeom>
              <a:solidFill>
                <a:srgbClr val="608FA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6" name="Google Shape;4876;p42"/>
              <p:cNvGrpSpPr/>
              <p:nvPr/>
            </p:nvGrpSpPr>
            <p:grpSpPr>
              <a:xfrm>
                <a:off x="6227885" y="895698"/>
                <a:ext cx="511889" cy="183682"/>
                <a:chOff x="631793" y="2702568"/>
                <a:chExt cx="1635951" cy="587030"/>
              </a:xfrm>
            </p:grpSpPr>
            <p:sp>
              <p:nvSpPr>
                <p:cNvPr id="4877" name="Google Shape;4877;p42"/>
                <p:cNvSpPr/>
                <p:nvPr/>
              </p:nvSpPr>
              <p:spPr>
                <a:xfrm>
                  <a:off x="1210918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42"/>
                <p:cNvSpPr/>
                <p:nvPr/>
              </p:nvSpPr>
              <p:spPr>
                <a:xfrm flipH="1">
                  <a:off x="631793" y="2702568"/>
                  <a:ext cx="1056826" cy="587030"/>
                </a:xfrm>
                <a:custGeom>
                  <a:rect b="b" l="l" r="r" t="t"/>
                  <a:pathLst>
                    <a:path extrusionOk="0" h="648652" w="1167764">
                      <a:moveTo>
                        <a:pt x="1011555" y="493395"/>
                      </a:moveTo>
                      <a:cubicBezTo>
                        <a:pt x="982028" y="493395"/>
                        <a:pt x="954405" y="501968"/>
                        <a:pt x="930593" y="516255"/>
                      </a:cubicBezTo>
                      <a:cubicBezTo>
                        <a:pt x="921068" y="439103"/>
                        <a:pt x="855345" y="379095"/>
                        <a:pt x="776288" y="379095"/>
                      </a:cubicBezTo>
                      <a:cubicBezTo>
                        <a:pt x="773430" y="379095"/>
                        <a:pt x="770573" y="379095"/>
                        <a:pt x="768668" y="379095"/>
                      </a:cubicBezTo>
                      <a:cubicBezTo>
                        <a:pt x="768668" y="379095"/>
                        <a:pt x="768668" y="378143"/>
                        <a:pt x="768668" y="378143"/>
                      </a:cubicBezTo>
                      <a:cubicBezTo>
                        <a:pt x="768668" y="232410"/>
                        <a:pt x="650558" y="114300"/>
                        <a:pt x="505778" y="115253"/>
                      </a:cubicBezTo>
                      <a:cubicBezTo>
                        <a:pt x="482918" y="115253"/>
                        <a:pt x="461963" y="117158"/>
                        <a:pt x="443865" y="120968"/>
                      </a:cubicBezTo>
                      <a:cubicBezTo>
                        <a:pt x="415290" y="50483"/>
                        <a:pt x="346710" y="0"/>
                        <a:pt x="265748" y="0"/>
                      </a:cubicBezTo>
                      <a:cubicBezTo>
                        <a:pt x="161925" y="0"/>
                        <a:pt x="77153" y="84773"/>
                        <a:pt x="77153" y="188595"/>
                      </a:cubicBezTo>
                      <a:cubicBezTo>
                        <a:pt x="77153" y="217170"/>
                        <a:pt x="83820" y="244793"/>
                        <a:pt x="95250" y="269558"/>
                      </a:cubicBezTo>
                      <a:lnTo>
                        <a:pt x="0" y="299085"/>
                      </a:lnTo>
                      <a:lnTo>
                        <a:pt x="0" y="648653"/>
                      </a:lnTo>
                      <a:lnTo>
                        <a:pt x="1167765" y="648653"/>
                      </a:lnTo>
                      <a:cubicBezTo>
                        <a:pt x="1167765" y="562928"/>
                        <a:pt x="1098233" y="493395"/>
                        <a:pt x="1011555" y="493395"/>
                      </a:cubicBezTo>
                      <a:close/>
                    </a:path>
                  </a:pathLst>
                </a:custGeom>
                <a:solidFill>
                  <a:srgbClr val="608FA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2" name="Shape 4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3" name="Google Shape;4883;p43"/>
          <p:cNvCxnSpPr/>
          <p:nvPr/>
        </p:nvCxnSpPr>
        <p:spPr>
          <a:xfrm>
            <a:off x="1129050" y="2031350"/>
            <a:ext cx="6885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4884" name="Google Shape;4884;p43"/>
          <p:cNvGrpSpPr/>
          <p:nvPr/>
        </p:nvGrpSpPr>
        <p:grpSpPr>
          <a:xfrm>
            <a:off x="5442753" y="1530501"/>
            <a:ext cx="1001709" cy="1001709"/>
            <a:chOff x="4418750" y="1659558"/>
            <a:chExt cx="917400" cy="917400"/>
          </a:xfrm>
        </p:grpSpPr>
        <p:sp>
          <p:nvSpPr>
            <p:cNvPr id="4885" name="Google Shape;4885;p43"/>
            <p:cNvSpPr/>
            <p:nvPr/>
          </p:nvSpPr>
          <p:spPr>
            <a:xfrm rot="2700000">
              <a:off x="4553100" y="1793909"/>
              <a:ext cx="648700" cy="648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3"/>
            <p:cNvSpPr/>
            <p:nvPr/>
          </p:nvSpPr>
          <p:spPr>
            <a:xfrm rot="5400000">
              <a:off x="4648419" y="1889302"/>
              <a:ext cx="458100" cy="45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7" name="Google Shape;4887;p43"/>
          <p:cNvGrpSpPr/>
          <p:nvPr/>
        </p:nvGrpSpPr>
        <p:grpSpPr>
          <a:xfrm>
            <a:off x="2699540" y="1530489"/>
            <a:ext cx="1001709" cy="1001709"/>
            <a:chOff x="4418750" y="1659558"/>
            <a:chExt cx="917400" cy="917400"/>
          </a:xfrm>
        </p:grpSpPr>
        <p:sp>
          <p:nvSpPr>
            <p:cNvPr id="4888" name="Google Shape;4888;p43"/>
            <p:cNvSpPr/>
            <p:nvPr/>
          </p:nvSpPr>
          <p:spPr>
            <a:xfrm rot="2700000">
              <a:off x="4553100" y="1793909"/>
              <a:ext cx="648700" cy="648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3"/>
            <p:cNvSpPr/>
            <p:nvPr/>
          </p:nvSpPr>
          <p:spPr>
            <a:xfrm rot="5400000">
              <a:off x="4648419" y="1889302"/>
              <a:ext cx="458100" cy="45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0" name="Google Shape;4890;p43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this is for &amp; Why it matters</a:t>
            </a:r>
            <a:endParaRPr/>
          </a:p>
        </p:txBody>
      </p:sp>
      <p:sp>
        <p:nvSpPr>
          <p:cNvPr id="4891" name="Google Shape;4891;p43"/>
          <p:cNvSpPr txBox="1"/>
          <p:nvPr>
            <p:ph idx="4294967295" type="subTitle"/>
          </p:nvPr>
        </p:nvSpPr>
        <p:spPr>
          <a:xfrm>
            <a:off x="2106750" y="3288925"/>
            <a:ext cx="21873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managers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City &amp; tourism analysts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Platform operators</a:t>
            </a:r>
            <a:endParaRPr/>
          </a:p>
        </p:txBody>
      </p:sp>
      <p:grpSp>
        <p:nvGrpSpPr>
          <p:cNvPr id="4892" name="Google Shape;4892;p43"/>
          <p:cNvGrpSpPr/>
          <p:nvPr/>
        </p:nvGrpSpPr>
        <p:grpSpPr>
          <a:xfrm>
            <a:off x="5727317" y="1793232"/>
            <a:ext cx="432568" cy="476272"/>
            <a:chOff x="58616" y="2381413"/>
            <a:chExt cx="346776" cy="381842"/>
          </a:xfrm>
        </p:grpSpPr>
        <p:sp>
          <p:nvSpPr>
            <p:cNvPr id="4893" name="Google Shape;4893;p43"/>
            <p:cNvSpPr/>
            <p:nvPr/>
          </p:nvSpPr>
          <p:spPr>
            <a:xfrm>
              <a:off x="248825" y="2493343"/>
              <a:ext cx="156567" cy="201368"/>
            </a:xfrm>
            <a:custGeom>
              <a:rect b="b" l="l" r="r" t="t"/>
              <a:pathLst>
                <a:path extrusionOk="0" h="11430" w="8887">
                  <a:moveTo>
                    <a:pt x="4223" y="0"/>
                  </a:moveTo>
                  <a:lnTo>
                    <a:pt x="3338" y="131"/>
                  </a:lnTo>
                  <a:lnTo>
                    <a:pt x="2494" y="442"/>
                  </a:lnTo>
                  <a:lnTo>
                    <a:pt x="1730" y="915"/>
                  </a:lnTo>
                  <a:lnTo>
                    <a:pt x="1388" y="1217"/>
                  </a:lnTo>
                  <a:lnTo>
                    <a:pt x="1066" y="1548"/>
                  </a:lnTo>
                  <a:lnTo>
                    <a:pt x="553" y="2282"/>
                  </a:lnTo>
                  <a:lnTo>
                    <a:pt x="202" y="3106"/>
                  </a:lnTo>
                  <a:lnTo>
                    <a:pt x="21" y="3981"/>
                  </a:lnTo>
                  <a:lnTo>
                    <a:pt x="1" y="4443"/>
                  </a:lnTo>
                  <a:lnTo>
                    <a:pt x="5087" y="8253"/>
                  </a:lnTo>
                  <a:lnTo>
                    <a:pt x="5097" y="8575"/>
                  </a:lnTo>
                  <a:lnTo>
                    <a:pt x="5218" y="9198"/>
                  </a:lnTo>
                  <a:lnTo>
                    <a:pt x="5459" y="9771"/>
                  </a:lnTo>
                  <a:lnTo>
                    <a:pt x="5811" y="10274"/>
                  </a:lnTo>
                  <a:lnTo>
                    <a:pt x="6233" y="10706"/>
                  </a:lnTo>
                  <a:lnTo>
                    <a:pt x="6746" y="11048"/>
                  </a:lnTo>
                  <a:lnTo>
                    <a:pt x="7309" y="11289"/>
                  </a:lnTo>
                  <a:lnTo>
                    <a:pt x="7932" y="11420"/>
                  </a:lnTo>
                  <a:lnTo>
                    <a:pt x="8254" y="11430"/>
                  </a:lnTo>
                  <a:lnTo>
                    <a:pt x="8887" y="11430"/>
                  </a:lnTo>
                  <a:lnTo>
                    <a:pt x="8887" y="4654"/>
                  </a:lnTo>
                  <a:lnTo>
                    <a:pt x="8877" y="4202"/>
                  </a:lnTo>
                  <a:lnTo>
                    <a:pt x="8706" y="3328"/>
                  </a:lnTo>
                  <a:lnTo>
                    <a:pt x="8384" y="2513"/>
                  </a:lnTo>
                  <a:lnTo>
                    <a:pt x="7932" y="1789"/>
                  </a:lnTo>
                  <a:lnTo>
                    <a:pt x="7369" y="1156"/>
                  </a:lnTo>
                  <a:lnTo>
                    <a:pt x="6695" y="644"/>
                  </a:lnTo>
                  <a:lnTo>
                    <a:pt x="5942" y="262"/>
                  </a:lnTo>
                  <a:lnTo>
                    <a:pt x="5117" y="40"/>
                  </a:lnTo>
                  <a:lnTo>
                    <a:pt x="4685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3"/>
            <p:cNvSpPr/>
            <p:nvPr/>
          </p:nvSpPr>
          <p:spPr>
            <a:xfrm>
              <a:off x="293629" y="2538147"/>
              <a:ext cx="67140" cy="111765"/>
            </a:xfrm>
            <a:custGeom>
              <a:rect b="b" l="l" r="r" t="t"/>
              <a:pathLst>
                <a:path extrusionOk="0" h="6344" w="3811">
                  <a:moveTo>
                    <a:pt x="1710" y="0"/>
                  </a:moveTo>
                  <a:lnTo>
                    <a:pt x="1338" y="81"/>
                  </a:lnTo>
                  <a:lnTo>
                    <a:pt x="996" y="222"/>
                  </a:lnTo>
                  <a:lnTo>
                    <a:pt x="694" y="433"/>
                  </a:lnTo>
                  <a:lnTo>
                    <a:pt x="433" y="684"/>
                  </a:lnTo>
                  <a:lnTo>
                    <a:pt x="232" y="996"/>
                  </a:lnTo>
                  <a:lnTo>
                    <a:pt x="81" y="1337"/>
                  </a:lnTo>
                  <a:lnTo>
                    <a:pt x="11" y="1709"/>
                  </a:lnTo>
                  <a:lnTo>
                    <a:pt x="1" y="1900"/>
                  </a:lnTo>
                  <a:lnTo>
                    <a:pt x="1" y="3167"/>
                  </a:lnTo>
                  <a:lnTo>
                    <a:pt x="11" y="3499"/>
                  </a:lnTo>
                  <a:lnTo>
                    <a:pt x="142" y="4112"/>
                  </a:lnTo>
                  <a:lnTo>
                    <a:pt x="383" y="4685"/>
                  </a:lnTo>
                  <a:lnTo>
                    <a:pt x="725" y="5197"/>
                  </a:lnTo>
                  <a:lnTo>
                    <a:pt x="1157" y="5620"/>
                  </a:lnTo>
                  <a:lnTo>
                    <a:pt x="1659" y="5961"/>
                  </a:lnTo>
                  <a:lnTo>
                    <a:pt x="2232" y="6203"/>
                  </a:lnTo>
                  <a:lnTo>
                    <a:pt x="2846" y="6333"/>
                  </a:lnTo>
                  <a:lnTo>
                    <a:pt x="3177" y="6343"/>
                  </a:lnTo>
                  <a:lnTo>
                    <a:pt x="3811" y="6343"/>
                  </a:lnTo>
                  <a:lnTo>
                    <a:pt x="3811" y="1900"/>
                  </a:lnTo>
                  <a:lnTo>
                    <a:pt x="3801" y="1709"/>
                  </a:lnTo>
                  <a:lnTo>
                    <a:pt x="3730" y="1337"/>
                  </a:lnTo>
                  <a:lnTo>
                    <a:pt x="3579" y="996"/>
                  </a:lnTo>
                  <a:lnTo>
                    <a:pt x="3378" y="684"/>
                  </a:lnTo>
                  <a:lnTo>
                    <a:pt x="3117" y="433"/>
                  </a:lnTo>
                  <a:lnTo>
                    <a:pt x="2816" y="222"/>
                  </a:lnTo>
                  <a:lnTo>
                    <a:pt x="2474" y="8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3"/>
            <p:cNvSpPr/>
            <p:nvPr/>
          </p:nvSpPr>
          <p:spPr>
            <a:xfrm>
              <a:off x="92267" y="2381413"/>
              <a:ext cx="179064" cy="111942"/>
            </a:xfrm>
            <a:custGeom>
              <a:rect b="b" l="l" r="r" t="t"/>
              <a:pathLst>
                <a:path extrusionOk="0" h="6354" w="10164">
                  <a:moveTo>
                    <a:pt x="6715" y="0"/>
                  </a:moveTo>
                  <a:lnTo>
                    <a:pt x="6544" y="191"/>
                  </a:lnTo>
                  <a:lnTo>
                    <a:pt x="6353" y="372"/>
                  </a:lnTo>
                  <a:lnTo>
                    <a:pt x="5941" y="684"/>
                  </a:lnTo>
                  <a:lnTo>
                    <a:pt x="5710" y="814"/>
                  </a:lnTo>
                  <a:lnTo>
                    <a:pt x="5509" y="925"/>
                  </a:lnTo>
                  <a:lnTo>
                    <a:pt x="5077" y="1086"/>
                  </a:lnTo>
                  <a:lnTo>
                    <a:pt x="4624" y="1206"/>
                  </a:lnTo>
                  <a:lnTo>
                    <a:pt x="4162" y="1267"/>
                  </a:lnTo>
                  <a:lnTo>
                    <a:pt x="3921" y="1277"/>
                  </a:lnTo>
                  <a:lnTo>
                    <a:pt x="1709" y="1277"/>
                  </a:lnTo>
                  <a:lnTo>
                    <a:pt x="1337" y="1357"/>
                  </a:lnTo>
                  <a:lnTo>
                    <a:pt x="995" y="1498"/>
                  </a:lnTo>
                  <a:lnTo>
                    <a:pt x="694" y="1709"/>
                  </a:lnTo>
                  <a:lnTo>
                    <a:pt x="432" y="1960"/>
                  </a:lnTo>
                  <a:lnTo>
                    <a:pt x="231" y="2262"/>
                  </a:lnTo>
                  <a:lnTo>
                    <a:pt x="81" y="2614"/>
                  </a:lnTo>
                  <a:lnTo>
                    <a:pt x="10" y="2986"/>
                  </a:lnTo>
                  <a:lnTo>
                    <a:pt x="0" y="3177"/>
                  </a:lnTo>
                  <a:lnTo>
                    <a:pt x="10" y="3468"/>
                  </a:lnTo>
                  <a:lnTo>
                    <a:pt x="181" y="4001"/>
                  </a:lnTo>
                  <a:lnTo>
                    <a:pt x="322" y="4232"/>
                  </a:lnTo>
                  <a:lnTo>
                    <a:pt x="5368" y="6353"/>
                  </a:lnTo>
                  <a:lnTo>
                    <a:pt x="6987" y="6353"/>
                  </a:lnTo>
                  <a:lnTo>
                    <a:pt x="7308" y="6343"/>
                  </a:lnTo>
                  <a:lnTo>
                    <a:pt x="7932" y="6212"/>
                  </a:lnTo>
                  <a:lnTo>
                    <a:pt x="8505" y="5971"/>
                  </a:lnTo>
                  <a:lnTo>
                    <a:pt x="9007" y="5629"/>
                  </a:lnTo>
                  <a:lnTo>
                    <a:pt x="9439" y="5197"/>
                  </a:lnTo>
                  <a:lnTo>
                    <a:pt x="9781" y="4695"/>
                  </a:lnTo>
                  <a:lnTo>
                    <a:pt x="10022" y="4122"/>
                  </a:lnTo>
                  <a:lnTo>
                    <a:pt x="10153" y="3498"/>
                  </a:lnTo>
                  <a:lnTo>
                    <a:pt x="10163" y="3177"/>
                  </a:lnTo>
                  <a:lnTo>
                    <a:pt x="10153" y="2855"/>
                  </a:lnTo>
                  <a:lnTo>
                    <a:pt x="10022" y="2232"/>
                  </a:lnTo>
                  <a:lnTo>
                    <a:pt x="9781" y="1659"/>
                  </a:lnTo>
                  <a:lnTo>
                    <a:pt x="9439" y="1156"/>
                  </a:lnTo>
                  <a:lnTo>
                    <a:pt x="9007" y="724"/>
                  </a:lnTo>
                  <a:lnTo>
                    <a:pt x="8505" y="382"/>
                  </a:lnTo>
                  <a:lnTo>
                    <a:pt x="7932" y="141"/>
                  </a:lnTo>
                  <a:lnTo>
                    <a:pt x="7308" y="10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3"/>
            <p:cNvSpPr/>
            <p:nvPr/>
          </p:nvSpPr>
          <p:spPr>
            <a:xfrm>
              <a:off x="192869" y="2381413"/>
              <a:ext cx="78468" cy="111942"/>
            </a:xfrm>
            <a:custGeom>
              <a:rect b="b" l="l" r="r" t="t"/>
              <a:pathLst>
                <a:path extrusionOk="0" h="6354" w="4454">
                  <a:moveTo>
                    <a:pt x="1005" y="0"/>
                  </a:moveTo>
                  <a:lnTo>
                    <a:pt x="834" y="191"/>
                  </a:lnTo>
                  <a:lnTo>
                    <a:pt x="643" y="372"/>
                  </a:lnTo>
                  <a:lnTo>
                    <a:pt x="231" y="684"/>
                  </a:lnTo>
                  <a:lnTo>
                    <a:pt x="0" y="814"/>
                  </a:lnTo>
                  <a:lnTo>
                    <a:pt x="0" y="6353"/>
                  </a:lnTo>
                  <a:lnTo>
                    <a:pt x="1277" y="6353"/>
                  </a:lnTo>
                  <a:lnTo>
                    <a:pt x="1598" y="6343"/>
                  </a:lnTo>
                  <a:lnTo>
                    <a:pt x="2222" y="6212"/>
                  </a:lnTo>
                  <a:lnTo>
                    <a:pt x="2795" y="5971"/>
                  </a:lnTo>
                  <a:lnTo>
                    <a:pt x="3297" y="5629"/>
                  </a:lnTo>
                  <a:lnTo>
                    <a:pt x="3729" y="5197"/>
                  </a:lnTo>
                  <a:lnTo>
                    <a:pt x="4071" y="4695"/>
                  </a:lnTo>
                  <a:lnTo>
                    <a:pt x="4312" y="4122"/>
                  </a:lnTo>
                  <a:lnTo>
                    <a:pt x="4443" y="3498"/>
                  </a:lnTo>
                  <a:lnTo>
                    <a:pt x="4453" y="3177"/>
                  </a:lnTo>
                  <a:lnTo>
                    <a:pt x="4443" y="2855"/>
                  </a:lnTo>
                  <a:lnTo>
                    <a:pt x="4312" y="2232"/>
                  </a:lnTo>
                  <a:lnTo>
                    <a:pt x="4071" y="1659"/>
                  </a:lnTo>
                  <a:lnTo>
                    <a:pt x="3729" y="1156"/>
                  </a:lnTo>
                  <a:lnTo>
                    <a:pt x="3297" y="724"/>
                  </a:lnTo>
                  <a:lnTo>
                    <a:pt x="2795" y="382"/>
                  </a:lnTo>
                  <a:lnTo>
                    <a:pt x="2222" y="141"/>
                  </a:lnTo>
                  <a:lnTo>
                    <a:pt x="1598" y="10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3"/>
            <p:cNvSpPr/>
            <p:nvPr/>
          </p:nvSpPr>
          <p:spPr>
            <a:xfrm>
              <a:off x="69945" y="2448522"/>
              <a:ext cx="67140" cy="67140"/>
            </a:xfrm>
            <a:custGeom>
              <a:rect b="b" l="l" r="r" t="t"/>
              <a:pathLst>
                <a:path extrusionOk="0" h="3811" w="3811">
                  <a:moveTo>
                    <a:pt x="2534" y="1"/>
                  </a:moveTo>
                  <a:lnTo>
                    <a:pt x="2272" y="11"/>
                  </a:lnTo>
                  <a:lnTo>
                    <a:pt x="1780" y="112"/>
                  </a:lnTo>
                  <a:lnTo>
                    <a:pt x="1328" y="303"/>
                  </a:lnTo>
                  <a:lnTo>
                    <a:pt x="915" y="584"/>
                  </a:lnTo>
                  <a:lnTo>
                    <a:pt x="574" y="926"/>
                  </a:lnTo>
                  <a:lnTo>
                    <a:pt x="302" y="1328"/>
                  </a:lnTo>
                  <a:lnTo>
                    <a:pt x="111" y="1790"/>
                  </a:lnTo>
                  <a:lnTo>
                    <a:pt x="11" y="2283"/>
                  </a:lnTo>
                  <a:lnTo>
                    <a:pt x="1" y="2544"/>
                  </a:lnTo>
                  <a:lnTo>
                    <a:pt x="1" y="3811"/>
                  </a:lnTo>
                  <a:lnTo>
                    <a:pt x="3810" y="3811"/>
                  </a:lnTo>
                  <a:lnTo>
                    <a:pt x="3810" y="1278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3"/>
            <p:cNvSpPr/>
            <p:nvPr/>
          </p:nvSpPr>
          <p:spPr>
            <a:xfrm>
              <a:off x="129988" y="2700907"/>
              <a:ext cx="125754" cy="62348"/>
            </a:xfrm>
            <a:custGeom>
              <a:rect b="b" l="l" r="r" t="t"/>
              <a:pathLst>
                <a:path extrusionOk="0" h="3539" w="7138">
                  <a:moveTo>
                    <a:pt x="1729" y="1"/>
                  </a:moveTo>
                  <a:lnTo>
                    <a:pt x="0" y="3539"/>
                  </a:lnTo>
                  <a:lnTo>
                    <a:pt x="7138" y="3539"/>
                  </a:lnTo>
                  <a:lnTo>
                    <a:pt x="5419" y="1"/>
                  </a:lnTo>
                  <a:close/>
                </a:path>
              </a:pathLst>
            </a:custGeom>
            <a:solidFill>
              <a:srgbClr val="8EDB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3"/>
            <p:cNvSpPr/>
            <p:nvPr/>
          </p:nvSpPr>
          <p:spPr>
            <a:xfrm>
              <a:off x="192869" y="2700907"/>
              <a:ext cx="62877" cy="62348"/>
            </a:xfrm>
            <a:custGeom>
              <a:rect b="b" l="l" r="r" t="t"/>
              <a:pathLst>
                <a:path extrusionOk="0" h="3539" w="3569">
                  <a:moveTo>
                    <a:pt x="0" y="1"/>
                  </a:moveTo>
                  <a:lnTo>
                    <a:pt x="0" y="3539"/>
                  </a:lnTo>
                  <a:lnTo>
                    <a:pt x="3569" y="353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78C6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3"/>
            <p:cNvSpPr/>
            <p:nvPr/>
          </p:nvSpPr>
          <p:spPr>
            <a:xfrm>
              <a:off x="58616" y="2448522"/>
              <a:ext cx="246187" cy="268508"/>
            </a:xfrm>
            <a:custGeom>
              <a:rect b="b" l="l" r="r" t="t"/>
              <a:pathLst>
                <a:path extrusionOk="0" h="15241" w="13974">
                  <a:moveTo>
                    <a:pt x="2544" y="1"/>
                  </a:moveTo>
                  <a:lnTo>
                    <a:pt x="2544" y="2906"/>
                  </a:lnTo>
                  <a:lnTo>
                    <a:pt x="2041" y="3429"/>
                  </a:lnTo>
                  <a:lnTo>
                    <a:pt x="1800" y="3680"/>
                  </a:lnTo>
                  <a:lnTo>
                    <a:pt x="1357" y="4213"/>
                  </a:lnTo>
                  <a:lnTo>
                    <a:pt x="985" y="4766"/>
                  </a:lnTo>
                  <a:lnTo>
                    <a:pt x="664" y="5359"/>
                  </a:lnTo>
                  <a:lnTo>
                    <a:pt x="402" y="5982"/>
                  </a:lnTo>
                  <a:lnTo>
                    <a:pt x="211" y="6625"/>
                  </a:lnTo>
                  <a:lnTo>
                    <a:pt x="81" y="7289"/>
                  </a:lnTo>
                  <a:lnTo>
                    <a:pt x="10" y="7972"/>
                  </a:lnTo>
                  <a:lnTo>
                    <a:pt x="0" y="8324"/>
                  </a:lnTo>
                  <a:lnTo>
                    <a:pt x="10" y="8676"/>
                  </a:lnTo>
                  <a:lnTo>
                    <a:pt x="81" y="9380"/>
                  </a:lnTo>
                  <a:lnTo>
                    <a:pt x="221" y="10053"/>
                  </a:lnTo>
                  <a:lnTo>
                    <a:pt x="422" y="10697"/>
                  </a:lnTo>
                  <a:lnTo>
                    <a:pt x="684" y="11320"/>
                  </a:lnTo>
                  <a:lnTo>
                    <a:pt x="1006" y="11913"/>
                  </a:lnTo>
                  <a:lnTo>
                    <a:pt x="1377" y="12466"/>
                  </a:lnTo>
                  <a:lnTo>
                    <a:pt x="1800" y="12979"/>
                  </a:lnTo>
                  <a:lnTo>
                    <a:pt x="2272" y="13441"/>
                  </a:lnTo>
                  <a:lnTo>
                    <a:pt x="2785" y="13873"/>
                  </a:lnTo>
                  <a:lnTo>
                    <a:pt x="3338" y="14245"/>
                  </a:lnTo>
                  <a:lnTo>
                    <a:pt x="3921" y="14557"/>
                  </a:lnTo>
                  <a:lnTo>
                    <a:pt x="4544" y="14828"/>
                  </a:lnTo>
                  <a:lnTo>
                    <a:pt x="5197" y="15029"/>
                  </a:lnTo>
                  <a:lnTo>
                    <a:pt x="5871" y="15160"/>
                  </a:lnTo>
                  <a:lnTo>
                    <a:pt x="6565" y="15240"/>
                  </a:lnTo>
                  <a:lnTo>
                    <a:pt x="7409" y="15240"/>
                  </a:lnTo>
                  <a:lnTo>
                    <a:pt x="8113" y="15160"/>
                  </a:lnTo>
                  <a:lnTo>
                    <a:pt x="8786" y="15029"/>
                  </a:lnTo>
                  <a:lnTo>
                    <a:pt x="9429" y="14828"/>
                  </a:lnTo>
                  <a:lnTo>
                    <a:pt x="10053" y="14557"/>
                  </a:lnTo>
                  <a:lnTo>
                    <a:pt x="10646" y="14245"/>
                  </a:lnTo>
                  <a:lnTo>
                    <a:pt x="11199" y="13873"/>
                  </a:lnTo>
                  <a:lnTo>
                    <a:pt x="11711" y="13441"/>
                  </a:lnTo>
                  <a:lnTo>
                    <a:pt x="12174" y="12979"/>
                  </a:lnTo>
                  <a:lnTo>
                    <a:pt x="12606" y="12466"/>
                  </a:lnTo>
                  <a:lnTo>
                    <a:pt x="12978" y="11913"/>
                  </a:lnTo>
                  <a:lnTo>
                    <a:pt x="13290" y="11320"/>
                  </a:lnTo>
                  <a:lnTo>
                    <a:pt x="13561" y="10697"/>
                  </a:lnTo>
                  <a:lnTo>
                    <a:pt x="13762" y="10053"/>
                  </a:lnTo>
                  <a:lnTo>
                    <a:pt x="13903" y="9380"/>
                  </a:lnTo>
                  <a:lnTo>
                    <a:pt x="13973" y="8676"/>
                  </a:lnTo>
                  <a:lnTo>
                    <a:pt x="13973" y="8324"/>
                  </a:lnTo>
                  <a:lnTo>
                    <a:pt x="13973" y="6354"/>
                  </a:lnTo>
                  <a:lnTo>
                    <a:pt x="9530" y="6354"/>
                  </a:lnTo>
                  <a:lnTo>
                    <a:pt x="9339" y="6344"/>
                  </a:lnTo>
                  <a:lnTo>
                    <a:pt x="8957" y="6274"/>
                  </a:lnTo>
                  <a:lnTo>
                    <a:pt x="8615" y="6123"/>
                  </a:lnTo>
                  <a:lnTo>
                    <a:pt x="8314" y="5922"/>
                  </a:lnTo>
                  <a:lnTo>
                    <a:pt x="8052" y="5660"/>
                  </a:lnTo>
                  <a:lnTo>
                    <a:pt x="7851" y="5359"/>
                  </a:lnTo>
                  <a:lnTo>
                    <a:pt x="7710" y="5017"/>
                  </a:lnTo>
                  <a:lnTo>
                    <a:pt x="7630" y="4645"/>
                  </a:lnTo>
                  <a:lnTo>
                    <a:pt x="7620" y="4444"/>
                  </a:lnTo>
                  <a:lnTo>
                    <a:pt x="7620" y="3177"/>
                  </a:lnTo>
                  <a:lnTo>
                    <a:pt x="7620" y="2916"/>
                  </a:lnTo>
                  <a:lnTo>
                    <a:pt x="7530" y="2403"/>
                  </a:lnTo>
                  <a:lnTo>
                    <a:pt x="7369" y="1921"/>
                  </a:lnTo>
                  <a:lnTo>
                    <a:pt x="7137" y="1489"/>
                  </a:lnTo>
                  <a:lnTo>
                    <a:pt x="6987" y="1288"/>
                  </a:lnTo>
                  <a:lnTo>
                    <a:pt x="6766" y="1006"/>
                  </a:lnTo>
                  <a:lnTo>
                    <a:pt x="6213" y="534"/>
                  </a:lnTo>
                  <a:lnTo>
                    <a:pt x="5569" y="202"/>
                  </a:lnTo>
                  <a:lnTo>
                    <a:pt x="4835" y="21"/>
                  </a:lnTo>
                  <a:lnTo>
                    <a:pt x="4453" y="1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3"/>
            <p:cNvSpPr/>
            <p:nvPr/>
          </p:nvSpPr>
          <p:spPr>
            <a:xfrm>
              <a:off x="140436" y="2590210"/>
              <a:ext cx="105036" cy="97777"/>
            </a:xfrm>
            <a:custGeom>
              <a:rect b="b" l="l" r="r" t="t"/>
              <a:pathLst>
                <a:path extrusionOk="0" h="5550" w="5962">
                  <a:moveTo>
                    <a:pt x="1810" y="1"/>
                  </a:moveTo>
                  <a:lnTo>
                    <a:pt x="1629" y="11"/>
                  </a:lnTo>
                  <a:lnTo>
                    <a:pt x="1267" y="81"/>
                  </a:lnTo>
                  <a:lnTo>
                    <a:pt x="935" y="222"/>
                  </a:lnTo>
                  <a:lnTo>
                    <a:pt x="654" y="423"/>
                  </a:lnTo>
                  <a:lnTo>
                    <a:pt x="403" y="684"/>
                  </a:lnTo>
                  <a:lnTo>
                    <a:pt x="212" y="986"/>
                  </a:lnTo>
                  <a:lnTo>
                    <a:pt x="71" y="1328"/>
                  </a:lnTo>
                  <a:lnTo>
                    <a:pt x="0" y="1710"/>
                  </a:lnTo>
                  <a:lnTo>
                    <a:pt x="0" y="1901"/>
                  </a:lnTo>
                  <a:lnTo>
                    <a:pt x="0" y="2122"/>
                  </a:lnTo>
                  <a:lnTo>
                    <a:pt x="91" y="2534"/>
                  </a:lnTo>
                  <a:lnTo>
                    <a:pt x="262" y="2916"/>
                  </a:lnTo>
                  <a:lnTo>
                    <a:pt x="523" y="3308"/>
                  </a:lnTo>
                  <a:lnTo>
                    <a:pt x="1086" y="3911"/>
                  </a:lnTo>
                  <a:lnTo>
                    <a:pt x="2222" y="4906"/>
                  </a:lnTo>
                  <a:lnTo>
                    <a:pt x="2976" y="5550"/>
                  </a:lnTo>
                  <a:lnTo>
                    <a:pt x="3609" y="5017"/>
                  </a:lnTo>
                  <a:lnTo>
                    <a:pt x="4695" y="4102"/>
                  </a:lnTo>
                  <a:lnTo>
                    <a:pt x="5308" y="3469"/>
                  </a:lnTo>
                  <a:lnTo>
                    <a:pt x="5620" y="3047"/>
                  </a:lnTo>
                  <a:lnTo>
                    <a:pt x="5841" y="2614"/>
                  </a:lnTo>
                  <a:lnTo>
                    <a:pt x="5952" y="2152"/>
                  </a:lnTo>
                  <a:lnTo>
                    <a:pt x="5962" y="1901"/>
                  </a:lnTo>
                  <a:lnTo>
                    <a:pt x="5962" y="1710"/>
                  </a:lnTo>
                  <a:lnTo>
                    <a:pt x="5891" y="1328"/>
                  </a:lnTo>
                  <a:lnTo>
                    <a:pt x="5750" y="986"/>
                  </a:lnTo>
                  <a:lnTo>
                    <a:pt x="5559" y="684"/>
                  </a:lnTo>
                  <a:lnTo>
                    <a:pt x="5308" y="423"/>
                  </a:lnTo>
                  <a:lnTo>
                    <a:pt x="5027" y="222"/>
                  </a:lnTo>
                  <a:lnTo>
                    <a:pt x="4695" y="81"/>
                  </a:lnTo>
                  <a:lnTo>
                    <a:pt x="4333" y="11"/>
                  </a:lnTo>
                  <a:lnTo>
                    <a:pt x="4152" y="1"/>
                  </a:lnTo>
                  <a:lnTo>
                    <a:pt x="3981" y="1"/>
                  </a:lnTo>
                  <a:lnTo>
                    <a:pt x="3670" y="61"/>
                  </a:lnTo>
                  <a:lnTo>
                    <a:pt x="3368" y="182"/>
                  </a:lnTo>
                  <a:lnTo>
                    <a:pt x="3107" y="363"/>
                  </a:lnTo>
                  <a:lnTo>
                    <a:pt x="2976" y="473"/>
                  </a:lnTo>
                  <a:lnTo>
                    <a:pt x="2855" y="363"/>
                  </a:lnTo>
                  <a:lnTo>
                    <a:pt x="2594" y="182"/>
                  </a:lnTo>
                  <a:lnTo>
                    <a:pt x="2292" y="61"/>
                  </a:lnTo>
                  <a:lnTo>
                    <a:pt x="1981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3"/>
            <p:cNvSpPr/>
            <p:nvPr/>
          </p:nvSpPr>
          <p:spPr>
            <a:xfrm>
              <a:off x="192869" y="2590210"/>
              <a:ext cx="52606" cy="97777"/>
            </a:xfrm>
            <a:custGeom>
              <a:rect b="b" l="l" r="r" t="t"/>
              <a:pathLst>
                <a:path extrusionOk="0" h="5550" w="2986">
                  <a:moveTo>
                    <a:pt x="1005" y="1"/>
                  </a:moveTo>
                  <a:lnTo>
                    <a:pt x="694" y="61"/>
                  </a:lnTo>
                  <a:lnTo>
                    <a:pt x="392" y="182"/>
                  </a:lnTo>
                  <a:lnTo>
                    <a:pt x="131" y="363"/>
                  </a:lnTo>
                  <a:lnTo>
                    <a:pt x="0" y="473"/>
                  </a:lnTo>
                  <a:lnTo>
                    <a:pt x="0" y="5550"/>
                  </a:lnTo>
                  <a:lnTo>
                    <a:pt x="633" y="5017"/>
                  </a:lnTo>
                  <a:lnTo>
                    <a:pt x="1719" y="4102"/>
                  </a:lnTo>
                  <a:lnTo>
                    <a:pt x="2332" y="3469"/>
                  </a:lnTo>
                  <a:lnTo>
                    <a:pt x="2644" y="3047"/>
                  </a:lnTo>
                  <a:lnTo>
                    <a:pt x="2865" y="2614"/>
                  </a:lnTo>
                  <a:lnTo>
                    <a:pt x="2976" y="2152"/>
                  </a:lnTo>
                  <a:lnTo>
                    <a:pt x="2986" y="1901"/>
                  </a:lnTo>
                  <a:lnTo>
                    <a:pt x="2986" y="1710"/>
                  </a:lnTo>
                  <a:lnTo>
                    <a:pt x="2915" y="1328"/>
                  </a:lnTo>
                  <a:lnTo>
                    <a:pt x="2774" y="986"/>
                  </a:lnTo>
                  <a:lnTo>
                    <a:pt x="2583" y="684"/>
                  </a:lnTo>
                  <a:lnTo>
                    <a:pt x="2332" y="423"/>
                  </a:lnTo>
                  <a:lnTo>
                    <a:pt x="2051" y="222"/>
                  </a:lnTo>
                  <a:lnTo>
                    <a:pt x="1719" y="81"/>
                  </a:lnTo>
                  <a:lnTo>
                    <a:pt x="1357" y="11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3" name="Google Shape;4903;p43"/>
          <p:cNvGrpSpPr/>
          <p:nvPr/>
        </p:nvGrpSpPr>
        <p:grpSpPr>
          <a:xfrm>
            <a:off x="2991093" y="1793223"/>
            <a:ext cx="418624" cy="476264"/>
            <a:chOff x="4621225" y="1115300"/>
            <a:chExt cx="476250" cy="541825"/>
          </a:xfrm>
        </p:grpSpPr>
        <p:sp>
          <p:nvSpPr>
            <p:cNvPr id="4904" name="Google Shape;4904;p43"/>
            <p:cNvSpPr/>
            <p:nvPr/>
          </p:nvSpPr>
          <p:spPr>
            <a:xfrm>
              <a:off x="4621225" y="1115300"/>
              <a:ext cx="158850" cy="358875"/>
            </a:xfrm>
            <a:custGeom>
              <a:rect b="b" l="l" r="r" t="t"/>
              <a:pathLst>
                <a:path extrusionOk="0" h="14355" w="6354">
                  <a:moveTo>
                    <a:pt x="3810" y="0"/>
                  </a:moveTo>
                  <a:lnTo>
                    <a:pt x="985" y="5167"/>
                  </a:lnTo>
                  <a:lnTo>
                    <a:pt x="754" y="5579"/>
                  </a:lnTo>
                  <a:lnTo>
                    <a:pt x="382" y="6434"/>
                  </a:lnTo>
                  <a:lnTo>
                    <a:pt x="141" y="7328"/>
                  </a:lnTo>
                  <a:lnTo>
                    <a:pt x="10" y="8253"/>
                  </a:lnTo>
                  <a:lnTo>
                    <a:pt x="0" y="8715"/>
                  </a:lnTo>
                  <a:lnTo>
                    <a:pt x="10" y="9138"/>
                  </a:lnTo>
                  <a:lnTo>
                    <a:pt x="111" y="9962"/>
                  </a:lnTo>
                  <a:lnTo>
                    <a:pt x="312" y="10756"/>
                  </a:lnTo>
                  <a:lnTo>
                    <a:pt x="593" y="11530"/>
                  </a:lnTo>
                  <a:lnTo>
                    <a:pt x="975" y="12254"/>
                  </a:lnTo>
                  <a:lnTo>
                    <a:pt x="1438" y="12927"/>
                  </a:lnTo>
                  <a:lnTo>
                    <a:pt x="1981" y="13551"/>
                  </a:lnTo>
                  <a:lnTo>
                    <a:pt x="2594" y="14103"/>
                  </a:lnTo>
                  <a:lnTo>
                    <a:pt x="2925" y="14355"/>
                  </a:lnTo>
                  <a:lnTo>
                    <a:pt x="6203" y="13309"/>
                  </a:lnTo>
                  <a:lnTo>
                    <a:pt x="6353" y="292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3"/>
            <p:cNvSpPr/>
            <p:nvPr/>
          </p:nvSpPr>
          <p:spPr>
            <a:xfrm>
              <a:off x="4942400" y="1115300"/>
              <a:ext cx="155075" cy="358875"/>
            </a:xfrm>
            <a:custGeom>
              <a:rect b="b" l="l" r="r" t="t"/>
              <a:pathLst>
                <a:path extrusionOk="0" h="14355" w="6203">
                  <a:moveTo>
                    <a:pt x="2393" y="0"/>
                  </a:moveTo>
                  <a:lnTo>
                    <a:pt x="1126" y="2925"/>
                  </a:lnTo>
                  <a:lnTo>
                    <a:pt x="0" y="13319"/>
                  </a:lnTo>
                  <a:lnTo>
                    <a:pt x="3277" y="14355"/>
                  </a:lnTo>
                  <a:lnTo>
                    <a:pt x="3609" y="14103"/>
                  </a:lnTo>
                  <a:lnTo>
                    <a:pt x="4232" y="13551"/>
                  </a:lnTo>
                  <a:lnTo>
                    <a:pt x="4765" y="12927"/>
                  </a:lnTo>
                  <a:lnTo>
                    <a:pt x="5227" y="12254"/>
                  </a:lnTo>
                  <a:lnTo>
                    <a:pt x="5609" y="11530"/>
                  </a:lnTo>
                  <a:lnTo>
                    <a:pt x="5901" y="10756"/>
                  </a:lnTo>
                  <a:lnTo>
                    <a:pt x="6092" y="9962"/>
                  </a:lnTo>
                  <a:lnTo>
                    <a:pt x="6192" y="9138"/>
                  </a:lnTo>
                  <a:lnTo>
                    <a:pt x="6203" y="8715"/>
                  </a:lnTo>
                  <a:lnTo>
                    <a:pt x="6192" y="8253"/>
                  </a:lnTo>
                  <a:lnTo>
                    <a:pt x="6062" y="7328"/>
                  </a:lnTo>
                  <a:lnTo>
                    <a:pt x="5821" y="6434"/>
                  </a:lnTo>
                  <a:lnTo>
                    <a:pt x="5449" y="5579"/>
                  </a:lnTo>
                  <a:lnTo>
                    <a:pt x="5217" y="5167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3"/>
            <p:cNvSpPr/>
            <p:nvPr/>
          </p:nvSpPr>
          <p:spPr>
            <a:xfrm>
              <a:off x="4748125" y="1115300"/>
              <a:ext cx="222450" cy="190500"/>
            </a:xfrm>
            <a:custGeom>
              <a:rect b="b" l="l" r="r" t="t"/>
              <a:pathLst>
                <a:path extrusionOk="0" h="7620" w="8898">
                  <a:moveTo>
                    <a:pt x="1277" y="0"/>
                  </a:moveTo>
                  <a:lnTo>
                    <a:pt x="1" y="1246"/>
                  </a:lnTo>
                  <a:lnTo>
                    <a:pt x="1" y="7620"/>
                  </a:lnTo>
                  <a:lnTo>
                    <a:pt x="8897" y="7620"/>
                  </a:lnTo>
                  <a:lnTo>
                    <a:pt x="8897" y="1166"/>
                  </a:lnTo>
                  <a:lnTo>
                    <a:pt x="7620" y="0"/>
                  </a:lnTo>
                  <a:lnTo>
                    <a:pt x="6987" y="0"/>
                  </a:lnTo>
                  <a:lnTo>
                    <a:pt x="6605" y="20"/>
                  </a:lnTo>
                  <a:lnTo>
                    <a:pt x="5891" y="191"/>
                  </a:lnTo>
                  <a:lnTo>
                    <a:pt x="5248" y="523"/>
                  </a:lnTo>
                  <a:lnTo>
                    <a:pt x="4695" y="995"/>
                  </a:lnTo>
                  <a:lnTo>
                    <a:pt x="4464" y="1267"/>
                  </a:lnTo>
                  <a:lnTo>
                    <a:pt x="4434" y="1267"/>
                  </a:lnTo>
                  <a:lnTo>
                    <a:pt x="4203" y="995"/>
                  </a:lnTo>
                  <a:lnTo>
                    <a:pt x="3660" y="523"/>
                  </a:lnTo>
                  <a:lnTo>
                    <a:pt x="3006" y="191"/>
                  </a:lnTo>
                  <a:lnTo>
                    <a:pt x="2293" y="20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3"/>
            <p:cNvSpPr/>
            <p:nvPr/>
          </p:nvSpPr>
          <p:spPr>
            <a:xfrm>
              <a:off x="4859200" y="1115300"/>
              <a:ext cx="111375" cy="190500"/>
            </a:xfrm>
            <a:custGeom>
              <a:rect b="b" l="l" r="r" t="t"/>
              <a:pathLst>
                <a:path extrusionOk="0" h="7620" w="4455">
                  <a:moveTo>
                    <a:pt x="2544" y="0"/>
                  </a:moveTo>
                  <a:lnTo>
                    <a:pt x="2162" y="20"/>
                  </a:lnTo>
                  <a:lnTo>
                    <a:pt x="1448" y="191"/>
                  </a:lnTo>
                  <a:lnTo>
                    <a:pt x="805" y="523"/>
                  </a:lnTo>
                  <a:lnTo>
                    <a:pt x="252" y="995"/>
                  </a:lnTo>
                  <a:lnTo>
                    <a:pt x="21" y="1267"/>
                  </a:lnTo>
                  <a:lnTo>
                    <a:pt x="1" y="1267"/>
                  </a:lnTo>
                  <a:lnTo>
                    <a:pt x="1" y="7620"/>
                  </a:lnTo>
                  <a:lnTo>
                    <a:pt x="4454" y="7620"/>
                  </a:lnTo>
                  <a:lnTo>
                    <a:pt x="4454" y="1166"/>
                  </a:lnTo>
                  <a:lnTo>
                    <a:pt x="3177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3"/>
            <p:cNvSpPr/>
            <p:nvPr/>
          </p:nvSpPr>
          <p:spPr>
            <a:xfrm>
              <a:off x="4676500" y="1369350"/>
              <a:ext cx="365675" cy="287775"/>
            </a:xfrm>
            <a:custGeom>
              <a:rect b="b" l="l" r="r" t="t"/>
              <a:pathLst>
                <a:path extrusionOk="0" h="11511" w="14627">
                  <a:moveTo>
                    <a:pt x="2866" y="1"/>
                  </a:moveTo>
                  <a:lnTo>
                    <a:pt x="1167" y="1268"/>
                  </a:lnTo>
                  <a:lnTo>
                    <a:pt x="956" y="1841"/>
                  </a:lnTo>
                  <a:lnTo>
                    <a:pt x="594" y="3017"/>
                  </a:lnTo>
                  <a:lnTo>
                    <a:pt x="322" y="4223"/>
                  </a:lnTo>
                  <a:lnTo>
                    <a:pt x="131" y="5439"/>
                  </a:lnTo>
                  <a:lnTo>
                    <a:pt x="21" y="6676"/>
                  </a:lnTo>
                  <a:lnTo>
                    <a:pt x="1" y="7912"/>
                  </a:lnTo>
                  <a:lnTo>
                    <a:pt x="71" y="9159"/>
                  </a:lnTo>
                  <a:lnTo>
                    <a:pt x="232" y="10385"/>
                  </a:lnTo>
                  <a:lnTo>
                    <a:pt x="343" y="10998"/>
                  </a:lnTo>
                  <a:lnTo>
                    <a:pt x="443" y="11511"/>
                  </a:lnTo>
                  <a:lnTo>
                    <a:pt x="14185" y="11511"/>
                  </a:lnTo>
                  <a:lnTo>
                    <a:pt x="14285" y="10998"/>
                  </a:lnTo>
                  <a:lnTo>
                    <a:pt x="14396" y="10385"/>
                  </a:lnTo>
                  <a:lnTo>
                    <a:pt x="14557" y="9159"/>
                  </a:lnTo>
                  <a:lnTo>
                    <a:pt x="14627" y="7912"/>
                  </a:lnTo>
                  <a:lnTo>
                    <a:pt x="14607" y="6676"/>
                  </a:lnTo>
                  <a:lnTo>
                    <a:pt x="14496" y="5439"/>
                  </a:lnTo>
                  <a:lnTo>
                    <a:pt x="14305" y="4223"/>
                  </a:lnTo>
                  <a:lnTo>
                    <a:pt x="14034" y="3017"/>
                  </a:lnTo>
                  <a:lnTo>
                    <a:pt x="13672" y="1841"/>
                  </a:lnTo>
                  <a:lnTo>
                    <a:pt x="13461" y="1268"/>
                  </a:lnTo>
                  <a:lnTo>
                    <a:pt x="11762" y="1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3"/>
            <p:cNvSpPr/>
            <p:nvPr/>
          </p:nvSpPr>
          <p:spPr>
            <a:xfrm>
              <a:off x="4859200" y="1369350"/>
              <a:ext cx="182975" cy="287775"/>
            </a:xfrm>
            <a:custGeom>
              <a:rect b="b" l="l" r="r" t="t"/>
              <a:pathLst>
                <a:path extrusionOk="0" h="11511" w="7319">
                  <a:moveTo>
                    <a:pt x="1" y="1"/>
                  </a:moveTo>
                  <a:lnTo>
                    <a:pt x="1" y="11511"/>
                  </a:lnTo>
                  <a:lnTo>
                    <a:pt x="6877" y="11511"/>
                  </a:lnTo>
                  <a:lnTo>
                    <a:pt x="6977" y="10998"/>
                  </a:lnTo>
                  <a:lnTo>
                    <a:pt x="7088" y="10385"/>
                  </a:lnTo>
                  <a:lnTo>
                    <a:pt x="7249" y="9159"/>
                  </a:lnTo>
                  <a:lnTo>
                    <a:pt x="7319" y="7912"/>
                  </a:lnTo>
                  <a:lnTo>
                    <a:pt x="7299" y="6676"/>
                  </a:lnTo>
                  <a:lnTo>
                    <a:pt x="7188" y="5439"/>
                  </a:lnTo>
                  <a:lnTo>
                    <a:pt x="6997" y="4223"/>
                  </a:lnTo>
                  <a:lnTo>
                    <a:pt x="6726" y="3017"/>
                  </a:lnTo>
                  <a:lnTo>
                    <a:pt x="6364" y="1841"/>
                  </a:lnTo>
                  <a:lnTo>
                    <a:pt x="6153" y="1268"/>
                  </a:lnTo>
                  <a:lnTo>
                    <a:pt x="4454" y="1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3"/>
            <p:cNvSpPr/>
            <p:nvPr/>
          </p:nvSpPr>
          <p:spPr>
            <a:xfrm>
              <a:off x="4740100" y="1377400"/>
              <a:ext cx="238500" cy="216150"/>
            </a:xfrm>
            <a:custGeom>
              <a:rect b="b" l="l" r="r" t="t"/>
              <a:pathLst>
                <a:path extrusionOk="0" h="8646" w="9540">
                  <a:moveTo>
                    <a:pt x="1850" y="1"/>
                  </a:moveTo>
                  <a:lnTo>
                    <a:pt x="1598" y="463"/>
                  </a:lnTo>
                  <a:lnTo>
                    <a:pt x="1166" y="1418"/>
                  </a:lnTo>
                  <a:lnTo>
                    <a:pt x="794" y="2393"/>
                  </a:lnTo>
                  <a:lnTo>
                    <a:pt x="493" y="3388"/>
                  </a:lnTo>
                  <a:lnTo>
                    <a:pt x="261" y="4414"/>
                  </a:lnTo>
                  <a:lnTo>
                    <a:pt x="101" y="5439"/>
                  </a:lnTo>
                  <a:lnTo>
                    <a:pt x="10" y="6484"/>
                  </a:lnTo>
                  <a:lnTo>
                    <a:pt x="0" y="7530"/>
                  </a:lnTo>
                  <a:lnTo>
                    <a:pt x="20" y="8053"/>
                  </a:lnTo>
                  <a:lnTo>
                    <a:pt x="50" y="8646"/>
                  </a:lnTo>
                  <a:lnTo>
                    <a:pt x="9489" y="8646"/>
                  </a:lnTo>
                  <a:lnTo>
                    <a:pt x="9520" y="8053"/>
                  </a:lnTo>
                  <a:lnTo>
                    <a:pt x="9540" y="7530"/>
                  </a:lnTo>
                  <a:lnTo>
                    <a:pt x="9530" y="6484"/>
                  </a:lnTo>
                  <a:lnTo>
                    <a:pt x="9439" y="5439"/>
                  </a:lnTo>
                  <a:lnTo>
                    <a:pt x="9278" y="4414"/>
                  </a:lnTo>
                  <a:lnTo>
                    <a:pt x="9047" y="3388"/>
                  </a:lnTo>
                  <a:lnTo>
                    <a:pt x="8746" y="2393"/>
                  </a:lnTo>
                  <a:lnTo>
                    <a:pt x="8374" y="1418"/>
                  </a:lnTo>
                  <a:lnTo>
                    <a:pt x="7941" y="463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rgbClr val="3171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3"/>
            <p:cNvSpPr/>
            <p:nvPr/>
          </p:nvSpPr>
          <p:spPr>
            <a:xfrm>
              <a:off x="4859200" y="1377400"/>
              <a:ext cx="119400" cy="216150"/>
            </a:xfrm>
            <a:custGeom>
              <a:rect b="b" l="l" r="r" t="t"/>
              <a:pathLst>
                <a:path extrusionOk="0" h="8646" w="4776">
                  <a:moveTo>
                    <a:pt x="1" y="1"/>
                  </a:moveTo>
                  <a:lnTo>
                    <a:pt x="1" y="8646"/>
                  </a:lnTo>
                  <a:lnTo>
                    <a:pt x="4725" y="8646"/>
                  </a:lnTo>
                  <a:lnTo>
                    <a:pt x="4756" y="8053"/>
                  </a:lnTo>
                  <a:lnTo>
                    <a:pt x="4776" y="7530"/>
                  </a:lnTo>
                  <a:lnTo>
                    <a:pt x="4766" y="6484"/>
                  </a:lnTo>
                  <a:lnTo>
                    <a:pt x="4675" y="5439"/>
                  </a:lnTo>
                  <a:lnTo>
                    <a:pt x="4514" y="4414"/>
                  </a:lnTo>
                  <a:lnTo>
                    <a:pt x="4283" y="3388"/>
                  </a:lnTo>
                  <a:lnTo>
                    <a:pt x="3982" y="2393"/>
                  </a:lnTo>
                  <a:lnTo>
                    <a:pt x="3610" y="1418"/>
                  </a:lnTo>
                  <a:lnTo>
                    <a:pt x="3177" y="463"/>
                  </a:lnTo>
                  <a:lnTo>
                    <a:pt x="2926" y="1"/>
                  </a:lnTo>
                  <a:close/>
                </a:path>
              </a:pathLst>
            </a:custGeom>
            <a:solidFill>
              <a:srgbClr val="508C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3"/>
            <p:cNvSpPr/>
            <p:nvPr/>
          </p:nvSpPr>
          <p:spPr>
            <a:xfrm>
              <a:off x="4716475" y="1115300"/>
              <a:ext cx="285750" cy="254075"/>
            </a:xfrm>
            <a:custGeom>
              <a:rect b="b" l="l" r="r" t="t"/>
              <a:pathLst>
                <a:path extrusionOk="0" h="10163" w="11430">
                  <a:moveTo>
                    <a:pt x="0" y="0"/>
                  </a:moveTo>
                  <a:lnTo>
                    <a:pt x="0" y="5871"/>
                  </a:lnTo>
                  <a:lnTo>
                    <a:pt x="412" y="7348"/>
                  </a:lnTo>
                  <a:lnTo>
                    <a:pt x="784" y="8886"/>
                  </a:lnTo>
                  <a:lnTo>
                    <a:pt x="2543" y="10163"/>
                  </a:lnTo>
                  <a:lnTo>
                    <a:pt x="8886" y="10163"/>
                  </a:lnTo>
                  <a:lnTo>
                    <a:pt x="10646" y="8886"/>
                  </a:lnTo>
                  <a:lnTo>
                    <a:pt x="11018" y="7348"/>
                  </a:lnTo>
                  <a:lnTo>
                    <a:pt x="11430" y="5871"/>
                  </a:lnTo>
                  <a:lnTo>
                    <a:pt x="11430" y="0"/>
                  </a:lnTo>
                  <a:lnTo>
                    <a:pt x="8886" y="0"/>
                  </a:lnTo>
                  <a:lnTo>
                    <a:pt x="8886" y="3177"/>
                  </a:lnTo>
                  <a:lnTo>
                    <a:pt x="8876" y="3498"/>
                  </a:lnTo>
                  <a:lnTo>
                    <a:pt x="8756" y="4121"/>
                  </a:lnTo>
                  <a:lnTo>
                    <a:pt x="8514" y="4694"/>
                  </a:lnTo>
                  <a:lnTo>
                    <a:pt x="8173" y="5197"/>
                  </a:lnTo>
                  <a:lnTo>
                    <a:pt x="7740" y="5629"/>
                  </a:lnTo>
                  <a:lnTo>
                    <a:pt x="7228" y="5971"/>
                  </a:lnTo>
                  <a:lnTo>
                    <a:pt x="6665" y="6212"/>
                  </a:lnTo>
                  <a:lnTo>
                    <a:pt x="6042" y="6333"/>
                  </a:lnTo>
                  <a:lnTo>
                    <a:pt x="5710" y="6353"/>
                  </a:lnTo>
                  <a:lnTo>
                    <a:pt x="5388" y="6333"/>
                  </a:lnTo>
                  <a:lnTo>
                    <a:pt x="4765" y="6212"/>
                  </a:lnTo>
                  <a:lnTo>
                    <a:pt x="4202" y="5971"/>
                  </a:lnTo>
                  <a:lnTo>
                    <a:pt x="3689" y="5629"/>
                  </a:lnTo>
                  <a:lnTo>
                    <a:pt x="3257" y="5197"/>
                  </a:lnTo>
                  <a:lnTo>
                    <a:pt x="2915" y="4694"/>
                  </a:lnTo>
                  <a:lnTo>
                    <a:pt x="2674" y="4121"/>
                  </a:lnTo>
                  <a:lnTo>
                    <a:pt x="2553" y="3498"/>
                  </a:lnTo>
                  <a:lnTo>
                    <a:pt x="2543" y="3177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rgbClr val="A418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3"/>
            <p:cNvSpPr/>
            <p:nvPr/>
          </p:nvSpPr>
          <p:spPr>
            <a:xfrm>
              <a:off x="4859200" y="1115300"/>
              <a:ext cx="143025" cy="254075"/>
            </a:xfrm>
            <a:custGeom>
              <a:rect b="b" l="l" r="r" t="t"/>
              <a:pathLst>
                <a:path extrusionOk="0" h="10163" w="5721">
                  <a:moveTo>
                    <a:pt x="3177" y="0"/>
                  </a:moveTo>
                  <a:lnTo>
                    <a:pt x="3177" y="3177"/>
                  </a:lnTo>
                  <a:lnTo>
                    <a:pt x="3167" y="3498"/>
                  </a:lnTo>
                  <a:lnTo>
                    <a:pt x="3047" y="4121"/>
                  </a:lnTo>
                  <a:lnTo>
                    <a:pt x="2805" y="4694"/>
                  </a:lnTo>
                  <a:lnTo>
                    <a:pt x="2464" y="5197"/>
                  </a:lnTo>
                  <a:lnTo>
                    <a:pt x="2031" y="5629"/>
                  </a:lnTo>
                  <a:lnTo>
                    <a:pt x="1519" y="5971"/>
                  </a:lnTo>
                  <a:lnTo>
                    <a:pt x="956" y="6212"/>
                  </a:lnTo>
                  <a:lnTo>
                    <a:pt x="333" y="6333"/>
                  </a:lnTo>
                  <a:lnTo>
                    <a:pt x="1" y="6353"/>
                  </a:lnTo>
                  <a:lnTo>
                    <a:pt x="1" y="10163"/>
                  </a:lnTo>
                  <a:lnTo>
                    <a:pt x="3177" y="10163"/>
                  </a:lnTo>
                  <a:lnTo>
                    <a:pt x="4937" y="8886"/>
                  </a:lnTo>
                  <a:lnTo>
                    <a:pt x="5309" y="7348"/>
                  </a:lnTo>
                  <a:lnTo>
                    <a:pt x="5721" y="5871"/>
                  </a:lnTo>
                  <a:lnTo>
                    <a:pt x="5721" y="0"/>
                  </a:lnTo>
                  <a:close/>
                </a:path>
              </a:pathLst>
            </a:custGeom>
            <a:solidFill>
              <a:srgbClr val="D129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3"/>
            <p:cNvSpPr/>
            <p:nvPr/>
          </p:nvSpPr>
          <p:spPr>
            <a:xfrm>
              <a:off x="4705650" y="1337450"/>
              <a:ext cx="307375" cy="63600"/>
            </a:xfrm>
            <a:custGeom>
              <a:rect b="b" l="l" r="r" t="t"/>
              <a:pathLst>
                <a:path extrusionOk="0" h="2544" w="12295">
                  <a:moveTo>
                    <a:pt x="1217" y="0"/>
                  </a:moveTo>
                  <a:lnTo>
                    <a:pt x="875" y="613"/>
                  </a:lnTo>
                  <a:lnTo>
                    <a:pt x="262" y="1890"/>
                  </a:lnTo>
                  <a:lnTo>
                    <a:pt x="1" y="2544"/>
                  </a:lnTo>
                  <a:lnTo>
                    <a:pt x="12295" y="2544"/>
                  </a:lnTo>
                  <a:lnTo>
                    <a:pt x="12034" y="1890"/>
                  </a:lnTo>
                  <a:lnTo>
                    <a:pt x="11420" y="613"/>
                  </a:lnTo>
                  <a:lnTo>
                    <a:pt x="11079" y="0"/>
                  </a:lnTo>
                  <a:close/>
                </a:path>
              </a:pathLst>
            </a:custGeom>
            <a:solidFill>
              <a:srgbClr val="FAB7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3"/>
            <p:cNvSpPr/>
            <p:nvPr/>
          </p:nvSpPr>
          <p:spPr>
            <a:xfrm>
              <a:off x="4859200" y="1337450"/>
              <a:ext cx="153825" cy="63600"/>
            </a:xfrm>
            <a:custGeom>
              <a:rect b="b" l="l" r="r" t="t"/>
              <a:pathLst>
                <a:path extrusionOk="0" h="2544" w="6153">
                  <a:moveTo>
                    <a:pt x="1" y="0"/>
                  </a:moveTo>
                  <a:lnTo>
                    <a:pt x="1" y="2544"/>
                  </a:lnTo>
                  <a:lnTo>
                    <a:pt x="6153" y="2544"/>
                  </a:lnTo>
                  <a:lnTo>
                    <a:pt x="5892" y="1890"/>
                  </a:lnTo>
                  <a:lnTo>
                    <a:pt x="5278" y="613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F15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6" name="Google Shape;4916;p43"/>
          <p:cNvSpPr txBox="1"/>
          <p:nvPr>
            <p:ph idx="4294967295" type="subTitle"/>
          </p:nvPr>
        </p:nvSpPr>
        <p:spPr>
          <a:xfrm>
            <a:off x="2347788" y="2701525"/>
            <a:ext cx="1705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Who benefits</a:t>
            </a:r>
            <a:endParaRPr sz="24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917" name="Google Shape;4917;p43"/>
          <p:cNvSpPr txBox="1"/>
          <p:nvPr>
            <p:ph idx="4294967295" type="subTitle"/>
          </p:nvPr>
        </p:nvSpPr>
        <p:spPr>
          <a:xfrm>
            <a:off x="4808122" y="2701525"/>
            <a:ext cx="2271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Value</a:t>
            </a:r>
            <a:endParaRPr sz="24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918" name="Google Shape;4918;p43"/>
          <p:cNvSpPr txBox="1"/>
          <p:nvPr>
            <p:ph idx="4294967295" type="subTitle"/>
          </p:nvPr>
        </p:nvSpPr>
        <p:spPr>
          <a:xfrm>
            <a:off x="4487250" y="3288925"/>
            <a:ext cx="2912700" cy="1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staffing on peak days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Smarter inventory planning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Lower waste and operational risk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2" name="Shape 4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3" name="Google Shape;4923;p44"/>
          <p:cNvSpPr txBox="1"/>
          <p:nvPr>
            <p:ph type="ctrTitle"/>
          </p:nvPr>
        </p:nvSpPr>
        <p:spPr>
          <a:xfrm>
            <a:off x="4572000" y="456150"/>
            <a:ext cx="3837300" cy="15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grpSp>
        <p:nvGrpSpPr>
          <p:cNvPr id="4924" name="Google Shape;4924;p44"/>
          <p:cNvGrpSpPr/>
          <p:nvPr/>
        </p:nvGrpSpPr>
        <p:grpSpPr>
          <a:xfrm rot="5400000">
            <a:off x="8440682" y="1330248"/>
            <a:ext cx="717125" cy="123508"/>
            <a:chOff x="1835722" y="987600"/>
            <a:chExt cx="879584" cy="151488"/>
          </a:xfrm>
        </p:grpSpPr>
        <p:sp>
          <p:nvSpPr>
            <p:cNvPr id="4925" name="Google Shape;4925;p44"/>
            <p:cNvSpPr/>
            <p:nvPr/>
          </p:nvSpPr>
          <p:spPr>
            <a:xfrm>
              <a:off x="1835722" y="987600"/>
              <a:ext cx="151456" cy="151488"/>
            </a:xfrm>
            <a:custGeom>
              <a:rect b="b" l="l" r="r" t="t"/>
              <a:pathLst>
                <a:path extrusionOk="0" h="4734" w="4733">
                  <a:moveTo>
                    <a:pt x="2367" y="1"/>
                  </a:moveTo>
                  <a:lnTo>
                    <a:pt x="2125" y="10"/>
                  </a:lnTo>
                  <a:lnTo>
                    <a:pt x="1661" y="108"/>
                  </a:lnTo>
                  <a:lnTo>
                    <a:pt x="1232" y="287"/>
                  </a:lnTo>
                  <a:lnTo>
                    <a:pt x="857" y="537"/>
                  </a:lnTo>
                  <a:lnTo>
                    <a:pt x="536" y="858"/>
                  </a:lnTo>
                  <a:lnTo>
                    <a:pt x="286" y="1242"/>
                  </a:lnTo>
                  <a:lnTo>
                    <a:pt x="107" y="1662"/>
                  </a:lnTo>
                  <a:lnTo>
                    <a:pt x="9" y="2126"/>
                  </a:lnTo>
                  <a:lnTo>
                    <a:pt x="0" y="2367"/>
                  </a:lnTo>
                  <a:lnTo>
                    <a:pt x="9" y="2609"/>
                  </a:lnTo>
                  <a:lnTo>
                    <a:pt x="107" y="3073"/>
                  </a:lnTo>
                  <a:lnTo>
                    <a:pt x="286" y="3502"/>
                  </a:lnTo>
                  <a:lnTo>
                    <a:pt x="536" y="3877"/>
                  </a:lnTo>
                  <a:lnTo>
                    <a:pt x="857" y="4198"/>
                  </a:lnTo>
                  <a:lnTo>
                    <a:pt x="1232" y="4448"/>
                  </a:lnTo>
                  <a:lnTo>
                    <a:pt x="1661" y="4627"/>
                  </a:lnTo>
                  <a:lnTo>
                    <a:pt x="2125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2" y="4627"/>
                  </a:lnTo>
                  <a:lnTo>
                    <a:pt x="3492" y="4448"/>
                  </a:lnTo>
                  <a:lnTo>
                    <a:pt x="3876" y="4198"/>
                  </a:lnTo>
                  <a:lnTo>
                    <a:pt x="4197" y="3877"/>
                  </a:lnTo>
                  <a:lnTo>
                    <a:pt x="4447" y="3502"/>
                  </a:lnTo>
                  <a:lnTo>
                    <a:pt x="4626" y="3073"/>
                  </a:lnTo>
                  <a:lnTo>
                    <a:pt x="4724" y="2609"/>
                  </a:lnTo>
                  <a:lnTo>
                    <a:pt x="4733" y="2367"/>
                  </a:lnTo>
                  <a:lnTo>
                    <a:pt x="4724" y="2126"/>
                  </a:lnTo>
                  <a:lnTo>
                    <a:pt x="4626" y="1662"/>
                  </a:lnTo>
                  <a:lnTo>
                    <a:pt x="4447" y="1242"/>
                  </a:lnTo>
                  <a:lnTo>
                    <a:pt x="4197" y="858"/>
                  </a:lnTo>
                  <a:lnTo>
                    <a:pt x="3876" y="537"/>
                  </a:lnTo>
                  <a:lnTo>
                    <a:pt x="3492" y="287"/>
                  </a:lnTo>
                  <a:lnTo>
                    <a:pt x="3072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44"/>
            <p:cNvSpPr/>
            <p:nvPr/>
          </p:nvSpPr>
          <p:spPr>
            <a:xfrm>
              <a:off x="2199754" y="987600"/>
              <a:ext cx="151488" cy="151488"/>
            </a:xfrm>
            <a:custGeom>
              <a:rect b="b" l="l" r="r" t="t"/>
              <a:pathLst>
                <a:path extrusionOk="0" h="4734" w="4734">
                  <a:moveTo>
                    <a:pt x="2367" y="1"/>
                  </a:moveTo>
                  <a:lnTo>
                    <a:pt x="2126" y="10"/>
                  </a:lnTo>
                  <a:lnTo>
                    <a:pt x="1662" y="108"/>
                  </a:lnTo>
                  <a:lnTo>
                    <a:pt x="1242" y="287"/>
                  </a:lnTo>
                  <a:lnTo>
                    <a:pt x="867" y="537"/>
                  </a:lnTo>
                  <a:lnTo>
                    <a:pt x="546" y="858"/>
                  </a:lnTo>
                  <a:lnTo>
                    <a:pt x="287" y="1242"/>
                  </a:lnTo>
                  <a:lnTo>
                    <a:pt x="108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108" y="3073"/>
                  </a:lnTo>
                  <a:lnTo>
                    <a:pt x="287" y="3502"/>
                  </a:lnTo>
                  <a:lnTo>
                    <a:pt x="546" y="3877"/>
                  </a:lnTo>
                  <a:lnTo>
                    <a:pt x="867" y="4198"/>
                  </a:lnTo>
                  <a:lnTo>
                    <a:pt x="1242" y="4448"/>
                  </a:lnTo>
                  <a:lnTo>
                    <a:pt x="1662" y="4627"/>
                  </a:lnTo>
                  <a:lnTo>
                    <a:pt x="2126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501" y="4448"/>
                  </a:lnTo>
                  <a:lnTo>
                    <a:pt x="3876" y="4198"/>
                  </a:lnTo>
                  <a:lnTo>
                    <a:pt x="4198" y="3877"/>
                  </a:lnTo>
                  <a:lnTo>
                    <a:pt x="4457" y="3502"/>
                  </a:lnTo>
                  <a:lnTo>
                    <a:pt x="4636" y="3073"/>
                  </a:lnTo>
                  <a:lnTo>
                    <a:pt x="4725" y="2609"/>
                  </a:lnTo>
                  <a:lnTo>
                    <a:pt x="4734" y="2367"/>
                  </a:lnTo>
                  <a:lnTo>
                    <a:pt x="4725" y="2126"/>
                  </a:lnTo>
                  <a:lnTo>
                    <a:pt x="4636" y="1662"/>
                  </a:lnTo>
                  <a:lnTo>
                    <a:pt x="4457" y="1242"/>
                  </a:lnTo>
                  <a:lnTo>
                    <a:pt x="4198" y="858"/>
                  </a:lnTo>
                  <a:lnTo>
                    <a:pt x="3876" y="537"/>
                  </a:lnTo>
                  <a:lnTo>
                    <a:pt x="3501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4"/>
            <p:cNvSpPr/>
            <p:nvPr/>
          </p:nvSpPr>
          <p:spPr>
            <a:xfrm>
              <a:off x="2564106" y="987600"/>
              <a:ext cx="151200" cy="151488"/>
            </a:xfrm>
            <a:custGeom>
              <a:rect b="b" l="l" r="r" t="t"/>
              <a:pathLst>
                <a:path extrusionOk="0" h="4734" w="4725">
                  <a:moveTo>
                    <a:pt x="2367" y="1"/>
                  </a:moveTo>
                  <a:lnTo>
                    <a:pt x="2117" y="10"/>
                  </a:lnTo>
                  <a:lnTo>
                    <a:pt x="1662" y="108"/>
                  </a:lnTo>
                  <a:lnTo>
                    <a:pt x="1233" y="287"/>
                  </a:lnTo>
                  <a:lnTo>
                    <a:pt x="858" y="537"/>
                  </a:lnTo>
                  <a:lnTo>
                    <a:pt x="536" y="858"/>
                  </a:lnTo>
                  <a:lnTo>
                    <a:pt x="277" y="1242"/>
                  </a:lnTo>
                  <a:lnTo>
                    <a:pt x="99" y="1662"/>
                  </a:lnTo>
                  <a:lnTo>
                    <a:pt x="10" y="2126"/>
                  </a:lnTo>
                  <a:lnTo>
                    <a:pt x="1" y="2367"/>
                  </a:lnTo>
                  <a:lnTo>
                    <a:pt x="10" y="2609"/>
                  </a:lnTo>
                  <a:lnTo>
                    <a:pt x="99" y="3073"/>
                  </a:lnTo>
                  <a:lnTo>
                    <a:pt x="277" y="3502"/>
                  </a:lnTo>
                  <a:lnTo>
                    <a:pt x="536" y="3877"/>
                  </a:lnTo>
                  <a:lnTo>
                    <a:pt x="858" y="4198"/>
                  </a:lnTo>
                  <a:lnTo>
                    <a:pt x="1233" y="4448"/>
                  </a:lnTo>
                  <a:lnTo>
                    <a:pt x="1662" y="4627"/>
                  </a:lnTo>
                  <a:lnTo>
                    <a:pt x="2117" y="4725"/>
                  </a:lnTo>
                  <a:lnTo>
                    <a:pt x="2367" y="4734"/>
                  </a:lnTo>
                  <a:lnTo>
                    <a:pt x="2608" y="4725"/>
                  </a:lnTo>
                  <a:lnTo>
                    <a:pt x="3073" y="4627"/>
                  </a:lnTo>
                  <a:lnTo>
                    <a:pt x="3492" y="4448"/>
                  </a:lnTo>
                  <a:lnTo>
                    <a:pt x="3867" y="4198"/>
                  </a:lnTo>
                  <a:lnTo>
                    <a:pt x="4189" y="3877"/>
                  </a:lnTo>
                  <a:lnTo>
                    <a:pt x="4448" y="3502"/>
                  </a:lnTo>
                  <a:lnTo>
                    <a:pt x="4626" y="3073"/>
                  </a:lnTo>
                  <a:lnTo>
                    <a:pt x="4725" y="2609"/>
                  </a:lnTo>
                  <a:lnTo>
                    <a:pt x="4725" y="2367"/>
                  </a:lnTo>
                  <a:lnTo>
                    <a:pt x="4725" y="2126"/>
                  </a:lnTo>
                  <a:lnTo>
                    <a:pt x="4626" y="1662"/>
                  </a:lnTo>
                  <a:lnTo>
                    <a:pt x="4448" y="1242"/>
                  </a:lnTo>
                  <a:lnTo>
                    <a:pt x="4189" y="858"/>
                  </a:lnTo>
                  <a:lnTo>
                    <a:pt x="3867" y="537"/>
                  </a:lnTo>
                  <a:lnTo>
                    <a:pt x="3492" y="287"/>
                  </a:lnTo>
                  <a:lnTo>
                    <a:pt x="3073" y="108"/>
                  </a:lnTo>
                  <a:lnTo>
                    <a:pt x="2608" y="10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8" name="Google Shape;4928;p44"/>
          <p:cNvSpPr txBox="1"/>
          <p:nvPr>
            <p:ph idx="4294967295" type="subTitle"/>
          </p:nvPr>
        </p:nvSpPr>
        <p:spPr>
          <a:xfrm>
            <a:off x="6030750" y="2366688"/>
            <a:ext cx="9198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Rui Braz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32" name="Shape 4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3" name="Google Shape;4933;p45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Portugal Icon Pack</a:t>
            </a:r>
            <a:endParaRPr/>
          </a:p>
        </p:txBody>
      </p:sp>
      <p:grpSp>
        <p:nvGrpSpPr>
          <p:cNvPr id="4934" name="Google Shape;4934;p45"/>
          <p:cNvGrpSpPr/>
          <p:nvPr/>
        </p:nvGrpSpPr>
        <p:grpSpPr>
          <a:xfrm>
            <a:off x="1466953" y="1234614"/>
            <a:ext cx="589077" cy="589025"/>
            <a:chOff x="1305742" y="1115744"/>
            <a:chExt cx="623164" cy="623109"/>
          </a:xfrm>
        </p:grpSpPr>
        <p:sp>
          <p:nvSpPr>
            <p:cNvPr id="4935" name="Google Shape;4935;p45"/>
            <p:cNvSpPr/>
            <p:nvPr/>
          </p:nvSpPr>
          <p:spPr>
            <a:xfrm>
              <a:off x="1305742" y="1589448"/>
              <a:ext cx="623164" cy="149405"/>
            </a:xfrm>
            <a:custGeom>
              <a:rect b="b" l="l" r="r" t="t"/>
              <a:pathLst>
                <a:path extrusionOk="0" h="249008" w="1038606">
                  <a:moveTo>
                    <a:pt x="519705" y="33737"/>
                  </a:moveTo>
                  <a:lnTo>
                    <a:pt x="0" y="67473"/>
                  </a:lnTo>
                  <a:lnTo>
                    <a:pt x="92374" y="249009"/>
                  </a:lnTo>
                  <a:lnTo>
                    <a:pt x="873940" y="249009"/>
                  </a:lnTo>
                  <a:lnTo>
                    <a:pt x="1038607" y="0"/>
                  </a:lnTo>
                  <a:lnTo>
                    <a:pt x="519705" y="3373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6" name="Google Shape;4936;p45"/>
            <p:cNvSpPr/>
            <p:nvPr/>
          </p:nvSpPr>
          <p:spPr>
            <a:xfrm>
              <a:off x="1379879" y="1300123"/>
              <a:ext cx="237120" cy="356644"/>
            </a:xfrm>
            <a:custGeom>
              <a:rect b="b" l="l" r="r" t="t"/>
              <a:pathLst>
                <a:path extrusionOk="0" h="594407" w="395200">
                  <a:moveTo>
                    <a:pt x="382349" y="0"/>
                  </a:moveTo>
                  <a:lnTo>
                    <a:pt x="343793" y="19278"/>
                  </a:lnTo>
                  <a:cubicBezTo>
                    <a:pt x="131734" y="125308"/>
                    <a:pt x="0" y="340580"/>
                    <a:pt x="0" y="577539"/>
                  </a:cubicBezTo>
                  <a:lnTo>
                    <a:pt x="55424" y="594408"/>
                  </a:lnTo>
                  <a:cubicBezTo>
                    <a:pt x="121291" y="495607"/>
                    <a:pt x="242583" y="449019"/>
                    <a:pt x="357448" y="477936"/>
                  </a:cubicBezTo>
                  <a:lnTo>
                    <a:pt x="395201" y="487575"/>
                  </a:lnTo>
                  <a:lnTo>
                    <a:pt x="391988" y="413676"/>
                  </a:lnTo>
                  <a:cubicBezTo>
                    <a:pt x="342989" y="375923"/>
                    <a:pt x="311662" y="321301"/>
                    <a:pt x="306843" y="257844"/>
                  </a:cubicBezTo>
                  <a:cubicBezTo>
                    <a:pt x="302023" y="186355"/>
                    <a:pt x="331744" y="117275"/>
                    <a:pt x="387971" y="72293"/>
                  </a:cubicBezTo>
                  <a:lnTo>
                    <a:pt x="382349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7" name="Google Shape;4937;p45"/>
            <p:cNvSpPr/>
            <p:nvPr/>
          </p:nvSpPr>
          <p:spPr>
            <a:xfrm>
              <a:off x="1616731" y="1226949"/>
              <a:ext cx="239048" cy="389417"/>
            </a:xfrm>
            <a:custGeom>
              <a:rect b="b" l="l" r="r" t="t"/>
              <a:pathLst>
                <a:path extrusionOk="0" h="649028" w="398413">
                  <a:moveTo>
                    <a:pt x="14459" y="0"/>
                  </a:moveTo>
                  <a:lnTo>
                    <a:pt x="803" y="27311"/>
                  </a:lnTo>
                  <a:lnTo>
                    <a:pt x="803" y="76309"/>
                  </a:lnTo>
                  <a:lnTo>
                    <a:pt x="4820" y="81932"/>
                  </a:lnTo>
                  <a:cubicBezTo>
                    <a:pt x="110849" y="214469"/>
                    <a:pt x="106029" y="402430"/>
                    <a:pt x="0" y="530147"/>
                  </a:cubicBezTo>
                  <a:lnTo>
                    <a:pt x="0" y="608866"/>
                  </a:lnTo>
                  <a:lnTo>
                    <a:pt x="16065" y="604850"/>
                  </a:lnTo>
                  <a:cubicBezTo>
                    <a:pt x="121291" y="571917"/>
                    <a:pt x="236157" y="587178"/>
                    <a:pt x="328531" y="649029"/>
                  </a:cubicBezTo>
                  <a:lnTo>
                    <a:pt x="398414" y="620915"/>
                  </a:lnTo>
                  <a:cubicBezTo>
                    <a:pt x="398414" y="357448"/>
                    <a:pt x="249812" y="118078"/>
                    <a:pt x="14459" y="0"/>
                  </a:cubicBezTo>
                  <a:lnTo>
                    <a:pt x="14459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8" name="Google Shape;4938;p45"/>
            <p:cNvSpPr/>
            <p:nvPr/>
          </p:nvSpPr>
          <p:spPr>
            <a:xfrm>
              <a:off x="1598919" y="1232726"/>
              <a:ext cx="36628" cy="413515"/>
            </a:xfrm>
            <a:custGeom>
              <a:rect b="b" l="l" r="r" t="t"/>
              <a:pathLst>
                <a:path extrusionOk="0" h="689191" w="61047">
                  <a:moveTo>
                    <a:pt x="61047" y="75506"/>
                  </a:moveTo>
                  <a:lnTo>
                    <a:pt x="61047" y="689192"/>
                  </a:lnTo>
                  <a:lnTo>
                    <a:pt x="0" y="689192"/>
                  </a:lnTo>
                  <a:lnTo>
                    <a:pt x="0" y="0"/>
                  </a:lnTo>
                  <a:lnTo>
                    <a:pt x="30524" y="38556"/>
                  </a:lnTo>
                  <a:lnTo>
                    <a:pt x="61047" y="75506"/>
                  </a:lnTo>
                  <a:close/>
                </a:path>
              </a:pathLst>
            </a:custGeom>
            <a:solidFill>
              <a:srgbClr val="766E6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9" name="Google Shape;4939;p45"/>
            <p:cNvSpPr/>
            <p:nvPr/>
          </p:nvSpPr>
          <p:spPr>
            <a:xfrm>
              <a:off x="1617212" y="1255352"/>
              <a:ext cx="18314" cy="390863"/>
            </a:xfrm>
            <a:custGeom>
              <a:rect b="b" l="l" r="r" t="t"/>
              <a:pathLst>
                <a:path extrusionOk="0" h="651438" w="30523">
                  <a:moveTo>
                    <a:pt x="30524" y="37753"/>
                  </a:moveTo>
                  <a:lnTo>
                    <a:pt x="30524" y="651439"/>
                  </a:lnTo>
                  <a:lnTo>
                    <a:pt x="0" y="651439"/>
                  </a:lnTo>
                  <a:lnTo>
                    <a:pt x="0" y="0"/>
                  </a:lnTo>
                  <a:lnTo>
                    <a:pt x="30524" y="37753"/>
                  </a:lnTo>
                  <a:close/>
                </a:path>
              </a:pathLst>
            </a:custGeom>
            <a:solidFill>
              <a:srgbClr val="5B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0" name="Google Shape;4940;p45"/>
            <p:cNvSpPr/>
            <p:nvPr/>
          </p:nvSpPr>
          <p:spPr>
            <a:xfrm>
              <a:off x="1418873" y="1115744"/>
              <a:ext cx="216878" cy="162418"/>
            </a:xfrm>
            <a:custGeom>
              <a:rect b="b" l="l" r="r" t="t"/>
              <a:pathLst>
                <a:path extrusionOk="0" h="270696" w="361464">
                  <a:moveTo>
                    <a:pt x="300417" y="30524"/>
                  </a:moveTo>
                  <a:lnTo>
                    <a:pt x="0" y="180732"/>
                  </a:lnTo>
                  <a:lnTo>
                    <a:pt x="300417" y="255435"/>
                  </a:lnTo>
                  <a:lnTo>
                    <a:pt x="330940" y="263467"/>
                  </a:lnTo>
                  <a:lnTo>
                    <a:pt x="361464" y="270696"/>
                  </a:lnTo>
                  <a:lnTo>
                    <a:pt x="361464" y="0"/>
                  </a:lnTo>
                  <a:lnTo>
                    <a:pt x="300417" y="3052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1" name="Google Shape;4941;p45"/>
            <p:cNvSpPr/>
            <p:nvPr/>
          </p:nvSpPr>
          <p:spPr>
            <a:xfrm>
              <a:off x="1617212" y="1115744"/>
              <a:ext cx="18314" cy="162418"/>
            </a:xfrm>
            <a:custGeom>
              <a:rect b="b" l="l" r="r" t="t"/>
              <a:pathLst>
                <a:path extrusionOk="0" h="270696" w="30523">
                  <a:moveTo>
                    <a:pt x="30524" y="0"/>
                  </a:moveTo>
                  <a:lnTo>
                    <a:pt x="30524" y="270696"/>
                  </a:lnTo>
                  <a:lnTo>
                    <a:pt x="0" y="263467"/>
                  </a:lnTo>
                  <a:lnTo>
                    <a:pt x="0" y="15262"/>
                  </a:lnTo>
                  <a:lnTo>
                    <a:pt x="30524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2" name="Google Shape;4942;p45"/>
            <p:cNvSpPr/>
            <p:nvPr/>
          </p:nvSpPr>
          <p:spPr>
            <a:xfrm>
              <a:off x="1617212" y="1588967"/>
              <a:ext cx="311341" cy="149405"/>
            </a:xfrm>
            <a:custGeom>
              <a:rect b="b" l="l" r="r" t="t"/>
              <a:pathLst>
                <a:path extrusionOk="0" h="249008" w="518901">
                  <a:moveTo>
                    <a:pt x="518902" y="0"/>
                  </a:moveTo>
                  <a:lnTo>
                    <a:pt x="354235" y="249009"/>
                  </a:lnTo>
                  <a:lnTo>
                    <a:pt x="0" y="249009"/>
                  </a:lnTo>
                  <a:lnTo>
                    <a:pt x="0" y="33737"/>
                  </a:lnTo>
                  <a:lnTo>
                    <a:pt x="518902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3" name="Google Shape;4943;p45"/>
          <p:cNvGrpSpPr/>
          <p:nvPr/>
        </p:nvGrpSpPr>
        <p:grpSpPr>
          <a:xfrm>
            <a:off x="2235118" y="1234106"/>
            <a:ext cx="589533" cy="589533"/>
            <a:chOff x="2100064" y="1109967"/>
            <a:chExt cx="623646" cy="623646"/>
          </a:xfrm>
        </p:grpSpPr>
        <p:sp>
          <p:nvSpPr>
            <p:cNvPr id="4944" name="Google Shape;4944;p45"/>
            <p:cNvSpPr/>
            <p:nvPr/>
          </p:nvSpPr>
          <p:spPr>
            <a:xfrm>
              <a:off x="2100064" y="1109967"/>
              <a:ext cx="623646" cy="623646"/>
            </a:xfrm>
            <a:custGeom>
              <a:rect b="b" l="l" r="r" t="t"/>
              <a:pathLst>
                <a:path extrusionOk="0" h="1039410" w="1039410">
                  <a:moveTo>
                    <a:pt x="1039410" y="1039410"/>
                  </a:moveTo>
                  <a:lnTo>
                    <a:pt x="902857" y="1039410"/>
                  </a:lnTo>
                  <a:lnTo>
                    <a:pt x="519705" y="579146"/>
                  </a:lnTo>
                  <a:lnTo>
                    <a:pt x="136553" y="1039410"/>
                  </a:lnTo>
                  <a:lnTo>
                    <a:pt x="0" y="1039410"/>
                  </a:lnTo>
                  <a:lnTo>
                    <a:pt x="519705" y="0"/>
                  </a:lnTo>
                  <a:lnTo>
                    <a:pt x="1039410" y="103941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5" name="Google Shape;4945;p45"/>
            <p:cNvSpPr/>
            <p:nvPr/>
          </p:nvSpPr>
          <p:spPr>
            <a:xfrm>
              <a:off x="2411535" y="1110448"/>
              <a:ext cx="311823" cy="623164"/>
            </a:xfrm>
            <a:custGeom>
              <a:rect b="b" l="l" r="r" t="t"/>
              <a:pathLst>
                <a:path extrusionOk="0" h="1038606" w="519705">
                  <a:moveTo>
                    <a:pt x="519705" y="1038607"/>
                  </a:moveTo>
                  <a:lnTo>
                    <a:pt x="383152" y="1038607"/>
                  </a:lnTo>
                  <a:lnTo>
                    <a:pt x="0" y="578343"/>
                  </a:lnTo>
                  <a:lnTo>
                    <a:pt x="0" y="0"/>
                  </a:lnTo>
                  <a:lnTo>
                    <a:pt x="519705" y="103860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6" name="Google Shape;4946;p45"/>
            <p:cNvSpPr/>
            <p:nvPr/>
          </p:nvSpPr>
          <p:spPr>
            <a:xfrm>
              <a:off x="2181421" y="1273164"/>
              <a:ext cx="460264" cy="460264"/>
            </a:xfrm>
            <a:custGeom>
              <a:rect b="b" l="l" r="r" t="t"/>
              <a:pathLst>
                <a:path extrusionOk="0" h="767107" w="767107">
                  <a:moveTo>
                    <a:pt x="767107" y="767107"/>
                  </a:moveTo>
                  <a:lnTo>
                    <a:pt x="535770" y="767107"/>
                  </a:lnTo>
                  <a:lnTo>
                    <a:pt x="474723" y="706060"/>
                  </a:lnTo>
                  <a:lnTo>
                    <a:pt x="292384" y="706060"/>
                  </a:lnTo>
                  <a:lnTo>
                    <a:pt x="231337" y="767107"/>
                  </a:lnTo>
                  <a:lnTo>
                    <a:pt x="0" y="767107"/>
                  </a:lnTo>
                  <a:lnTo>
                    <a:pt x="383152" y="0"/>
                  </a:lnTo>
                  <a:lnTo>
                    <a:pt x="767107" y="76710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7" name="Google Shape;4947;p45"/>
            <p:cNvSpPr/>
            <p:nvPr/>
          </p:nvSpPr>
          <p:spPr>
            <a:xfrm>
              <a:off x="2411053" y="1273164"/>
              <a:ext cx="230373" cy="460264"/>
            </a:xfrm>
            <a:custGeom>
              <a:rect b="b" l="l" r="r" t="t"/>
              <a:pathLst>
                <a:path extrusionOk="0" h="767107" w="383955">
                  <a:moveTo>
                    <a:pt x="383955" y="767107"/>
                  </a:moveTo>
                  <a:lnTo>
                    <a:pt x="152618" y="767107"/>
                  </a:lnTo>
                  <a:lnTo>
                    <a:pt x="91571" y="706060"/>
                  </a:lnTo>
                  <a:lnTo>
                    <a:pt x="0" y="706060"/>
                  </a:lnTo>
                  <a:lnTo>
                    <a:pt x="0" y="0"/>
                  </a:lnTo>
                  <a:lnTo>
                    <a:pt x="383955" y="76710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8" name="Google Shape;4948;p45"/>
            <p:cNvSpPr/>
            <p:nvPr/>
          </p:nvSpPr>
          <p:spPr>
            <a:xfrm>
              <a:off x="2319585" y="1549010"/>
              <a:ext cx="183142" cy="184105"/>
            </a:xfrm>
            <a:custGeom>
              <a:rect b="b" l="l" r="r" t="t"/>
              <a:pathLst>
                <a:path extrusionOk="0" h="306842" w="305236">
                  <a:moveTo>
                    <a:pt x="305236" y="0"/>
                  </a:moveTo>
                  <a:lnTo>
                    <a:pt x="305236" y="306843"/>
                  </a:lnTo>
                  <a:lnTo>
                    <a:pt x="244189" y="306843"/>
                  </a:lnTo>
                  <a:lnTo>
                    <a:pt x="213666" y="245796"/>
                  </a:lnTo>
                  <a:lnTo>
                    <a:pt x="183142" y="306843"/>
                  </a:lnTo>
                  <a:lnTo>
                    <a:pt x="122095" y="306843"/>
                  </a:lnTo>
                  <a:lnTo>
                    <a:pt x="91571" y="245796"/>
                  </a:lnTo>
                  <a:lnTo>
                    <a:pt x="61047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305236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9" name="Google Shape;4949;p45"/>
            <p:cNvSpPr/>
            <p:nvPr/>
          </p:nvSpPr>
          <p:spPr>
            <a:xfrm>
              <a:off x="2411053" y="1549010"/>
              <a:ext cx="91571" cy="184105"/>
            </a:xfrm>
            <a:custGeom>
              <a:rect b="b" l="l" r="r" t="t"/>
              <a:pathLst>
                <a:path extrusionOk="0" h="306842" w="152618">
                  <a:moveTo>
                    <a:pt x="152618" y="0"/>
                  </a:moveTo>
                  <a:lnTo>
                    <a:pt x="152618" y="306843"/>
                  </a:lnTo>
                  <a:lnTo>
                    <a:pt x="91571" y="306843"/>
                  </a:lnTo>
                  <a:lnTo>
                    <a:pt x="61047" y="245796"/>
                  </a:lnTo>
                  <a:lnTo>
                    <a:pt x="30524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0" name="Google Shape;4950;p45"/>
            <p:cNvSpPr/>
            <p:nvPr/>
          </p:nvSpPr>
          <p:spPr>
            <a:xfrm>
              <a:off x="2356654" y="1585597"/>
              <a:ext cx="36628" cy="147477"/>
            </a:xfrm>
            <a:custGeom>
              <a:rect b="b" l="l" r="r" t="t"/>
              <a:pathLst>
                <a:path extrusionOk="0" h="245795" w="61047">
                  <a:moveTo>
                    <a:pt x="0" y="0"/>
                  </a:moveTo>
                  <a:lnTo>
                    <a:pt x="61047" y="0"/>
                  </a:lnTo>
                  <a:lnTo>
                    <a:pt x="61047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1" name="Google Shape;4951;p45"/>
            <p:cNvSpPr/>
            <p:nvPr/>
          </p:nvSpPr>
          <p:spPr>
            <a:xfrm>
              <a:off x="2429828" y="1585597"/>
              <a:ext cx="36628" cy="147477"/>
            </a:xfrm>
            <a:custGeom>
              <a:rect b="b" l="l" r="r" t="t"/>
              <a:pathLst>
                <a:path extrusionOk="0" h="245795" w="61047">
                  <a:moveTo>
                    <a:pt x="0" y="0"/>
                  </a:moveTo>
                  <a:lnTo>
                    <a:pt x="61047" y="0"/>
                  </a:lnTo>
                  <a:lnTo>
                    <a:pt x="61047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2" name="Google Shape;4952;p45"/>
            <p:cNvSpPr/>
            <p:nvPr/>
          </p:nvSpPr>
          <p:spPr>
            <a:xfrm>
              <a:off x="2393241" y="1439731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30524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30524" y="61047"/>
                  </a:lnTo>
                  <a:lnTo>
                    <a:pt x="61047" y="61047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3" name="Google Shape;4953;p45"/>
          <p:cNvGrpSpPr/>
          <p:nvPr/>
        </p:nvGrpSpPr>
        <p:grpSpPr>
          <a:xfrm>
            <a:off x="6246142" y="1234875"/>
            <a:ext cx="517610" cy="588764"/>
            <a:chOff x="6343186" y="1088304"/>
            <a:chExt cx="547561" cy="622833"/>
          </a:xfrm>
        </p:grpSpPr>
        <p:sp>
          <p:nvSpPr>
            <p:cNvPr id="4954" name="Google Shape;4954;p45"/>
            <p:cNvSpPr/>
            <p:nvPr/>
          </p:nvSpPr>
          <p:spPr>
            <a:xfrm>
              <a:off x="6343186" y="1088304"/>
              <a:ext cx="182660" cy="413033"/>
            </a:xfrm>
            <a:custGeom>
              <a:rect b="b" l="l" r="r" t="t"/>
              <a:pathLst>
                <a:path extrusionOk="0" h="688388" w="304433">
                  <a:moveTo>
                    <a:pt x="183142" y="0"/>
                  </a:moveTo>
                  <a:lnTo>
                    <a:pt x="47392" y="248205"/>
                  </a:lnTo>
                  <a:cubicBezTo>
                    <a:pt x="16869" y="299614"/>
                    <a:pt x="0" y="358251"/>
                    <a:pt x="0" y="418495"/>
                  </a:cubicBezTo>
                  <a:cubicBezTo>
                    <a:pt x="0" y="526131"/>
                    <a:pt x="52211" y="627341"/>
                    <a:pt x="140569" y="688388"/>
                  </a:cubicBezTo>
                  <a:lnTo>
                    <a:pt x="297204" y="638587"/>
                  </a:lnTo>
                  <a:lnTo>
                    <a:pt x="304433" y="140569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5" name="Google Shape;4955;p45"/>
            <p:cNvSpPr/>
            <p:nvPr/>
          </p:nvSpPr>
          <p:spPr>
            <a:xfrm>
              <a:off x="6712426" y="1088304"/>
              <a:ext cx="178322" cy="413033"/>
            </a:xfrm>
            <a:custGeom>
              <a:rect b="b" l="l" r="r" t="t"/>
              <a:pathLst>
                <a:path extrusionOk="0" h="688388" w="297203">
                  <a:moveTo>
                    <a:pt x="250615" y="248205"/>
                  </a:moveTo>
                  <a:lnTo>
                    <a:pt x="114865" y="0"/>
                  </a:lnTo>
                  <a:lnTo>
                    <a:pt x="53818" y="140569"/>
                  </a:lnTo>
                  <a:lnTo>
                    <a:pt x="0" y="638587"/>
                  </a:lnTo>
                  <a:lnTo>
                    <a:pt x="156634" y="688388"/>
                  </a:lnTo>
                  <a:cubicBezTo>
                    <a:pt x="244189" y="626538"/>
                    <a:pt x="297204" y="525328"/>
                    <a:pt x="297204" y="418495"/>
                  </a:cubicBezTo>
                  <a:cubicBezTo>
                    <a:pt x="297204" y="358251"/>
                    <a:pt x="281139" y="299614"/>
                    <a:pt x="250615" y="248205"/>
                  </a:cubicBezTo>
                  <a:lnTo>
                    <a:pt x="250615" y="24820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6" name="Google Shape;4956;p45"/>
            <p:cNvSpPr/>
            <p:nvPr/>
          </p:nvSpPr>
          <p:spPr>
            <a:xfrm>
              <a:off x="6489053" y="1088304"/>
              <a:ext cx="255916" cy="219288"/>
            </a:xfrm>
            <a:custGeom>
              <a:rect b="b" l="l" r="r" t="t"/>
              <a:pathLst>
                <a:path extrusionOk="0" h="365480" w="426527">
                  <a:moveTo>
                    <a:pt x="426527" y="56228"/>
                  </a:moveTo>
                  <a:lnTo>
                    <a:pt x="426527" y="365480"/>
                  </a:lnTo>
                  <a:lnTo>
                    <a:pt x="0" y="365480"/>
                  </a:lnTo>
                  <a:lnTo>
                    <a:pt x="0" y="59441"/>
                  </a:lnTo>
                  <a:lnTo>
                    <a:pt x="61047" y="0"/>
                  </a:lnTo>
                  <a:lnTo>
                    <a:pt x="91571" y="0"/>
                  </a:lnTo>
                  <a:cubicBezTo>
                    <a:pt x="140569" y="0"/>
                    <a:pt x="184748" y="24098"/>
                    <a:pt x="212862" y="61047"/>
                  </a:cubicBezTo>
                  <a:lnTo>
                    <a:pt x="214468" y="61047"/>
                  </a:lnTo>
                  <a:cubicBezTo>
                    <a:pt x="242582" y="24901"/>
                    <a:pt x="285958" y="0"/>
                    <a:pt x="335760" y="0"/>
                  </a:cubicBezTo>
                  <a:lnTo>
                    <a:pt x="366283" y="0"/>
                  </a:lnTo>
                  <a:lnTo>
                    <a:pt x="426527" y="56228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7" name="Google Shape;4957;p45"/>
            <p:cNvSpPr/>
            <p:nvPr/>
          </p:nvSpPr>
          <p:spPr>
            <a:xfrm>
              <a:off x="6617107" y="1088304"/>
              <a:ext cx="128199" cy="219288"/>
            </a:xfrm>
            <a:custGeom>
              <a:rect b="b" l="l" r="r" t="t"/>
              <a:pathLst>
                <a:path extrusionOk="0" h="365480" w="213665">
                  <a:moveTo>
                    <a:pt x="212862" y="365480"/>
                  </a:moveTo>
                  <a:lnTo>
                    <a:pt x="0" y="365480"/>
                  </a:lnTo>
                  <a:lnTo>
                    <a:pt x="0" y="61047"/>
                  </a:lnTo>
                  <a:lnTo>
                    <a:pt x="803" y="61047"/>
                  </a:lnTo>
                  <a:cubicBezTo>
                    <a:pt x="28917" y="24901"/>
                    <a:pt x="72293" y="0"/>
                    <a:pt x="122095" y="0"/>
                  </a:cubicBezTo>
                  <a:lnTo>
                    <a:pt x="152618" y="0"/>
                  </a:lnTo>
                  <a:lnTo>
                    <a:pt x="213665" y="56228"/>
                  </a:lnTo>
                  <a:lnTo>
                    <a:pt x="213665" y="36548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8" name="Google Shape;4958;p45"/>
            <p:cNvSpPr/>
            <p:nvPr/>
          </p:nvSpPr>
          <p:spPr>
            <a:xfrm>
              <a:off x="6407109" y="1380036"/>
              <a:ext cx="420493" cy="331101"/>
            </a:xfrm>
            <a:custGeom>
              <a:rect b="b" l="l" r="r" t="t"/>
              <a:pathLst>
                <a:path extrusionOk="0" h="551835" w="700821">
                  <a:moveTo>
                    <a:pt x="684547" y="527738"/>
                  </a:moveTo>
                  <a:lnTo>
                    <a:pt x="679727" y="551835"/>
                  </a:lnTo>
                  <a:lnTo>
                    <a:pt x="21060" y="551835"/>
                  </a:lnTo>
                  <a:lnTo>
                    <a:pt x="16240" y="527738"/>
                  </a:lnTo>
                  <a:cubicBezTo>
                    <a:pt x="-15087" y="371103"/>
                    <a:pt x="-628" y="208043"/>
                    <a:pt x="55600" y="61047"/>
                  </a:cubicBezTo>
                  <a:lnTo>
                    <a:pt x="137531" y="0"/>
                  </a:lnTo>
                  <a:lnTo>
                    <a:pt x="564059" y="0"/>
                  </a:lnTo>
                  <a:lnTo>
                    <a:pt x="645991" y="61047"/>
                  </a:lnTo>
                  <a:cubicBezTo>
                    <a:pt x="701416" y="208043"/>
                    <a:pt x="715874" y="371103"/>
                    <a:pt x="684547" y="527738"/>
                  </a:cubicBezTo>
                  <a:lnTo>
                    <a:pt x="684547" y="52773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9" name="Google Shape;4959;p45"/>
            <p:cNvSpPr/>
            <p:nvPr/>
          </p:nvSpPr>
          <p:spPr>
            <a:xfrm>
              <a:off x="6617107" y="1380036"/>
              <a:ext cx="210236" cy="331101"/>
            </a:xfrm>
            <a:custGeom>
              <a:rect b="b" l="l" r="r" t="t"/>
              <a:pathLst>
                <a:path extrusionOk="0" h="551835" w="350393">
                  <a:moveTo>
                    <a:pt x="334153" y="527738"/>
                  </a:moveTo>
                  <a:lnTo>
                    <a:pt x="329334" y="551835"/>
                  </a:lnTo>
                  <a:lnTo>
                    <a:pt x="0" y="551835"/>
                  </a:lnTo>
                  <a:lnTo>
                    <a:pt x="0" y="0"/>
                  </a:lnTo>
                  <a:lnTo>
                    <a:pt x="212862" y="0"/>
                  </a:lnTo>
                  <a:lnTo>
                    <a:pt x="294795" y="61047"/>
                  </a:lnTo>
                  <a:cubicBezTo>
                    <a:pt x="351022" y="208043"/>
                    <a:pt x="365480" y="371103"/>
                    <a:pt x="334153" y="527738"/>
                  </a:cubicBezTo>
                  <a:lnTo>
                    <a:pt x="334153" y="52773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0" name="Google Shape;4960;p45"/>
            <p:cNvSpPr/>
            <p:nvPr/>
          </p:nvSpPr>
          <p:spPr>
            <a:xfrm>
              <a:off x="6479281" y="1389664"/>
              <a:ext cx="275129" cy="248687"/>
            </a:xfrm>
            <a:custGeom>
              <a:rect b="b" l="l" r="r" t="t"/>
              <a:pathLst>
                <a:path extrusionOk="0" h="414478" w="458548">
                  <a:moveTo>
                    <a:pt x="457290" y="385562"/>
                  </a:moveTo>
                  <a:lnTo>
                    <a:pt x="455683" y="414479"/>
                  </a:lnTo>
                  <a:lnTo>
                    <a:pt x="2649" y="414479"/>
                  </a:lnTo>
                  <a:lnTo>
                    <a:pt x="1042" y="385562"/>
                  </a:lnTo>
                  <a:cubicBezTo>
                    <a:pt x="-6188" y="252222"/>
                    <a:pt x="24336" y="116472"/>
                    <a:pt x="88597" y="0"/>
                  </a:cubicBezTo>
                  <a:lnTo>
                    <a:pt x="368932" y="0"/>
                  </a:lnTo>
                  <a:cubicBezTo>
                    <a:pt x="434799" y="117275"/>
                    <a:pt x="465323" y="252222"/>
                    <a:pt x="457290" y="385562"/>
                  </a:cubicBezTo>
                  <a:lnTo>
                    <a:pt x="457290" y="38556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1" name="Google Shape;4961;p45"/>
            <p:cNvSpPr/>
            <p:nvPr/>
          </p:nvSpPr>
          <p:spPr>
            <a:xfrm>
              <a:off x="6616625" y="1389664"/>
              <a:ext cx="137500" cy="248687"/>
            </a:xfrm>
            <a:custGeom>
              <a:rect b="b" l="l" r="r" t="t"/>
              <a:pathLst>
                <a:path extrusionOk="0" h="414478" w="229166">
                  <a:moveTo>
                    <a:pt x="140569" y="0"/>
                  </a:moveTo>
                  <a:cubicBezTo>
                    <a:pt x="204830" y="117275"/>
                    <a:pt x="235354" y="252222"/>
                    <a:pt x="228124" y="385562"/>
                  </a:cubicBezTo>
                  <a:lnTo>
                    <a:pt x="226517" y="414479"/>
                  </a:lnTo>
                  <a:lnTo>
                    <a:pt x="0" y="414479"/>
                  </a:lnTo>
                  <a:lnTo>
                    <a:pt x="0" y="0"/>
                  </a:lnTo>
                  <a:lnTo>
                    <a:pt x="140569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2" name="Google Shape;4962;p45"/>
            <p:cNvSpPr/>
            <p:nvPr/>
          </p:nvSpPr>
          <p:spPr>
            <a:xfrm>
              <a:off x="6452466" y="1088304"/>
              <a:ext cx="329173" cy="292063"/>
            </a:xfrm>
            <a:custGeom>
              <a:rect b="b" l="l" r="r" t="t"/>
              <a:pathLst>
                <a:path extrusionOk="0" h="486771" w="548621">
                  <a:moveTo>
                    <a:pt x="548622" y="0"/>
                  </a:moveTo>
                  <a:lnTo>
                    <a:pt x="548622" y="281139"/>
                  </a:lnTo>
                  <a:cubicBezTo>
                    <a:pt x="548622" y="281139"/>
                    <a:pt x="509263" y="423315"/>
                    <a:pt x="510869" y="425724"/>
                  </a:cubicBezTo>
                  <a:lnTo>
                    <a:pt x="426527" y="486772"/>
                  </a:lnTo>
                  <a:lnTo>
                    <a:pt x="122094" y="486772"/>
                  </a:lnTo>
                  <a:lnTo>
                    <a:pt x="37753" y="425724"/>
                  </a:lnTo>
                  <a:cubicBezTo>
                    <a:pt x="39360" y="423315"/>
                    <a:pt x="0" y="281139"/>
                    <a:pt x="0" y="281139"/>
                  </a:cubicBezTo>
                  <a:lnTo>
                    <a:pt x="0" y="0"/>
                  </a:lnTo>
                  <a:lnTo>
                    <a:pt x="122094" y="0"/>
                  </a:lnTo>
                  <a:lnTo>
                    <a:pt x="122094" y="151815"/>
                  </a:lnTo>
                  <a:cubicBezTo>
                    <a:pt x="122094" y="236157"/>
                    <a:pt x="190371" y="303630"/>
                    <a:pt x="273909" y="303630"/>
                  </a:cubicBezTo>
                  <a:cubicBezTo>
                    <a:pt x="357448" y="303630"/>
                    <a:pt x="425724" y="235353"/>
                    <a:pt x="425724" y="151815"/>
                  </a:cubicBezTo>
                  <a:lnTo>
                    <a:pt x="425724" y="0"/>
                  </a:lnTo>
                  <a:lnTo>
                    <a:pt x="548622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3" name="Google Shape;4963;p45"/>
            <p:cNvSpPr/>
            <p:nvPr/>
          </p:nvSpPr>
          <p:spPr>
            <a:xfrm>
              <a:off x="6617107" y="1088304"/>
              <a:ext cx="164345" cy="292063"/>
            </a:xfrm>
            <a:custGeom>
              <a:rect b="b" l="l" r="r" t="t"/>
              <a:pathLst>
                <a:path extrusionOk="0" h="486771" w="273909">
                  <a:moveTo>
                    <a:pt x="273909" y="0"/>
                  </a:moveTo>
                  <a:lnTo>
                    <a:pt x="273909" y="281139"/>
                  </a:lnTo>
                  <a:cubicBezTo>
                    <a:pt x="273909" y="281139"/>
                    <a:pt x="234551" y="423315"/>
                    <a:pt x="236157" y="425724"/>
                  </a:cubicBezTo>
                  <a:lnTo>
                    <a:pt x="151815" y="486772"/>
                  </a:lnTo>
                  <a:lnTo>
                    <a:pt x="0" y="486772"/>
                  </a:lnTo>
                  <a:lnTo>
                    <a:pt x="0" y="304433"/>
                  </a:lnTo>
                  <a:cubicBezTo>
                    <a:pt x="84342" y="304433"/>
                    <a:pt x="151815" y="236157"/>
                    <a:pt x="151815" y="152618"/>
                  </a:cubicBezTo>
                  <a:lnTo>
                    <a:pt x="151815" y="0"/>
                  </a:lnTo>
                  <a:lnTo>
                    <a:pt x="273909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4" name="Google Shape;4964;p45"/>
            <p:cNvSpPr/>
            <p:nvPr/>
          </p:nvSpPr>
          <p:spPr>
            <a:xfrm>
              <a:off x="6440431" y="1343449"/>
              <a:ext cx="353753" cy="73256"/>
            </a:xfrm>
            <a:custGeom>
              <a:rect b="b" l="l" r="r" t="t"/>
              <a:pathLst>
                <a:path extrusionOk="0" h="122094" w="589588">
                  <a:moveTo>
                    <a:pt x="589588" y="122095"/>
                  </a:moveTo>
                  <a:lnTo>
                    <a:pt x="0" y="122095"/>
                  </a:lnTo>
                  <a:cubicBezTo>
                    <a:pt x="16065" y="80325"/>
                    <a:pt x="36146" y="39359"/>
                    <a:pt x="58637" y="0"/>
                  </a:cubicBezTo>
                  <a:lnTo>
                    <a:pt x="530950" y="0"/>
                  </a:lnTo>
                  <a:cubicBezTo>
                    <a:pt x="553442" y="39359"/>
                    <a:pt x="572719" y="80325"/>
                    <a:pt x="589588" y="122095"/>
                  </a:cubicBezTo>
                  <a:lnTo>
                    <a:pt x="589588" y="12209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5" name="Google Shape;4965;p45"/>
            <p:cNvSpPr/>
            <p:nvPr/>
          </p:nvSpPr>
          <p:spPr>
            <a:xfrm>
              <a:off x="6617107" y="1343931"/>
              <a:ext cx="176876" cy="72775"/>
            </a:xfrm>
            <a:custGeom>
              <a:rect b="b" l="l" r="r" t="t"/>
              <a:pathLst>
                <a:path extrusionOk="0" h="121291" w="294794">
                  <a:moveTo>
                    <a:pt x="294795" y="121291"/>
                  </a:moveTo>
                  <a:lnTo>
                    <a:pt x="0" y="121291"/>
                  </a:lnTo>
                  <a:lnTo>
                    <a:pt x="0" y="0"/>
                  </a:lnTo>
                  <a:lnTo>
                    <a:pt x="236157" y="0"/>
                  </a:lnTo>
                  <a:cubicBezTo>
                    <a:pt x="258648" y="38556"/>
                    <a:pt x="277926" y="79522"/>
                    <a:pt x="294795" y="121291"/>
                  </a:cubicBezTo>
                  <a:lnTo>
                    <a:pt x="294795" y="12129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6" name="Google Shape;4966;p45"/>
          <p:cNvGrpSpPr/>
          <p:nvPr/>
        </p:nvGrpSpPr>
        <p:grpSpPr>
          <a:xfrm>
            <a:off x="3907515" y="1234836"/>
            <a:ext cx="310496" cy="588802"/>
            <a:chOff x="3869235" y="1128261"/>
            <a:chExt cx="328463" cy="622873"/>
          </a:xfrm>
        </p:grpSpPr>
        <p:sp>
          <p:nvSpPr>
            <p:cNvPr id="4967" name="Google Shape;4967;p45"/>
            <p:cNvSpPr/>
            <p:nvPr/>
          </p:nvSpPr>
          <p:spPr>
            <a:xfrm>
              <a:off x="3878038" y="1384369"/>
              <a:ext cx="310239" cy="366765"/>
            </a:xfrm>
            <a:custGeom>
              <a:rect b="b" l="l" r="r" t="t"/>
              <a:pathLst>
                <a:path extrusionOk="0" h="611275" w="517065">
                  <a:moveTo>
                    <a:pt x="517065" y="244189"/>
                  </a:moveTo>
                  <a:cubicBezTo>
                    <a:pt x="516262" y="260254"/>
                    <a:pt x="516262" y="275516"/>
                    <a:pt x="513852" y="291581"/>
                  </a:cubicBezTo>
                  <a:lnTo>
                    <a:pt x="468067" y="611276"/>
                  </a:lnTo>
                  <a:lnTo>
                    <a:pt x="289745" y="611276"/>
                  </a:lnTo>
                  <a:lnTo>
                    <a:pt x="289745" y="244189"/>
                  </a:lnTo>
                  <a:lnTo>
                    <a:pt x="228697" y="244189"/>
                  </a:lnTo>
                  <a:lnTo>
                    <a:pt x="228697" y="611276"/>
                  </a:lnTo>
                  <a:lnTo>
                    <a:pt x="50375" y="611276"/>
                  </a:lnTo>
                  <a:lnTo>
                    <a:pt x="4590" y="291581"/>
                  </a:lnTo>
                  <a:cubicBezTo>
                    <a:pt x="-6656" y="213665"/>
                    <a:pt x="2983" y="134947"/>
                    <a:pt x="31097" y="61047"/>
                  </a:cubicBezTo>
                  <a:lnTo>
                    <a:pt x="258418" y="17672"/>
                  </a:lnTo>
                  <a:lnTo>
                    <a:pt x="349989" y="0"/>
                  </a:lnTo>
                  <a:lnTo>
                    <a:pt x="517065" y="24418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8" name="Google Shape;4968;p45"/>
            <p:cNvSpPr/>
            <p:nvPr/>
          </p:nvSpPr>
          <p:spPr>
            <a:xfrm>
              <a:off x="4033395" y="1384850"/>
              <a:ext cx="154706" cy="366283"/>
            </a:xfrm>
            <a:custGeom>
              <a:rect b="b" l="l" r="r" t="t"/>
              <a:pathLst>
                <a:path extrusionOk="0" h="610472" w="257844">
                  <a:moveTo>
                    <a:pt x="257844" y="243386"/>
                  </a:moveTo>
                  <a:cubicBezTo>
                    <a:pt x="257041" y="259451"/>
                    <a:pt x="257041" y="274713"/>
                    <a:pt x="254631" y="290778"/>
                  </a:cubicBezTo>
                  <a:lnTo>
                    <a:pt x="208846" y="610473"/>
                  </a:lnTo>
                  <a:lnTo>
                    <a:pt x="30524" y="610473"/>
                  </a:lnTo>
                  <a:lnTo>
                    <a:pt x="30524" y="243386"/>
                  </a:lnTo>
                  <a:lnTo>
                    <a:pt x="0" y="243386"/>
                  </a:lnTo>
                  <a:lnTo>
                    <a:pt x="0" y="17672"/>
                  </a:lnTo>
                  <a:lnTo>
                    <a:pt x="91571" y="0"/>
                  </a:lnTo>
                  <a:lnTo>
                    <a:pt x="257844" y="24338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9" name="Google Shape;4969;p45"/>
            <p:cNvSpPr/>
            <p:nvPr/>
          </p:nvSpPr>
          <p:spPr>
            <a:xfrm>
              <a:off x="3905822" y="1128261"/>
              <a:ext cx="255916" cy="256880"/>
            </a:xfrm>
            <a:custGeom>
              <a:rect b="b" l="l" r="r" t="t"/>
              <a:pathLst>
                <a:path extrusionOk="0" h="428134" w="426527">
                  <a:moveTo>
                    <a:pt x="426527" y="365480"/>
                  </a:moveTo>
                  <a:lnTo>
                    <a:pt x="426527" y="367087"/>
                  </a:lnTo>
                  <a:lnTo>
                    <a:pt x="334956" y="428134"/>
                  </a:lnTo>
                  <a:lnTo>
                    <a:pt x="91571" y="428134"/>
                  </a:lnTo>
                  <a:lnTo>
                    <a:pt x="0" y="367087"/>
                  </a:lnTo>
                  <a:lnTo>
                    <a:pt x="0" y="364677"/>
                  </a:lnTo>
                  <a:lnTo>
                    <a:pt x="18475" y="356645"/>
                  </a:lnTo>
                  <a:cubicBezTo>
                    <a:pt x="69883" y="334153"/>
                    <a:pt x="97997" y="279532"/>
                    <a:pt x="86751" y="224911"/>
                  </a:cubicBezTo>
                  <a:lnTo>
                    <a:pt x="91571" y="62654"/>
                  </a:lnTo>
                  <a:lnTo>
                    <a:pt x="152618" y="0"/>
                  </a:lnTo>
                  <a:lnTo>
                    <a:pt x="183142" y="30524"/>
                  </a:lnTo>
                  <a:lnTo>
                    <a:pt x="213665" y="104423"/>
                  </a:lnTo>
                  <a:lnTo>
                    <a:pt x="244189" y="30524"/>
                  </a:lnTo>
                  <a:lnTo>
                    <a:pt x="274712" y="0"/>
                  </a:lnTo>
                  <a:lnTo>
                    <a:pt x="335760" y="62654"/>
                  </a:lnTo>
                  <a:lnTo>
                    <a:pt x="340579" y="224911"/>
                  </a:lnTo>
                  <a:cubicBezTo>
                    <a:pt x="329334" y="279532"/>
                    <a:pt x="357448" y="334153"/>
                    <a:pt x="409659" y="357448"/>
                  </a:cubicBezTo>
                  <a:lnTo>
                    <a:pt x="426527" y="36548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0" name="Google Shape;4970;p45"/>
            <p:cNvSpPr/>
            <p:nvPr/>
          </p:nvSpPr>
          <p:spPr>
            <a:xfrm>
              <a:off x="4033395" y="1128261"/>
              <a:ext cx="128199" cy="256880"/>
            </a:xfrm>
            <a:custGeom>
              <a:rect b="b" l="l" r="r" t="t"/>
              <a:pathLst>
                <a:path extrusionOk="0" h="428134" w="213665">
                  <a:moveTo>
                    <a:pt x="213665" y="365480"/>
                  </a:moveTo>
                  <a:lnTo>
                    <a:pt x="213665" y="367087"/>
                  </a:lnTo>
                  <a:lnTo>
                    <a:pt x="122094" y="428134"/>
                  </a:lnTo>
                  <a:lnTo>
                    <a:pt x="0" y="428134"/>
                  </a:lnTo>
                  <a:lnTo>
                    <a:pt x="0" y="104423"/>
                  </a:lnTo>
                  <a:lnTo>
                    <a:pt x="30524" y="30524"/>
                  </a:lnTo>
                  <a:lnTo>
                    <a:pt x="61047" y="0"/>
                  </a:lnTo>
                  <a:lnTo>
                    <a:pt x="122094" y="62654"/>
                  </a:lnTo>
                  <a:lnTo>
                    <a:pt x="126914" y="224911"/>
                  </a:lnTo>
                  <a:cubicBezTo>
                    <a:pt x="115668" y="279532"/>
                    <a:pt x="143782" y="334153"/>
                    <a:pt x="195994" y="357448"/>
                  </a:cubicBezTo>
                  <a:lnTo>
                    <a:pt x="213665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1" name="Google Shape;4971;p45"/>
            <p:cNvSpPr/>
            <p:nvPr/>
          </p:nvSpPr>
          <p:spPr>
            <a:xfrm>
              <a:off x="3897157" y="1348263"/>
              <a:ext cx="291373" cy="182660"/>
            </a:xfrm>
            <a:custGeom>
              <a:rect b="b" l="l" r="r" t="t"/>
              <a:pathLst>
                <a:path extrusionOk="0" h="304433" w="485621">
                  <a:moveTo>
                    <a:pt x="257845" y="304433"/>
                  </a:moveTo>
                  <a:lnTo>
                    <a:pt x="257845" y="122095"/>
                  </a:lnTo>
                  <a:lnTo>
                    <a:pt x="0" y="122095"/>
                  </a:lnTo>
                  <a:cubicBezTo>
                    <a:pt x="4820" y="109242"/>
                    <a:pt x="8836" y="96390"/>
                    <a:pt x="14459" y="84342"/>
                  </a:cubicBezTo>
                  <a:lnTo>
                    <a:pt x="14459" y="0"/>
                  </a:lnTo>
                  <a:lnTo>
                    <a:pt x="440986" y="0"/>
                  </a:lnTo>
                  <a:lnTo>
                    <a:pt x="440986" y="84342"/>
                  </a:lnTo>
                  <a:cubicBezTo>
                    <a:pt x="474723" y="153421"/>
                    <a:pt x="488379" y="228927"/>
                    <a:pt x="485165" y="304433"/>
                  </a:cubicBezTo>
                  <a:lnTo>
                    <a:pt x="257845" y="30443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2" name="Google Shape;4972;p45"/>
            <p:cNvSpPr/>
            <p:nvPr/>
          </p:nvSpPr>
          <p:spPr>
            <a:xfrm>
              <a:off x="4033395" y="1348263"/>
              <a:ext cx="154980" cy="182660"/>
            </a:xfrm>
            <a:custGeom>
              <a:rect b="b" l="l" r="r" t="t"/>
              <a:pathLst>
                <a:path extrusionOk="0" h="304433" w="258300">
                  <a:moveTo>
                    <a:pt x="30524" y="304433"/>
                  </a:moveTo>
                  <a:lnTo>
                    <a:pt x="30524" y="122095"/>
                  </a:lnTo>
                  <a:lnTo>
                    <a:pt x="0" y="122095"/>
                  </a:lnTo>
                  <a:lnTo>
                    <a:pt x="0" y="0"/>
                  </a:lnTo>
                  <a:lnTo>
                    <a:pt x="213665" y="0"/>
                  </a:lnTo>
                  <a:lnTo>
                    <a:pt x="213665" y="84342"/>
                  </a:lnTo>
                  <a:cubicBezTo>
                    <a:pt x="247402" y="153421"/>
                    <a:pt x="261057" y="228927"/>
                    <a:pt x="257844" y="304433"/>
                  </a:cubicBezTo>
                  <a:lnTo>
                    <a:pt x="30524" y="30443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3" name="Google Shape;4973;p45"/>
            <p:cNvSpPr/>
            <p:nvPr/>
          </p:nvSpPr>
          <p:spPr>
            <a:xfrm>
              <a:off x="3869235" y="1165810"/>
              <a:ext cx="125923" cy="219288"/>
            </a:xfrm>
            <a:custGeom>
              <a:rect b="b" l="l" r="r" t="t"/>
              <a:pathLst>
                <a:path extrusionOk="0" h="365480" w="209871">
                  <a:moveTo>
                    <a:pt x="30524" y="365480"/>
                  </a:moveTo>
                  <a:lnTo>
                    <a:pt x="0" y="365480"/>
                  </a:lnTo>
                  <a:lnTo>
                    <a:pt x="0" y="0"/>
                  </a:lnTo>
                  <a:lnTo>
                    <a:pt x="151815" y="0"/>
                  </a:lnTo>
                  <a:lnTo>
                    <a:pt x="206436" y="149405"/>
                  </a:lnTo>
                  <a:cubicBezTo>
                    <a:pt x="216878" y="202420"/>
                    <a:pt x="203223" y="257041"/>
                    <a:pt x="169487" y="298810"/>
                  </a:cubicBezTo>
                  <a:cubicBezTo>
                    <a:pt x="135750" y="341383"/>
                    <a:pt x="85145" y="365480"/>
                    <a:pt x="30524" y="365480"/>
                  </a:cubicBezTo>
                  <a:lnTo>
                    <a:pt x="30524" y="36548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4" name="Google Shape;4974;p45"/>
            <p:cNvSpPr/>
            <p:nvPr/>
          </p:nvSpPr>
          <p:spPr>
            <a:xfrm>
              <a:off x="4015101" y="1146554"/>
              <a:ext cx="36628" cy="129163"/>
            </a:xfrm>
            <a:custGeom>
              <a:rect b="b" l="l" r="r" t="t"/>
              <a:pathLst>
                <a:path extrusionOk="0" h="215271" w="61047">
                  <a:moveTo>
                    <a:pt x="61048" y="0"/>
                  </a:moveTo>
                  <a:lnTo>
                    <a:pt x="61048" y="215272"/>
                  </a:lnTo>
                  <a:lnTo>
                    <a:pt x="0" y="215272"/>
                  </a:lnTo>
                  <a:lnTo>
                    <a:pt x="0" y="0"/>
                  </a:lnTo>
                  <a:lnTo>
                    <a:pt x="30524" y="30524"/>
                  </a:lnTo>
                  <a:lnTo>
                    <a:pt x="6104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5" name="Google Shape;4975;p45"/>
            <p:cNvSpPr/>
            <p:nvPr/>
          </p:nvSpPr>
          <p:spPr>
            <a:xfrm>
              <a:off x="4033395" y="1146554"/>
              <a:ext cx="18314" cy="129163"/>
            </a:xfrm>
            <a:custGeom>
              <a:rect b="b" l="l" r="r" t="t"/>
              <a:pathLst>
                <a:path extrusionOk="0" h="215271" w="30523">
                  <a:moveTo>
                    <a:pt x="30524" y="0"/>
                  </a:moveTo>
                  <a:lnTo>
                    <a:pt x="30524" y="215272"/>
                  </a:lnTo>
                  <a:lnTo>
                    <a:pt x="0" y="215272"/>
                  </a:lnTo>
                  <a:lnTo>
                    <a:pt x="0" y="30524"/>
                  </a:lnTo>
                  <a:lnTo>
                    <a:pt x="30524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6" name="Google Shape;4976;p45"/>
            <p:cNvSpPr/>
            <p:nvPr/>
          </p:nvSpPr>
          <p:spPr>
            <a:xfrm>
              <a:off x="4071298" y="1166292"/>
              <a:ext cx="126400" cy="218806"/>
            </a:xfrm>
            <a:custGeom>
              <a:rect b="b" l="l" r="r" t="t"/>
              <a:pathLst>
                <a:path extrusionOk="0" h="364677" w="210666">
                  <a:moveTo>
                    <a:pt x="210666" y="364677"/>
                  </a:moveTo>
                  <a:lnTo>
                    <a:pt x="180143" y="364677"/>
                  </a:lnTo>
                  <a:cubicBezTo>
                    <a:pt x="126325" y="364677"/>
                    <a:pt x="74916" y="340579"/>
                    <a:pt x="41180" y="298810"/>
                  </a:cubicBezTo>
                  <a:cubicBezTo>
                    <a:pt x="6640" y="257041"/>
                    <a:pt x="-7015" y="202420"/>
                    <a:pt x="3427" y="149405"/>
                  </a:cubicBezTo>
                  <a:lnTo>
                    <a:pt x="58048" y="0"/>
                  </a:lnTo>
                  <a:lnTo>
                    <a:pt x="209863" y="0"/>
                  </a:lnTo>
                  <a:lnTo>
                    <a:pt x="209863" y="36467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7" name="Google Shape;4977;p45"/>
          <p:cNvGrpSpPr/>
          <p:nvPr/>
        </p:nvGrpSpPr>
        <p:grpSpPr>
          <a:xfrm>
            <a:off x="6277087" y="2065385"/>
            <a:ext cx="589987" cy="574915"/>
            <a:chOff x="6375922" y="1999606"/>
            <a:chExt cx="624127" cy="608183"/>
          </a:xfrm>
        </p:grpSpPr>
        <p:sp>
          <p:nvSpPr>
            <p:cNvPr id="4978" name="Google Shape;4978;p45"/>
            <p:cNvSpPr/>
            <p:nvPr/>
          </p:nvSpPr>
          <p:spPr>
            <a:xfrm>
              <a:off x="6710500" y="2315891"/>
              <a:ext cx="289171" cy="109885"/>
            </a:xfrm>
            <a:custGeom>
              <a:rect b="b" l="l" r="r" t="t"/>
              <a:pathLst>
                <a:path extrusionOk="0" h="183141" w="481952">
                  <a:moveTo>
                    <a:pt x="235354" y="0"/>
                  </a:moveTo>
                  <a:cubicBezTo>
                    <a:pt x="154224" y="0"/>
                    <a:pt x="71490" y="21688"/>
                    <a:pt x="0" y="61851"/>
                  </a:cubicBezTo>
                  <a:lnTo>
                    <a:pt x="29720" y="114865"/>
                  </a:lnTo>
                  <a:lnTo>
                    <a:pt x="419298" y="183142"/>
                  </a:lnTo>
                  <a:lnTo>
                    <a:pt x="481952" y="122095"/>
                  </a:lnTo>
                  <a:lnTo>
                    <a:pt x="481952" y="0"/>
                  </a:lnTo>
                  <a:lnTo>
                    <a:pt x="235354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9" name="Google Shape;4979;p45"/>
            <p:cNvSpPr/>
            <p:nvPr/>
          </p:nvSpPr>
          <p:spPr>
            <a:xfrm>
              <a:off x="6376885" y="2315891"/>
              <a:ext cx="623164" cy="219288"/>
            </a:xfrm>
            <a:custGeom>
              <a:rect b="b" l="l" r="r" t="t"/>
              <a:pathLst>
                <a:path extrusionOk="0" h="365480" w="1038607">
                  <a:moveTo>
                    <a:pt x="1038607" y="122095"/>
                  </a:moveTo>
                  <a:lnTo>
                    <a:pt x="1038607" y="304433"/>
                  </a:lnTo>
                  <a:lnTo>
                    <a:pt x="975953" y="365480"/>
                  </a:lnTo>
                  <a:lnTo>
                    <a:pt x="61048" y="365480"/>
                  </a:lnTo>
                  <a:lnTo>
                    <a:pt x="0" y="304433"/>
                  </a:lnTo>
                  <a:lnTo>
                    <a:pt x="0" y="0"/>
                  </a:lnTo>
                  <a:lnTo>
                    <a:pt x="320498" y="0"/>
                  </a:lnTo>
                  <a:cubicBezTo>
                    <a:pt x="387169" y="0"/>
                    <a:pt x="454642" y="11246"/>
                    <a:pt x="518099" y="32933"/>
                  </a:cubicBezTo>
                  <a:cubicBezTo>
                    <a:pt x="543803" y="41769"/>
                    <a:pt x="568704" y="51408"/>
                    <a:pt x="591998" y="64260"/>
                  </a:cubicBezTo>
                  <a:cubicBezTo>
                    <a:pt x="667505" y="102013"/>
                    <a:pt x="754255" y="122095"/>
                    <a:pt x="838597" y="122095"/>
                  </a:cubicBezTo>
                  <a:lnTo>
                    <a:pt x="1038607" y="122095"/>
                  </a:lnTo>
                  <a:lnTo>
                    <a:pt x="1038607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0" name="Google Shape;4980;p45"/>
            <p:cNvSpPr/>
            <p:nvPr/>
          </p:nvSpPr>
          <p:spPr>
            <a:xfrm>
              <a:off x="6686911" y="2335628"/>
              <a:ext cx="312787" cy="199528"/>
            </a:xfrm>
            <a:custGeom>
              <a:rect b="b" l="l" r="r" t="t"/>
              <a:pathLst>
                <a:path extrusionOk="0" h="332546" w="521311">
                  <a:moveTo>
                    <a:pt x="521312" y="89161"/>
                  </a:moveTo>
                  <a:lnTo>
                    <a:pt x="521312" y="271500"/>
                  </a:lnTo>
                  <a:lnTo>
                    <a:pt x="458658" y="332547"/>
                  </a:lnTo>
                  <a:lnTo>
                    <a:pt x="0" y="332547"/>
                  </a:lnTo>
                  <a:lnTo>
                    <a:pt x="0" y="0"/>
                  </a:lnTo>
                  <a:cubicBezTo>
                    <a:pt x="25705" y="8836"/>
                    <a:pt x="50605" y="18475"/>
                    <a:pt x="73900" y="31327"/>
                  </a:cubicBezTo>
                  <a:cubicBezTo>
                    <a:pt x="149405" y="69080"/>
                    <a:pt x="236157" y="89161"/>
                    <a:pt x="320498" y="89161"/>
                  </a:cubicBezTo>
                  <a:lnTo>
                    <a:pt x="521312" y="8916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1" name="Google Shape;4981;p45"/>
            <p:cNvSpPr/>
            <p:nvPr/>
          </p:nvSpPr>
          <p:spPr>
            <a:xfrm>
              <a:off x="6375922" y="2461757"/>
              <a:ext cx="623646" cy="146031"/>
            </a:xfrm>
            <a:custGeom>
              <a:rect b="b" l="l" r="r" t="t"/>
              <a:pathLst>
                <a:path extrusionOk="0" h="243385" w="1039410">
                  <a:moveTo>
                    <a:pt x="1010493" y="61047"/>
                  </a:moveTo>
                  <a:cubicBezTo>
                    <a:pt x="996837" y="61047"/>
                    <a:pt x="981575" y="57834"/>
                    <a:pt x="973543" y="46589"/>
                  </a:cubicBezTo>
                  <a:cubicBezTo>
                    <a:pt x="954266" y="17672"/>
                    <a:pt x="922136" y="0"/>
                    <a:pt x="886792" y="0"/>
                  </a:cubicBezTo>
                  <a:cubicBezTo>
                    <a:pt x="852252" y="0"/>
                    <a:pt x="820122" y="16868"/>
                    <a:pt x="800843" y="46589"/>
                  </a:cubicBezTo>
                  <a:cubicBezTo>
                    <a:pt x="784778" y="70686"/>
                    <a:pt x="746223" y="70686"/>
                    <a:pt x="729355" y="46589"/>
                  </a:cubicBezTo>
                  <a:cubicBezTo>
                    <a:pt x="710076" y="17672"/>
                    <a:pt x="676339" y="0"/>
                    <a:pt x="640997" y="0"/>
                  </a:cubicBezTo>
                  <a:cubicBezTo>
                    <a:pt x="606456" y="0"/>
                    <a:pt x="574326" y="16868"/>
                    <a:pt x="555048" y="46589"/>
                  </a:cubicBezTo>
                  <a:cubicBezTo>
                    <a:pt x="546212" y="59441"/>
                    <a:pt x="532558" y="65064"/>
                    <a:pt x="518099" y="65064"/>
                  </a:cubicBezTo>
                  <a:cubicBezTo>
                    <a:pt x="505247" y="64260"/>
                    <a:pt x="492395" y="58638"/>
                    <a:pt x="484362" y="46589"/>
                  </a:cubicBezTo>
                  <a:cubicBezTo>
                    <a:pt x="465084" y="17672"/>
                    <a:pt x="432954" y="0"/>
                    <a:pt x="397611" y="0"/>
                  </a:cubicBezTo>
                  <a:cubicBezTo>
                    <a:pt x="363070" y="0"/>
                    <a:pt x="330940" y="16868"/>
                    <a:pt x="311663" y="46589"/>
                  </a:cubicBezTo>
                  <a:cubicBezTo>
                    <a:pt x="295598" y="70686"/>
                    <a:pt x="257041" y="70686"/>
                    <a:pt x="240173" y="46589"/>
                  </a:cubicBezTo>
                  <a:cubicBezTo>
                    <a:pt x="220895" y="17672"/>
                    <a:pt x="188765" y="0"/>
                    <a:pt x="153421" y="0"/>
                  </a:cubicBezTo>
                  <a:cubicBezTo>
                    <a:pt x="118882" y="0"/>
                    <a:pt x="86752" y="16868"/>
                    <a:pt x="67473" y="46589"/>
                  </a:cubicBezTo>
                  <a:cubicBezTo>
                    <a:pt x="58638" y="58638"/>
                    <a:pt x="45785" y="61047"/>
                    <a:pt x="31327" y="61851"/>
                  </a:cubicBezTo>
                  <a:lnTo>
                    <a:pt x="0" y="61047"/>
                  </a:lnTo>
                  <a:lnTo>
                    <a:pt x="0" y="243386"/>
                  </a:lnTo>
                  <a:lnTo>
                    <a:pt x="1039410" y="243386"/>
                  </a:lnTo>
                  <a:lnTo>
                    <a:pt x="1039410" y="61047"/>
                  </a:lnTo>
                  <a:lnTo>
                    <a:pt x="1010493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2" name="Google Shape;4982;p45"/>
            <p:cNvSpPr/>
            <p:nvPr/>
          </p:nvSpPr>
          <p:spPr>
            <a:xfrm>
              <a:off x="6686911" y="2461276"/>
              <a:ext cx="312787" cy="146513"/>
            </a:xfrm>
            <a:custGeom>
              <a:rect b="b" l="l" r="r" t="t"/>
              <a:pathLst>
                <a:path extrusionOk="0" h="244189" w="521311">
                  <a:moveTo>
                    <a:pt x="521312" y="61850"/>
                  </a:moveTo>
                  <a:lnTo>
                    <a:pt x="521312" y="244189"/>
                  </a:lnTo>
                  <a:lnTo>
                    <a:pt x="0" y="244189"/>
                  </a:lnTo>
                  <a:lnTo>
                    <a:pt x="0" y="65063"/>
                  </a:lnTo>
                  <a:cubicBezTo>
                    <a:pt x="14459" y="65867"/>
                    <a:pt x="28917" y="59441"/>
                    <a:pt x="36949" y="46589"/>
                  </a:cubicBezTo>
                  <a:cubicBezTo>
                    <a:pt x="56228" y="17671"/>
                    <a:pt x="88358" y="0"/>
                    <a:pt x="122898" y="0"/>
                  </a:cubicBezTo>
                  <a:cubicBezTo>
                    <a:pt x="158242" y="0"/>
                    <a:pt x="191978" y="16868"/>
                    <a:pt x="211256" y="46589"/>
                  </a:cubicBezTo>
                  <a:cubicBezTo>
                    <a:pt x="227321" y="70686"/>
                    <a:pt x="265877" y="70686"/>
                    <a:pt x="282746" y="46589"/>
                  </a:cubicBezTo>
                  <a:cubicBezTo>
                    <a:pt x="302023" y="17671"/>
                    <a:pt x="334153" y="0"/>
                    <a:pt x="368694" y="0"/>
                  </a:cubicBezTo>
                  <a:cubicBezTo>
                    <a:pt x="404037" y="0"/>
                    <a:pt x="435364" y="16868"/>
                    <a:pt x="455445" y="46589"/>
                  </a:cubicBezTo>
                  <a:cubicBezTo>
                    <a:pt x="463478" y="57834"/>
                    <a:pt x="477936" y="61047"/>
                    <a:pt x="492395" y="61047"/>
                  </a:cubicBezTo>
                  <a:lnTo>
                    <a:pt x="52131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3" name="Google Shape;4983;p45"/>
            <p:cNvSpPr/>
            <p:nvPr/>
          </p:nvSpPr>
          <p:spPr>
            <a:xfrm>
              <a:off x="6455354" y="1999606"/>
              <a:ext cx="184588" cy="424600"/>
            </a:xfrm>
            <a:custGeom>
              <a:rect b="b" l="l" r="r" t="t"/>
              <a:pathLst>
                <a:path extrusionOk="0" h="707666" w="307646">
                  <a:moveTo>
                    <a:pt x="249812" y="707666"/>
                  </a:moveTo>
                  <a:lnTo>
                    <a:pt x="0" y="20885"/>
                  </a:lnTo>
                  <a:lnTo>
                    <a:pt x="59441" y="0"/>
                  </a:lnTo>
                  <a:lnTo>
                    <a:pt x="307647" y="686782"/>
                  </a:lnTo>
                  <a:lnTo>
                    <a:pt x="249812" y="70766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4" name="Google Shape;4984;p45"/>
            <p:cNvSpPr/>
            <p:nvPr/>
          </p:nvSpPr>
          <p:spPr>
            <a:xfrm>
              <a:off x="6378976" y="2040045"/>
              <a:ext cx="105863" cy="262181"/>
            </a:xfrm>
            <a:custGeom>
              <a:rect b="b" l="l" r="r" t="t"/>
              <a:pathLst>
                <a:path extrusionOk="0" h="436969" w="176439">
                  <a:moveTo>
                    <a:pt x="176440" y="0"/>
                  </a:moveTo>
                  <a:cubicBezTo>
                    <a:pt x="-88634" y="97194"/>
                    <a:pt x="23821" y="373513"/>
                    <a:pt x="23018" y="379939"/>
                  </a:cubicBezTo>
                  <a:lnTo>
                    <a:pt x="44706" y="436970"/>
                  </a:lnTo>
                  <a:lnTo>
                    <a:pt x="101738" y="415282"/>
                  </a:lnTo>
                  <a:lnTo>
                    <a:pt x="80049" y="359054"/>
                  </a:lnTo>
                  <a:lnTo>
                    <a:pt x="137884" y="338170"/>
                  </a:lnTo>
                  <a:lnTo>
                    <a:pt x="17644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5" name="Google Shape;4985;p45"/>
            <p:cNvSpPr/>
            <p:nvPr/>
          </p:nvSpPr>
          <p:spPr>
            <a:xfrm>
              <a:off x="6485202" y="2030189"/>
              <a:ext cx="229409" cy="171802"/>
            </a:xfrm>
            <a:custGeom>
              <a:rect b="b" l="l" r="r" t="t"/>
              <a:pathLst>
                <a:path extrusionOk="0" h="286337" w="382349">
                  <a:moveTo>
                    <a:pt x="351022" y="180309"/>
                  </a:moveTo>
                  <a:cubicBezTo>
                    <a:pt x="299614" y="38133"/>
                    <a:pt x="142176" y="-34963"/>
                    <a:pt x="0" y="16445"/>
                  </a:cubicBezTo>
                  <a:lnTo>
                    <a:pt x="247402" y="250192"/>
                  </a:lnTo>
                  <a:lnTo>
                    <a:pt x="304433" y="229307"/>
                  </a:lnTo>
                  <a:lnTo>
                    <a:pt x="325318" y="286338"/>
                  </a:lnTo>
                  <a:lnTo>
                    <a:pt x="382349" y="265453"/>
                  </a:lnTo>
                  <a:lnTo>
                    <a:pt x="351022" y="18030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6" name="Google Shape;4986;p45"/>
            <p:cNvSpPr/>
            <p:nvPr/>
          </p:nvSpPr>
          <p:spPr>
            <a:xfrm>
              <a:off x="6437682" y="2036667"/>
              <a:ext cx="207581" cy="240502"/>
            </a:xfrm>
            <a:custGeom>
              <a:rect b="b" l="l" r="r" t="t"/>
              <a:pathLst>
                <a:path extrusionOk="0" h="400836" w="345968">
                  <a:moveTo>
                    <a:pt x="325887" y="239383"/>
                  </a:moveTo>
                  <a:cubicBezTo>
                    <a:pt x="317051" y="220105"/>
                    <a:pt x="296166" y="126124"/>
                    <a:pt x="215840" y="49815"/>
                  </a:cubicBezTo>
                  <a:cubicBezTo>
                    <a:pt x="169252" y="6439"/>
                    <a:pt x="121057" y="-9626"/>
                    <a:pt x="78484" y="5636"/>
                  </a:cubicBezTo>
                  <a:cubicBezTo>
                    <a:pt x="36715" y="20898"/>
                    <a:pt x="9405" y="64273"/>
                    <a:pt x="2175" y="127730"/>
                  </a:cubicBezTo>
                  <a:cubicBezTo>
                    <a:pt x="-10677" y="232957"/>
                    <a:pt x="37518" y="334167"/>
                    <a:pt x="39929" y="344609"/>
                  </a:cubicBezTo>
                  <a:lnTo>
                    <a:pt x="60813" y="400837"/>
                  </a:lnTo>
                  <a:lnTo>
                    <a:pt x="117041" y="379952"/>
                  </a:lnTo>
                  <a:lnTo>
                    <a:pt x="96156" y="322921"/>
                  </a:lnTo>
                  <a:lnTo>
                    <a:pt x="268052" y="261071"/>
                  </a:lnTo>
                  <a:lnTo>
                    <a:pt x="288937" y="317298"/>
                  </a:lnTo>
                  <a:lnTo>
                    <a:pt x="345968" y="296414"/>
                  </a:lnTo>
                  <a:lnTo>
                    <a:pt x="325887" y="2393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7" name="Google Shape;4987;p45"/>
            <p:cNvSpPr/>
            <p:nvPr/>
          </p:nvSpPr>
          <p:spPr>
            <a:xfrm>
              <a:off x="6559338" y="2389065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8" name="Google Shape;4988;p45"/>
          <p:cNvGrpSpPr/>
          <p:nvPr/>
        </p:nvGrpSpPr>
        <p:grpSpPr>
          <a:xfrm>
            <a:off x="4580859" y="3675263"/>
            <a:ext cx="588826" cy="588371"/>
            <a:chOff x="5496663" y="5316282"/>
            <a:chExt cx="1039411" cy="1038607"/>
          </a:xfrm>
        </p:grpSpPr>
        <p:sp>
          <p:nvSpPr>
            <p:cNvPr id="4989" name="Google Shape;4989;p45"/>
            <p:cNvSpPr/>
            <p:nvPr/>
          </p:nvSpPr>
          <p:spPr>
            <a:xfrm>
              <a:off x="5985845" y="5316282"/>
              <a:ext cx="61047" cy="151814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0" name="Google Shape;4990;p45"/>
            <p:cNvSpPr/>
            <p:nvPr/>
          </p:nvSpPr>
          <p:spPr>
            <a:xfrm>
              <a:off x="6107940" y="5377330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1" name="Google Shape;4991;p45"/>
            <p:cNvSpPr/>
            <p:nvPr/>
          </p:nvSpPr>
          <p:spPr>
            <a:xfrm>
              <a:off x="5864554" y="5377330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2" name="Google Shape;4992;p45"/>
            <p:cNvSpPr/>
            <p:nvPr/>
          </p:nvSpPr>
          <p:spPr>
            <a:xfrm>
              <a:off x="5568956" y="5568504"/>
              <a:ext cx="286761" cy="286761"/>
            </a:xfrm>
            <a:custGeom>
              <a:rect b="b" l="l" r="r" t="t"/>
              <a:pathLst>
                <a:path extrusionOk="0" h="286761" w="286761">
                  <a:moveTo>
                    <a:pt x="225715" y="286761"/>
                  </a:moveTo>
                  <a:lnTo>
                    <a:pt x="286762" y="43375"/>
                  </a:lnTo>
                  <a:lnTo>
                    <a:pt x="243386" y="0"/>
                  </a:lnTo>
                  <a:lnTo>
                    <a:pt x="0" y="243386"/>
                  </a:lnTo>
                  <a:lnTo>
                    <a:pt x="225715" y="28676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3" name="Google Shape;4993;p45"/>
            <p:cNvSpPr/>
            <p:nvPr/>
          </p:nvSpPr>
          <p:spPr>
            <a:xfrm>
              <a:off x="5497467" y="5803054"/>
              <a:ext cx="367086" cy="305236"/>
            </a:xfrm>
            <a:custGeom>
              <a:rect b="b" l="l" r="r" t="t"/>
              <a:pathLst>
                <a:path extrusionOk="0" h="305236" w="367086">
                  <a:moveTo>
                    <a:pt x="306039" y="0"/>
                  </a:moveTo>
                  <a:lnTo>
                    <a:pt x="367086" y="52211"/>
                  </a:lnTo>
                  <a:lnTo>
                    <a:pt x="367086" y="183142"/>
                  </a:lnTo>
                  <a:lnTo>
                    <a:pt x="244992" y="305236"/>
                  </a:lnTo>
                  <a:lnTo>
                    <a:pt x="62654" y="305236"/>
                  </a:lnTo>
                  <a:lnTo>
                    <a:pt x="0" y="244189"/>
                  </a:lnTo>
                  <a:lnTo>
                    <a:pt x="0" y="804"/>
                  </a:lnTo>
                  <a:lnTo>
                    <a:pt x="306039" y="80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4" name="Google Shape;4994;p45"/>
            <p:cNvSpPr/>
            <p:nvPr/>
          </p:nvSpPr>
          <p:spPr>
            <a:xfrm>
              <a:off x="5620365" y="5925149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5" name="Google Shape;4995;p45"/>
            <p:cNvSpPr/>
            <p:nvPr/>
          </p:nvSpPr>
          <p:spPr>
            <a:xfrm>
              <a:off x="5496663" y="6046440"/>
              <a:ext cx="367890" cy="308449"/>
            </a:xfrm>
            <a:custGeom>
              <a:rect b="b" l="l" r="r" t="t"/>
              <a:pathLst>
                <a:path extrusionOk="0" h="308449" w="367890">
                  <a:moveTo>
                    <a:pt x="0" y="0"/>
                  </a:moveTo>
                  <a:lnTo>
                    <a:pt x="306843" y="0"/>
                  </a:lnTo>
                  <a:lnTo>
                    <a:pt x="367890" y="73899"/>
                  </a:lnTo>
                  <a:lnTo>
                    <a:pt x="367890" y="247402"/>
                  </a:lnTo>
                  <a:lnTo>
                    <a:pt x="306843" y="308449"/>
                  </a:lnTo>
                  <a:lnTo>
                    <a:pt x="184748" y="308449"/>
                  </a:lnTo>
                  <a:lnTo>
                    <a:pt x="154225" y="247402"/>
                  </a:lnTo>
                  <a:lnTo>
                    <a:pt x="123701" y="308449"/>
                  </a:lnTo>
                  <a:lnTo>
                    <a:pt x="0" y="308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6" name="Google Shape;4996;p45"/>
            <p:cNvSpPr/>
            <p:nvPr/>
          </p:nvSpPr>
          <p:spPr>
            <a:xfrm>
              <a:off x="6177019" y="5568504"/>
              <a:ext cx="286761" cy="286761"/>
            </a:xfrm>
            <a:custGeom>
              <a:rect b="b" l="l" r="r" t="t"/>
              <a:pathLst>
                <a:path extrusionOk="0" h="286761" w="286761">
                  <a:moveTo>
                    <a:pt x="61047" y="286761"/>
                  </a:moveTo>
                  <a:lnTo>
                    <a:pt x="0" y="43375"/>
                  </a:lnTo>
                  <a:lnTo>
                    <a:pt x="43376" y="0"/>
                  </a:lnTo>
                  <a:lnTo>
                    <a:pt x="286762" y="243386"/>
                  </a:lnTo>
                  <a:lnTo>
                    <a:pt x="61047" y="2867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7" name="Google Shape;4997;p45"/>
            <p:cNvSpPr/>
            <p:nvPr/>
          </p:nvSpPr>
          <p:spPr>
            <a:xfrm>
              <a:off x="6168184" y="5803054"/>
              <a:ext cx="367086" cy="305236"/>
            </a:xfrm>
            <a:custGeom>
              <a:rect b="b" l="l" r="r" t="t"/>
              <a:pathLst>
                <a:path extrusionOk="0" h="305236" w="367086">
                  <a:moveTo>
                    <a:pt x="61047" y="0"/>
                  </a:moveTo>
                  <a:lnTo>
                    <a:pt x="0" y="52211"/>
                  </a:lnTo>
                  <a:lnTo>
                    <a:pt x="0" y="183142"/>
                  </a:lnTo>
                  <a:lnTo>
                    <a:pt x="122094" y="305236"/>
                  </a:lnTo>
                  <a:lnTo>
                    <a:pt x="304433" y="305236"/>
                  </a:lnTo>
                  <a:lnTo>
                    <a:pt x="367086" y="244189"/>
                  </a:lnTo>
                  <a:lnTo>
                    <a:pt x="367086" y="804"/>
                  </a:lnTo>
                  <a:lnTo>
                    <a:pt x="61047" y="80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8" name="Google Shape;4998;p45"/>
            <p:cNvSpPr/>
            <p:nvPr/>
          </p:nvSpPr>
          <p:spPr>
            <a:xfrm>
              <a:off x="6351325" y="5925149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45"/>
            <p:cNvSpPr/>
            <p:nvPr/>
          </p:nvSpPr>
          <p:spPr>
            <a:xfrm>
              <a:off x="6168184" y="6046440"/>
              <a:ext cx="367890" cy="308449"/>
            </a:xfrm>
            <a:custGeom>
              <a:rect b="b" l="l" r="r" t="t"/>
              <a:pathLst>
                <a:path extrusionOk="0" h="308449" w="367890">
                  <a:moveTo>
                    <a:pt x="367890" y="0"/>
                  </a:moveTo>
                  <a:lnTo>
                    <a:pt x="61047" y="0"/>
                  </a:lnTo>
                  <a:lnTo>
                    <a:pt x="0" y="73899"/>
                  </a:lnTo>
                  <a:lnTo>
                    <a:pt x="0" y="247402"/>
                  </a:lnTo>
                  <a:lnTo>
                    <a:pt x="61047" y="308449"/>
                  </a:lnTo>
                  <a:lnTo>
                    <a:pt x="183142" y="308449"/>
                  </a:lnTo>
                  <a:lnTo>
                    <a:pt x="213665" y="247402"/>
                  </a:lnTo>
                  <a:lnTo>
                    <a:pt x="244189" y="308449"/>
                  </a:lnTo>
                  <a:lnTo>
                    <a:pt x="367890" y="308449"/>
                  </a:lnTo>
                  <a:lnTo>
                    <a:pt x="36789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0" name="Google Shape;5000;p45"/>
            <p:cNvSpPr/>
            <p:nvPr/>
          </p:nvSpPr>
          <p:spPr>
            <a:xfrm>
              <a:off x="5863750" y="5468098"/>
              <a:ext cx="305236" cy="365480"/>
            </a:xfrm>
            <a:custGeom>
              <a:rect b="b" l="l" r="r" t="t"/>
              <a:pathLst>
                <a:path extrusionOk="0" h="365480" w="305236">
                  <a:moveTo>
                    <a:pt x="305236" y="0"/>
                  </a:moveTo>
                  <a:lnTo>
                    <a:pt x="305236" y="304433"/>
                  </a:lnTo>
                  <a:lnTo>
                    <a:pt x="244189" y="365480"/>
                  </a:lnTo>
                  <a:cubicBezTo>
                    <a:pt x="244189" y="314875"/>
                    <a:pt x="203223" y="273909"/>
                    <a:pt x="152618" y="273909"/>
                  </a:cubicBezTo>
                  <a:cubicBezTo>
                    <a:pt x="102013" y="273909"/>
                    <a:pt x="61047" y="314875"/>
                    <a:pt x="61047" y="365480"/>
                  </a:cubicBezTo>
                  <a:lnTo>
                    <a:pt x="0" y="304433"/>
                  </a:lnTo>
                  <a:cubicBezTo>
                    <a:pt x="0" y="293188"/>
                    <a:pt x="0" y="0"/>
                    <a:pt x="0" y="0"/>
                  </a:cubicBezTo>
                  <a:lnTo>
                    <a:pt x="305236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1" name="Google Shape;5001;p45"/>
            <p:cNvSpPr/>
            <p:nvPr/>
          </p:nvSpPr>
          <p:spPr>
            <a:xfrm>
              <a:off x="6016369" y="5468098"/>
              <a:ext cx="152618" cy="365480"/>
            </a:xfrm>
            <a:custGeom>
              <a:rect b="b" l="l" r="r" t="t"/>
              <a:pathLst>
                <a:path extrusionOk="0" h="365480" w="152618">
                  <a:moveTo>
                    <a:pt x="152618" y="0"/>
                  </a:moveTo>
                  <a:lnTo>
                    <a:pt x="152618" y="304433"/>
                  </a:lnTo>
                  <a:lnTo>
                    <a:pt x="91571" y="365480"/>
                  </a:lnTo>
                  <a:cubicBezTo>
                    <a:pt x="91571" y="314875"/>
                    <a:pt x="50605" y="273909"/>
                    <a:pt x="0" y="273909"/>
                  </a:cubicBez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2" name="Google Shape;5002;p45"/>
            <p:cNvSpPr/>
            <p:nvPr/>
          </p:nvSpPr>
          <p:spPr>
            <a:xfrm>
              <a:off x="5803506" y="5468097"/>
              <a:ext cx="122094" cy="886791"/>
            </a:xfrm>
            <a:custGeom>
              <a:rect b="b" l="l" r="r" t="t"/>
              <a:pathLst>
                <a:path extrusionOk="0" h="886791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886792"/>
                  </a:lnTo>
                  <a:lnTo>
                    <a:pt x="0" y="88679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45"/>
            <p:cNvSpPr/>
            <p:nvPr/>
          </p:nvSpPr>
          <p:spPr>
            <a:xfrm>
              <a:off x="6107940" y="5468097"/>
              <a:ext cx="122094" cy="886791"/>
            </a:xfrm>
            <a:custGeom>
              <a:rect b="b" l="l" r="r" t="t"/>
              <a:pathLst>
                <a:path extrusionOk="0" h="886791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886792"/>
                  </a:lnTo>
                  <a:lnTo>
                    <a:pt x="0" y="88679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4" name="Google Shape;5004;p45"/>
            <p:cNvSpPr/>
            <p:nvPr/>
          </p:nvSpPr>
          <p:spPr>
            <a:xfrm>
              <a:off x="5985845" y="5559668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5" name="Google Shape;5005;p45"/>
            <p:cNvSpPr/>
            <p:nvPr/>
          </p:nvSpPr>
          <p:spPr>
            <a:xfrm>
              <a:off x="6351325" y="6107487"/>
              <a:ext cx="61047" cy="247402"/>
            </a:xfrm>
            <a:custGeom>
              <a:rect b="b" l="l" r="r" t="t"/>
              <a:pathLst>
                <a:path extrusionOk="0" h="247402" w="61047">
                  <a:moveTo>
                    <a:pt x="0" y="0"/>
                  </a:moveTo>
                  <a:lnTo>
                    <a:pt x="61047" y="0"/>
                  </a:lnTo>
                  <a:lnTo>
                    <a:pt x="61047" y="247402"/>
                  </a:lnTo>
                  <a:lnTo>
                    <a:pt x="0" y="2474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6" name="Google Shape;5006;p45"/>
            <p:cNvSpPr/>
            <p:nvPr/>
          </p:nvSpPr>
          <p:spPr>
            <a:xfrm>
              <a:off x="5620365" y="6107487"/>
              <a:ext cx="61047" cy="247402"/>
            </a:xfrm>
            <a:custGeom>
              <a:rect b="b" l="l" r="r" t="t"/>
              <a:pathLst>
                <a:path extrusionOk="0" h="247402" w="61047">
                  <a:moveTo>
                    <a:pt x="0" y="0"/>
                  </a:moveTo>
                  <a:lnTo>
                    <a:pt x="61047" y="0"/>
                  </a:lnTo>
                  <a:lnTo>
                    <a:pt x="61047" y="247402"/>
                  </a:lnTo>
                  <a:lnTo>
                    <a:pt x="0" y="2474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45"/>
            <p:cNvSpPr/>
            <p:nvPr/>
          </p:nvSpPr>
          <p:spPr>
            <a:xfrm>
              <a:off x="5681412" y="5437574"/>
              <a:ext cx="669913" cy="61047"/>
            </a:xfrm>
            <a:custGeom>
              <a:rect b="b" l="l" r="r" t="t"/>
              <a:pathLst>
                <a:path extrusionOk="0" h="61047" w="669913">
                  <a:moveTo>
                    <a:pt x="0" y="0"/>
                  </a:moveTo>
                  <a:lnTo>
                    <a:pt x="669914" y="0"/>
                  </a:lnTo>
                  <a:lnTo>
                    <a:pt x="66991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8" name="Google Shape;5008;p45"/>
            <p:cNvSpPr/>
            <p:nvPr/>
          </p:nvSpPr>
          <p:spPr>
            <a:xfrm>
              <a:off x="6016369" y="5437574"/>
              <a:ext cx="334956" cy="61047"/>
            </a:xfrm>
            <a:custGeom>
              <a:rect b="b" l="l" r="r" t="t"/>
              <a:pathLst>
                <a:path extrusionOk="0" h="61047" w="334956">
                  <a:moveTo>
                    <a:pt x="0" y="0"/>
                  </a:moveTo>
                  <a:lnTo>
                    <a:pt x="334957" y="0"/>
                  </a:lnTo>
                  <a:lnTo>
                    <a:pt x="33495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9" name="Google Shape;5009;p45"/>
          <p:cNvGrpSpPr/>
          <p:nvPr/>
        </p:nvGrpSpPr>
        <p:grpSpPr>
          <a:xfrm>
            <a:off x="3013295" y="1234106"/>
            <a:ext cx="589733" cy="589531"/>
            <a:chOff x="2923270" y="1146554"/>
            <a:chExt cx="623858" cy="623644"/>
          </a:xfrm>
        </p:grpSpPr>
        <p:sp>
          <p:nvSpPr>
            <p:cNvPr id="5010" name="Google Shape;5010;p45"/>
            <p:cNvSpPr/>
            <p:nvPr/>
          </p:nvSpPr>
          <p:spPr>
            <a:xfrm>
              <a:off x="2924714" y="1147998"/>
              <a:ext cx="622200" cy="622200"/>
            </a:xfrm>
            <a:custGeom>
              <a:rect b="b" l="l" r="r" t="t"/>
              <a:pathLst>
                <a:path extrusionOk="0" h="1037000" w="1037000">
                  <a:moveTo>
                    <a:pt x="1037000" y="914906"/>
                  </a:moveTo>
                  <a:lnTo>
                    <a:pt x="1020935" y="868317"/>
                  </a:lnTo>
                  <a:cubicBezTo>
                    <a:pt x="961494" y="714896"/>
                    <a:pt x="809680" y="507656"/>
                    <a:pt x="619309" y="317285"/>
                  </a:cubicBezTo>
                  <a:cubicBezTo>
                    <a:pt x="370300" y="68277"/>
                    <a:pt x="105226" y="8836"/>
                    <a:pt x="43376" y="0"/>
                  </a:cubicBezTo>
                  <a:lnTo>
                    <a:pt x="21688" y="21688"/>
                  </a:lnTo>
                  <a:lnTo>
                    <a:pt x="0" y="43376"/>
                  </a:lnTo>
                  <a:cubicBezTo>
                    <a:pt x="9639" y="105226"/>
                    <a:pt x="68277" y="370300"/>
                    <a:pt x="317285" y="619309"/>
                  </a:cubicBezTo>
                  <a:cubicBezTo>
                    <a:pt x="507656" y="809680"/>
                    <a:pt x="714896" y="960691"/>
                    <a:pt x="868317" y="1020935"/>
                  </a:cubicBezTo>
                  <a:lnTo>
                    <a:pt x="914906" y="1037000"/>
                  </a:lnTo>
                  <a:lnTo>
                    <a:pt x="914906" y="958281"/>
                  </a:lnTo>
                  <a:lnTo>
                    <a:pt x="884382" y="885185"/>
                  </a:lnTo>
                  <a:lnTo>
                    <a:pt x="957478" y="915709"/>
                  </a:lnTo>
                  <a:lnTo>
                    <a:pt x="1037000" y="91570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45"/>
            <p:cNvSpPr/>
            <p:nvPr/>
          </p:nvSpPr>
          <p:spPr>
            <a:xfrm>
              <a:off x="2937712" y="1147998"/>
              <a:ext cx="609187" cy="548943"/>
            </a:xfrm>
            <a:custGeom>
              <a:rect b="b" l="l" r="r" t="t"/>
              <a:pathLst>
                <a:path extrusionOk="0" h="914905" w="1015312">
                  <a:moveTo>
                    <a:pt x="1015313" y="914906"/>
                  </a:moveTo>
                  <a:lnTo>
                    <a:pt x="999248" y="868317"/>
                  </a:lnTo>
                  <a:cubicBezTo>
                    <a:pt x="939807" y="714896"/>
                    <a:pt x="787992" y="507656"/>
                    <a:pt x="597621" y="317285"/>
                  </a:cubicBezTo>
                  <a:cubicBezTo>
                    <a:pt x="348612" y="68277"/>
                    <a:pt x="83539" y="8836"/>
                    <a:pt x="21688" y="0"/>
                  </a:cubicBezTo>
                  <a:lnTo>
                    <a:pt x="0" y="21688"/>
                  </a:lnTo>
                  <a:lnTo>
                    <a:pt x="862695" y="884382"/>
                  </a:lnTo>
                  <a:lnTo>
                    <a:pt x="935790" y="914906"/>
                  </a:lnTo>
                  <a:lnTo>
                    <a:pt x="1015313" y="914906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45"/>
            <p:cNvSpPr/>
            <p:nvPr/>
          </p:nvSpPr>
          <p:spPr>
            <a:xfrm>
              <a:off x="2923270" y="1146554"/>
              <a:ext cx="386044" cy="386044"/>
            </a:xfrm>
            <a:custGeom>
              <a:rect b="b" l="l" r="r" t="t"/>
              <a:pathLst>
                <a:path extrusionOk="0" h="643406" w="643406">
                  <a:moveTo>
                    <a:pt x="45786" y="2410"/>
                  </a:moveTo>
                  <a:cubicBezTo>
                    <a:pt x="38556" y="1607"/>
                    <a:pt x="32933" y="803"/>
                    <a:pt x="32130" y="803"/>
                  </a:cubicBezTo>
                  <a:lnTo>
                    <a:pt x="0" y="0"/>
                  </a:lnTo>
                  <a:lnTo>
                    <a:pt x="803" y="32130"/>
                  </a:lnTo>
                  <a:cubicBezTo>
                    <a:pt x="803" y="33737"/>
                    <a:pt x="1607" y="38556"/>
                    <a:pt x="2410" y="45785"/>
                  </a:cubicBezTo>
                  <a:lnTo>
                    <a:pt x="600031" y="643406"/>
                  </a:lnTo>
                  <a:lnTo>
                    <a:pt x="621718" y="621718"/>
                  </a:lnTo>
                  <a:lnTo>
                    <a:pt x="643406" y="600030"/>
                  </a:lnTo>
                  <a:lnTo>
                    <a:pt x="45786" y="241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3" name="Google Shape;5013;p45"/>
            <p:cNvSpPr/>
            <p:nvPr/>
          </p:nvSpPr>
          <p:spPr>
            <a:xfrm>
              <a:off x="2923270" y="1146554"/>
              <a:ext cx="386044" cy="373031"/>
            </a:xfrm>
            <a:custGeom>
              <a:rect b="b" l="l" r="r" t="t"/>
              <a:pathLst>
                <a:path extrusionOk="0" h="621718" w="643406">
                  <a:moveTo>
                    <a:pt x="45786" y="2410"/>
                  </a:moveTo>
                  <a:cubicBezTo>
                    <a:pt x="38556" y="1607"/>
                    <a:pt x="32933" y="803"/>
                    <a:pt x="32130" y="803"/>
                  </a:cubicBezTo>
                  <a:lnTo>
                    <a:pt x="0" y="0"/>
                  </a:lnTo>
                  <a:lnTo>
                    <a:pt x="621718" y="621718"/>
                  </a:lnTo>
                  <a:lnTo>
                    <a:pt x="643406" y="600030"/>
                  </a:lnTo>
                  <a:lnTo>
                    <a:pt x="45786" y="241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4" name="Google Shape;5014;p45"/>
            <p:cNvSpPr/>
            <p:nvPr/>
          </p:nvSpPr>
          <p:spPr>
            <a:xfrm>
              <a:off x="3360388" y="1583671"/>
              <a:ext cx="138802" cy="138802"/>
            </a:xfrm>
            <a:custGeom>
              <a:rect b="b" l="l" r="r" t="t"/>
              <a:pathLst>
                <a:path extrusionOk="0" h="231336" w="231336">
                  <a:moveTo>
                    <a:pt x="43376" y="0"/>
                  </a:moveTo>
                  <a:lnTo>
                    <a:pt x="0" y="43376"/>
                  </a:lnTo>
                  <a:lnTo>
                    <a:pt x="187961" y="231337"/>
                  </a:lnTo>
                  <a:lnTo>
                    <a:pt x="187961" y="187961"/>
                  </a:lnTo>
                  <a:lnTo>
                    <a:pt x="231337" y="187961"/>
                  </a:lnTo>
                  <a:lnTo>
                    <a:pt x="43376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45"/>
            <p:cNvSpPr/>
            <p:nvPr/>
          </p:nvSpPr>
          <p:spPr>
            <a:xfrm>
              <a:off x="3373386" y="1583671"/>
              <a:ext cx="125789" cy="112777"/>
            </a:xfrm>
            <a:custGeom>
              <a:rect b="b" l="l" r="r" t="t"/>
              <a:pathLst>
                <a:path extrusionOk="0" h="187961" w="209649">
                  <a:moveTo>
                    <a:pt x="21688" y="0"/>
                  </a:moveTo>
                  <a:lnTo>
                    <a:pt x="0" y="21688"/>
                  </a:lnTo>
                  <a:lnTo>
                    <a:pt x="166274" y="187961"/>
                  </a:lnTo>
                  <a:lnTo>
                    <a:pt x="209649" y="187961"/>
                  </a:lnTo>
                  <a:lnTo>
                    <a:pt x="2168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6" name="Google Shape;5016;p45"/>
            <p:cNvSpPr/>
            <p:nvPr/>
          </p:nvSpPr>
          <p:spPr>
            <a:xfrm>
              <a:off x="3266995" y="1490278"/>
              <a:ext cx="135428" cy="135428"/>
            </a:xfrm>
            <a:custGeom>
              <a:rect b="b" l="l" r="r" t="t"/>
              <a:pathLst>
                <a:path extrusionOk="0" h="225714" w="225714">
                  <a:moveTo>
                    <a:pt x="199207" y="69883"/>
                  </a:moveTo>
                  <a:lnTo>
                    <a:pt x="155831" y="26507"/>
                  </a:lnTo>
                  <a:cubicBezTo>
                    <a:pt x="120488" y="-8836"/>
                    <a:pt x="62654" y="-8836"/>
                    <a:pt x="26507" y="26507"/>
                  </a:cubicBezTo>
                  <a:cubicBezTo>
                    <a:pt x="-8836" y="61850"/>
                    <a:pt x="-8836" y="119685"/>
                    <a:pt x="26507" y="155831"/>
                  </a:cubicBezTo>
                  <a:lnTo>
                    <a:pt x="69883" y="199207"/>
                  </a:lnTo>
                  <a:cubicBezTo>
                    <a:pt x="105226" y="234550"/>
                    <a:pt x="163060" y="234550"/>
                    <a:pt x="199207" y="199207"/>
                  </a:cubicBezTo>
                  <a:cubicBezTo>
                    <a:pt x="234550" y="163060"/>
                    <a:pt x="234550" y="105226"/>
                    <a:pt x="199207" y="69883"/>
                  </a:cubicBezTo>
                  <a:lnTo>
                    <a:pt x="199207" y="6988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7" name="Google Shape;5017;p45"/>
            <p:cNvSpPr/>
            <p:nvPr/>
          </p:nvSpPr>
          <p:spPr>
            <a:xfrm>
              <a:off x="3282881" y="1490278"/>
              <a:ext cx="119464" cy="119042"/>
            </a:xfrm>
            <a:custGeom>
              <a:rect b="b" l="l" r="r" t="t"/>
              <a:pathLst>
                <a:path extrusionOk="0" h="198403" w="199107">
                  <a:moveTo>
                    <a:pt x="172700" y="69883"/>
                  </a:moveTo>
                  <a:lnTo>
                    <a:pt x="129324" y="26507"/>
                  </a:lnTo>
                  <a:cubicBezTo>
                    <a:pt x="93981" y="-8836"/>
                    <a:pt x="36146" y="-8836"/>
                    <a:pt x="0" y="26507"/>
                  </a:cubicBezTo>
                  <a:lnTo>
                    <a:pt x="171896" y="198404"/>
                  </a:lnTo>
                  <a:cubicBezTo>
                    <a:pt x="208043" y="163060"/>
                    <a:pt x="208043" y="105226"/>
                    <a:pt x="172700" y="69883"/>
                  </a:cubicBezTo>
                  <a:lnTo>
                    <a:pt x="172700" y="698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8" name="Google Shape;5018;p45"/>
            <p:cNvSpPr/>
            <p:nvPr/>
          </p:nvSpPr>
          <p:spPr>
            <a:xfrm>
              <a:off x="2923751" y="1147998"/>
              <a:ext cx="622200" cy="622200"/>
            </a:xfrm>
            <a:custGeom>
              <a:rect b="b" l="l" r="r" t="t"/>
              <a:pathLst>
                <a:path extrusionOk="0" h="1037000" w="1037000">
                  <a:moveTo>
                    <a:pt x="1014509" y="21688"/>
                  </a:moveTo>
                  <a:lnTo>
                    <a:pt x="992821" y="0"/>
                  </a:lnTo>
                  <a:cubicBezTo>
                    <a:pt x="930971" y="9639"/>
                    <a:pt x="665897" y="69080"/>
                    <a:pt x="416889" y="318088"/>
                  </a:cubicBezTo>
                  <a:cubicBezTo>
                    <a:pt x="227321" y="507656"/>
                    <a:pt x="75506" y="714896"/>
                    <a:pt x="16065" y="868317"/>
                  </a:cubicBezTo>
                  <a:lnTo>
                    <a:pt x="0" y="914906"/>
                  </a:lnTo>
                  <a:lnTo>
                    <a:pt x="78719" y="914906"/>
                  </a:lnTo>
                  <a:lnTo>
                    <a:pt x="152618" y="884382"/>
                  </a:lnTo>
                  <a:lnTo>
                    <a:pt x="122095" y="958281"/>
                  </a:lnTo>
                  <a:lnTo>
                    <a:pt x="122095" y="1037000"/>
                  </a:lnTo>
                  <a:lnTo>
                    <a:pt x="168683" y="1020935"/>
                  </a:lnTo>
                  <a:cubicBezTo>
                    <a:pt x="322105" y="961495"/>
                    <a:pt x="529344" y="809680"/>
                    <a:pt x="718912" y="620112"/>
                  </a:cubicBezTo>
                  <a:cubicBezTo>
                    <a:pt x="967921" y="371103"/>
                    <a:pt x="1027361" y="105226"/>
                    <a:pt x="1037000" y="44179"/>
                  </a:cubicBezTo>
                  <a:lnTo>
                    <a:pt x="1014509" y="2168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9" name="Google Shape;5019;p45"/>
            <p:cNvSpPr/>
            <p:nvPr/>
          </p:nvSpPr>
          <p:spPr>
            <a:xfrm>
              <a:off x="2996444" y="1161477"/>
              <a:ext cx="548943" cy="608705"/>
            </a:xfrm>
            <a:custGeom>
              <a:rect b="b" l="l" r="r" t="t"/>
              <a:pathLst>
                <a:path extrusionOk="0" h="1014509" w="914905">
                  <a:moveTo>
                    <a:pt x="0" y="1014509"/>
                  </a:moveTo>
                  <a:lnTo>
                    <a:pt x="46589" y="998444"/>
                  </a:lnTo>
                  <a:cubicBezTo>
                    <a:pt x="200010" y="939003"/>
                    <a:pt x="407250" y="787188"/>
                    <a:pt x="596817" y="597621"/>
                  </a:cubicBezTo>
                  <a:cubicBezTo>
                    <a:pt x="845826" y="348612"/>
                    <a:pt x="905267" y="82735"/>
                    <a:pt x="914906" y="21688"/>
                  </a:cubicBezTo>
                  <a:lnTo>
                    <a:pt x="893218" y="0"/>
                  </a:lnTo>
                  <a:lnTo>
                    <a:pt x="30524" y="861891"/>
                  </a:lnTo>
                  <a:lnTo>
                    <a:pt x="0" y="935790"/>
                  </a:lnTo>
                  <a:lnTo>
                    <a:pt x="0" y="101450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0" name="Google Shape;5020;p45"/>
            <p:cNvSpPr/>
            <p:nvPr/>
          </p:nvSpPr>
          <p:spPr>
            <a:xfrm>
              <a:off x="3161085" y="1147035"/>
              <a:ext cx="386043" cy="385561"/>
            </a:xfrm>
            <a:custGeom>
              <a:rect b="b" l="l" r="r" t="t"/>
              <a:pathLst>
                <a:path extrusionOk="0" h="642602" w="643405">
                  <a:moveTo>
                    <a:pt x="611276" y="0"/>
                  </a:moveTo>
                  <a:cubicBezTo>
                    <a:pt x="609669" y="0"/>
                    <a:pt x="604850" y="803"/>
                    <a:pt x="597621" y="1607"/>
                  </a:cubicBezTo>
                  <a:lnTo>
                    <a:pt x="0" y="599227"/>
                  </a:lnTo>
                  <a:lnTo>
                    <a:pt x="21688" y="620915"/>
                  </a:lnTo>
                  <a:lnTo>
                    <a:pt x="43376" y="642603"/>
                  </a:lnTo>
                  <a:lnTo>
                    <a:pt x="640996" y="44982"/>
                  </a:lnTo>
                  <a:cubicBezTo>
                    <a:pt x="642603" y="37753"/>
                    <a:pt x="642603" y="32130"/>
                    <a:pt x="642603" y="31327"/>
                  </a:cubicBezTo>
                  <a:lnTo>
                    <a:pt x="643406" y="0"/>
                  </a:lnTo>
                  <a:lnTo>
                    <a:pt x="611276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1" name="Google Shape;5021;p45"/>
            <p:cNvSpPr/>
            <p:nvPr/>
          </p:nvSpPr>
          <p:spPr>
            <a:xfrm>
              <a:off x="2970929" y="1583190"/>
              <a:ext cx="138802" cy="138802"/>
            </a:xfrm>
            <a:custGeom>
              <a:rect b="b" l="l" r="r" t="t"/>
              <a:pathLst>
                <a:path extrusionOk="0" h="231337" w="231336">
                  <a:moveTo>
                    <a:pt x="231337" y="43376"/>
                  </a:moveTo>
                  <a:lnTo>
                    <a:pt x="209649" y="21688"/>
                  </a:lnTo>
                  <a:lnTo>
                    <a:pt x="209649" y="21688"/>
                  </a:lnTo>
                  <a:lnTo>
                    <a:pt x="187961" y="0"/>
                  </a:lnTo>
                  <a:lnTo>
                    <a:pt x="0" y="187961"/>
                  </a:lnTo>
                  <a:lnTo>
                    <a:pt x="43376" y="187961"/>
                  </a:lnTo>
                  <a:lnTo>
                    <a:pt x="43376" y="231337"/>
                  </a:lnTo>
                  <a:lnTo>
                    <a:pt x="231337" y="4337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2" name="Google Shape;5022;p45"/>
            <p:cNvSpPr/>
            <p:nvPr/>
          </p:nvSpPr>
          <p:spPr>
            <a:xfrm>
              <a:off x="2996444" y="1596188"/>
              <a:ext cx="113258" cy="126271"/>
            </a:xfrm>
            <a:custGeom>
              <a:rect b="b" l="l" r="r" t="t"/>
              <a:pathLst>
                <a:path extrusionOk="0" h="210452" w="188764">
                  <a:moveTo>
                    <a:pt x="188765" y="21688"/>
                  </a:moveTo>
                  <a:lnTo>
                    <a:pt x="167077" y="0"/>
                  </a:lnTo>
                  <a:lnTo>
                    <a:pt x="167077" y="0"/>
                  </a:lnTo>
                  <a:lnTo>
                    <a:pt x="0" y="167077"/>
                  </a:lnTo>
                  <a:lnTo>
                    <a:pt x="0" y="210452"/>
                  </a:lnTo>
                  <a:lnTo>
                    <a:pt x="188765" y="2168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3" name="Google Shape;5023;p45"/>
            <p:cNvSpPr/>
            <p:nvPr/>
          </p:nvSpPr>
          <p:spPr>
            <a:xfrm>
              <a:off x="3173602" y="1147035"/>
              <a:ext cx="373031" cy="385561"/>
            </a:xfrm>
            <a:custGeom>
              <a:rect b="b" l="l" r="r" t="t"/>
              <a:pathLst>
                <a:path extrusionOk="0" h="642602" w="621718">
                  <a:moveTo>
                    <a:pt x="21688" y="642603"/>
                  </a:moveTo>
                  <a:lnTo>
                    <a:pt x="619309" y="44982"/>
                  </a:lnTo>
                  <a:cubicBezTo>
                    <a:pt x="620915" y="37753"/>
                    <a:pt x="620915" y="32130"/>
                    <a:pt x="620915" y="31327"/>
                  </a:cubicBezTo>
                  <a:lnTo>
                    <a:pt x="621718" y="0"/>
                  </a:lnTo>
                  <a:lnTo>
                    <a:pt x="0" y="621718"/>
                  </a:lnTo>
                  <a:lnTo>
                    <a:pt x="21688" y="642603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4" name="Google Shape;5024;p45"/>
            <p:cNvSpPr/>
            <p:nvPr/>
          </p:nvSpPr>
          <p:spPr>
            <a:xfrm>
              <a:off x="3066850" y="1490278"/>
              <a:ext cx="135790" cy="135790"/>
            </a:xfrm>
            <a:custGeom>
              <a:rect b="b" l="l" r="r" t="t"/>
              <a:pathLst>
                <a:path extrusionOk="0" h="226316" w="226316">
                  <a:moveTo>
                    <a:pt x="199809" y="26507"/>
                  </a:moveTo>
                  <a:cubicBezTo>
                    <a:pt x="163663" y="-8836"/>
                    <a:pt x="105829" y="-8836"/>
                    <a:pt x="70485" y="26507"/>
                  </a:cubicBezTo>
                  <a:lnTo>
                    <a:pt x="27110" y="69883"/>
                  </a:lnTo>
                  <a:cubicBezTo>
                    <a:pt x="-9037" y="105226"/>
                    <a:pt x="-9037" y="163864"/>
                    <a:pt x="27110" y="199207"/>
                  </a:cubicBezTo>
                  <a:cubicBezTo>
                    <a:pt x="62453" y="235353"/>
                    <a:pt x="121091" y="235353"/>
                    <a:pt x="156434" y="199207"/>
                  </a:cubicBezTo>
                  <a:lnTo>
                    <a:pt x="199809" y="155831"/>
                  </a:lnTo>
                  <a:cubicBezTo>
                    <a:pt x="235152" y="120488"/>
                    <a:pt x="235152" y="62654"/>
                    <a:pt x="199809" y="26507"/>
                  </a:cubicBezTo>
                  <a:lnTo>
                    <a:pt x="199809" y="2650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5" name="Google Shape;5025;p45"/>
            <p:cNvSpPr/>
            <p:nvPr/>
          </p:nvSpPr>
          <p:spPr>
            <a:xfrm>
              <a:off x="3084060" y="1505683"/>
              <a:ext cx="119042" cy="119825"/>
            </a:xfrm>
            <a:custGeom>
              <a:rect b="b" l="l" r="r" t="t"/>
              <a:pathLst>
                <a:path extrusionOk="0" h="199709" w="198403">
                  <a:moveTo>
                    <a:pt x="128521" y="172700"/>
                  </a:moveTo>
                  <a:lnTo>
                    <a:pt x="171896" y="129324"/>
                  </a:lnTo>
                  <a:cubicBezTo>
                    <a:pt x="207239" y="93981"/>
                    <a:pt x="207239" y="36146"/>
                    <a:pt x="171896" y="0"/>
                  </a:cubicBezTo>
                  <a:lnTo>
                    <a:pt x="0" y="171896"/>
                  </a:lnTo>
                  <a:cubicBezTo>
                    <a:pt x="34540" y="208846"/>
                    <a:pt x="93177" y="208846"/>
                    <a:pt x="128521" y="172700"/>
                  </a:cubicBezTo>
                  <a:lnTo>
                    <a:pt x="128521" y="17270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6" name="Google Shape;5026;p45"/>
          <p:cNvGrpSpPr/>
          <p:nvPr/>
        </p:nvGrpSpPr>
        <p:grpSpPr>
          <a:xfrm>
            <a:off x="1466953" y="2910945"/>
            <a:ext cx="589988" cy="565020"/>
            <a:chOff x="1361104" y="2779486"/>
            <a:chExt cx="624128" cy="597715"/>
          </a:xfrm>
        </p:grpSpPr>
        <p:sp>
          <p:nvSpPr>
            <p:cNvPr id="5027" name="Google Shape;5027;p45"/>
            <p:cNvSpPr/>
            <p:nvPr/>
          </p:nvSpPr>
          <p:spPr>
            <a:xfrm>
              <a:off x="1361104" y="2895565"/>
              <a:ext cx="287243" cy="219710"/>
            </a:xfrm>
            <a:custGeom>
              <a:rect b="b" l="l" r="r" t="t"/>
              <a:pathLst>
                <a:path extrusionOk="0" h="366183" w="478739">
                  <a:moveTo>
                    <a:pt x="89161" y="80225"/>
                  </a:moveTo>
                  <a:cubicBezTo>
                    <a:pt x="69080" y="100307"/>
                    <a:pt x="52211" y="124404"/>
                    <a:pt x="37753" y="153321"/>
                  </a:cubicBezTo>
                  <a:lnTo>
                    <a:pt x="0" y="229630"/>
                  </a:lnTo>
                  <a:lnTo>
                    <a:pt x="77916" y="194287"/>
                  </a:lnTo>
                  <a:cubicBezTo>
                    <a:pt x="146995" y="162960"/>
                    <a:pt x="231337" y="177419"/>
                    <a:pt x="285155" y="230434"/>
                  </a:cubicBezTo>
                  <a:cubicBezTo>
                    <a:pt x="321301" y="266580"/>
                    <a:pt x="339776" y="313972"/>
                    <a:pt x="338170" y="364577"/>
                  </a:cubicBezTo>
                  <a:lnTo>
                    <a:pt x="460264" y="366183"/>
                  </a:lnTo>
                  <a:lnTo>
                    <a:pt x="478739" y="79422"/>
                  </a:lnTo>
                  <a:cubicBezTo>
                    <a:pt x="371906" y="-26607"/>
                    <a:pt x="195994" y="-26607"/>
                    <a:pt x="89161" y="80225"/>
                  </a:cubicBezTo>
                  <a:lnTo>
                    <a:pt x="89161" y="8022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8" name="Google Shape;5028;p45"/>
            <p:cNvSpPr/>
            <p:nvPr/>
          </p:nvSpPr>
          <p:spPr>
            <a:xfrm>
              <a:off x="1712531" y="2908623"/>
              <a:ext cx="271820" cy="207601"/>
            </a:xfrm>
            <a:custGeom>
              <a:rect b="b" l="l" r="r" t="t"/>
              <a:pathLst>
                <a:path extrusionOk="0" h="346001" w="453034">
                  <a:moveTo>
                    <a:pt x="417692" y="144385"/>
                  </a:moveTo>
                  <a:cubicBezTo>
                    <a:pt x="404037" y="117074"/>
                    <a:pt x="388775" y="94583"/>
                    <a:pt x="369497" y="75305"/>
                  </a:cubicBezTo>
                  <a:cubicBezTo>
                    <a:pt x="269090" y="-25102"/>
                    <a:pt x="103620" y="-25102"/>
                    <a:pt x="3213" y="75305"/>
                  </a:cubicBezTo>
                  <a:lnTo>
                    <a:pt x="0" y="78518"/>
                  </a:lnTo>
                  <a:lnTo>
                    <a:pt x="20081" y="346002"/>
                  </a:lnTo>
                  <a:lnTo>
                    <a:pt x="134947" y="344395"/>
                  </a:lnTo>
                  <a:cubicBezTo>
                    <a:pt x="133340" y="296200"/>
                    <a:pt x="151012" y="251218"/>
                    <a:pt x="185552" y="217481"/>
                  </a:cubicBezTo>
                  <a:cubicBezTo>
                    <a:pt x="235353" y="166876"/>
                    <a:pt x="314875" y="153221"/>
                    <a:pt x="379939" y="183744"/>
                  </a:cubicBezTo>
                  <a:lnTo>
                    <a:pt x="453035" y="217481"/>
                  </a:lnTo>
                  <a:lnTo>
                    <a:pt x="417692" y="14438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9" name="Google Shape;5029;p45"/>
            <p:cNvSpPr/>
            <p:nvPr/>
          </p:nvSpPr>
          <p:spPr>
            <a:xfrm>
              <a:off x="1618175" y="2779486"/>
              <a:ext cx="109403" cy="294472"/>
            </a:xfrm>
            <a:custGeom>
              <a:rect b="b" l="l" r="r" t="t"/>
              <a:pathLst>
                <a:path extrusionOk="0" h="490787" w="182338">
                  <a:moveTo>
                    <a:pt x="182339" y="327728"/>
                  </a:moveTo>
                  <a:cubicBezTo>
                    <a:pt x="182339" y="376726"/>
                    <a:pt x="178322" y="431347"/>
                    <a:pt x="170290" y="490788"/>
                  </a:cubicBezTo>
                  <a:lnTo>
                    <a:pt x="12049" y="490788"/>
                  </a:lnTo>
                  <a:cubicBezTo>
                    <a:pt x="4016" y="431347"/>
                    <a:pt x="0" y="376726"/>
                    <a:pt x="0" y="327728"/>
                  </a:cubicBezTo>
                  <a:cubicBezTo>
                    <a:pt x="0" y="135750"/>
                    <a:pt x="63457" y="40163"/>
                    <a:pt x="66670" y="36950"/>
                  </a:cubicBezTo>
                  <a:lnTo>
                    <a:pt x="91571" y="0"/>
                  </a:lnTo>
                  <a:lnTo>
                    <a:pt x="116472" y="36950"/>
                  </a:lnTo>
                  <a:cubicBezTo>
                    <a:pt x="118882" y="40163"/>
                    <a:pt x="182339" y="134947"/>
                    <a:pt x="182339" y="327728"/>
                  </a:cubicBezTo>
                  <a:lnTo>
                    <a:pt x="182339" y="32772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45"/>
            <p:cNvSpPr/>
            <p:nvPr/>
          </p:nvSpPr>
          <p:spPr>
            <a:xfrm>
              <a:off x="1672574" y="2779486"/>
              <a:ext cx="54942" cy="294472"/>
            </a:xfrm>
            <a:custGeom>
              <a:rect b="b" l="l" r="r" t="t"/>
              <a:pathLst>
                <a:path extrusionOk="0" h="490787" w="91570">
                  <a:moveTo>
                    <a:pt x="79522" y="490788"/>
                  </a:moveTo>
                  <a:lnTo>
                    <a:pt x="0" y="490788"/>
                  </a:lnTo>
                  <a:lnTo>
                    <a:pt x="0" y="0"/>
                  </a:lnTo>
                  <a:lnTo>
                    <a:pt x="24901" y="36950"/>
                  </a:lnTo>
                  <a:cubicBezTo>
                    <a:pt x="28114" y="40966"/>
                    <a:pt x="91571" y="135750"/>
                    <a:pt x="91571" y="327728"/>
                  </a:cubicBezTo>
                  <a:cubicBezTo>
                    <a:pt x="91571" y="375923"/>
                    <a:pt x="86751" y="430544"/>
                    <a:pt x="79522" y="490788"/>
                  </a:cubicBezTo>
                  <a:lnTo>
                    <a:pt x="79522" y="49078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1" name="Google Shape;5031;p45"/>
            <p:cNvSpPr/>
            <p:nvPr/>
          </p:nvSpPr>
          <p:spPr>
            <a:xfrm>
              <a:off x="1546446" y="3048592"/>
              <a:ext cx="252542" cy="175430"/>
            </a:xfrm>
            <a:custGeom>
              <a:rect b="b" l="l" r="r" t="t"/>
              <a:pathLst>
                <a:path extrusionOk="0" h="292384" w="420904">
                  <a:moveTo>
                    <a:pt x="420905" y="190371"/>
                  </a:moveTo>
                  <a:cubicBezTo>
                    <a:pt x="342989" y="204830"/>
                    <a:pt x="270696" y="239369"/>
                    <a:pt x="210452" y="292384"/>
                  </a:cubicBezTo>
                  <a:cubicBezTo>
                    <a:pt x="150208" y="239369"/>
                    <a:pt x="77916" y="204830"/>
                    <a:pt x="0" y="190371"/>
                  </a:cubicBezTo>
                  <a:cubicBezTo>
                    <a:pt x="11246" y="83538"/>
                    <a:pt x="100407" y="0"/>
                    <a:pt x="210452" y="0"/>
                  </a:cubicBezTo>
                  <a:cubicBezTo>
                    <a:pt x="320498" y="0"/>
                    <a:pt x="409659" y="83538"/>
                    <a:pt x="420905" y="190371"/>
                  </a:cubicBezTo>
                  <a:lnTo>
                    <a:pt x="420905" y="1903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2" name="Google Shape;5032;p45"/>
            <p:cNvSpPr/>
            <p:nvPr/>
          </p:nvSpPr>
          <p:spPr>
            <a:xfrm>
              <a:off x="1672574" y="3048592"/>
              <a:ext cx="126271" cy="175430"/>
            </a:xfrm>
            <a:custGeom>
              <a:rect b="b" l="l" r="r" t="t"/>
              <a:pathLst>
                <a:path extrusionOk="0" h="292384" w="210452">
                  <a:moveTo>
                    <a:pt x="210452" y="190371"/>
                  </a:moveTo>
                  <a:cubicBezTo>
                    <a:pt x="132537" y="204830"/>
                    <a:pt x="60244" y="239369"/>
                    <a:pt x="0" y="292384"/>
                  </a:cubicBezTo>
                  <a:lnTo>
                    <a:pt x="0" y="0"/>
                  </a:lnTo>
                  <a:cubicBezTo>
                    <a:pt x="110046" y="0"/>
                    <a:pt x="199207" y="83538"/>
                    <a:pt x="210452" y="190371"/>
                  </a:cubicBezTo>
                  <a:lnTo>
                    <a:pt x="210452" y="19037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3" name="Google Shape;5033;p45"/>
            <p:cNvSpPr/>
            <p:nvPr/>
          </p:nvSpPr>
          <p:spPr>
            <a:xfrm>
              <a:off x="1617694" y="3121285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91571"/>
                  </a:move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42176" y="803"/>
                    <a:pt x="183142" y="41769"/>
                    <a:pt x="183142" y="91571"/>
                  </a:cubicBezTo>
                  <a:lnTo>
                    <a:pt x="183142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4" name="Google Shape;5034;p45"/>
            <p:cNvSpPr/>
            <p:nvPr/>
          </p:nvSpPr>
          <p:spPr>
            <a:xfrm>
              <a:off x="1672574" y="3121766"/>
              <a:ext cx="54942" cy="109403"/>
            </a:xfrm>
            <a:custGeom>
              <a:rect b="b" l="l" r="r" t="t"/>
              <a:pathLst>
                <a:path extrusionOk="0" h="182338" w="91570">
                  <a:moveTo>
                    <a:pt x="91571" y="90768"/>
                  </a:moveTo>
                  <a:cubicBezTo>
                    <a:pt x="91571" y="141373"/>
                    <a:pt x="50605" y="182339"/>
                    <a:pt x="0" y="182339"/>
                  </a:cubicBezTo>
                  <a:lnTo>
                    <a:pt x="0" y="0"/>
                  </a:lnTo>
                  <a:cubicBezTo>
                    <a:pt x="50605" y="0"/>
                    <a:pt x="91571" y="40966"/>
                    <a:pt x="91571" y="90768"/>
                  </a:cubicBezTo>
                  <a:lnTo>
                    <a:pt x="91571" y="9076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5" name="Google Shape;5035;p45"/>
            <p:cNvSpPr/>
            <p:nvPr/>
          </p:nvSpPr>
          <p:spPr>
            <a:xfrm>
              <a:off x="1361585" y="3121766"/>
              <a:ext cx="623646" cy="255434"/>
            </a:xfrm>
            <a:custGeom>
              <a:rect b="b" l="l" r="r" t="t"/>
              <a:pathLst>
                <a:path extrusionOk="0" h="425724" w="1039410">
                  <a:moveTo>
                    <a:pt x="812893" y="0"/>
                  </a:moveTo>
                  <a:cubicBezTo>
                    <a:pt x="703650" y="0"/>
                    <a:pt x="600834" y="38556"/>
                    <a:pt x="518902" y="110046"/>
                  </a:cubicBezTo>
                  <a:cubicBezTo>
                    <a:pt x="436970" y="38556"/>
                    <a:pt x="332547" y="0"/>
                    <a:pt x="222501" y="0"/>
                  </a:cubicBezTo>
                  <a:lnTo>
                    <a:pt x="0" y="0"/>
                  </a:lnTo>
                  <a:lnTo>
                    <a:pt x="0" y="137356"/>
                  </a:lnTo>
                  <a:cubicBezTo>
                    <a:pt x="0" y="296401"/>
                    <a:pt x="131734" y="425724"/>
                    <a:pt x="290778" y="425724"/>
                  </a:cubicBezTo>
                  <a:cubicBezTo>
                    <a:pt x="367890" y="425724"/>
                    <a:pt x="440183" y="396004"/>
                    <a:pt x="495607" y="341383"/>
                  </a:cubicBezTo>
                  <a:lnTo>
                    <a:pt x="519705" y="317285"/>
                  </a:lnTo>
                  <a:lnTo>
                    <a:pt x="543803" y="341383"/>
                  </a:lnTo>
                  <a:cubicBezTo>
                    <a:pt x="598424" y="396004"/>
                    <a:pt x="670717" y="425724"/>
                    <a:pt x="748632" y="425724"/>
                  </a:cubicBezTo>
                  <a:cubicBezTo>
                    <a:pt x="907677" y="425724"/>
                    <a:pt x="1039410" y="296401"/>
                    <a:pt x="1039410" y="137356"/>
                  </a:cubicBezTo>
                  <a:lnTo>
                    <a:pt x="1039410" y="0"/>
                  </a:lnTo>
                  <a:lnTo>
                    <a:pt x="812893" y="0"/>
                  </a:lnTo>
                  <a:close/>
                  <a:moveTo>
                    <a:pt x="408053" y="255435"/>
                  </a:moveTo>
                  <a:cubicBezTo>
                    <a:pt x="376726" y="286762"/>
                    <a:pt x="334153" y="304433"/>
                    <a:pt x="289975" y="304433"/>
                  </a:cubicBezTo>
                  <a:cubicBezTo>
                    <a:pt x="204830" y="304433"/>
                    <a:pt x="131734" y="240173"/>
                    <a:pt x="122095" y="155028"/>
                  </a:cubicBezTo>
                  <a:lnTo>
                    <a:pt x="118078" y="121291"/>
                  </a:lnTo>
                  <a:lnTo>
                    <a:pt x="222501" y="121291"/>
                  </a:lnTo>
                  <a:cubicBezTo>
                    <a:pt x="296401" y="121291"/>
                    <a:pt x="367087" y="145389"/>
                    <a:pt x="424921" y="190371"/>
                  </a:cubicBezTo>
                  <a:lnTo>
                    <a:pt x="451429" y="212059"/>
                  </a:lnTo>
                  <a:lnTo>
                    <a:pt x="408053" y="255435"/>
                  </a:lnTo>
                  <a:close/>
                  <a:moveTo>
                    <a:pt x="915709" y="155028"/>
                  </a:moveTo>
                  <a:cubicBezTo>
                    <a:pt x="906873" y="240173"/>
                    <a:pt x="832974" y="304433"/>
                    <a:pt x="747829" y="304433"/>
                  </a:cubicBezTo>
                  <a:cubicBezTo>
                    <a:pt x="703650" y="304433"/>
                    <a:pt x="661078" y="286762"/>
                    <a:pt x="629751" y="255435"/>
                  </a:cubicBezTo>
                  <a:lnTo>
                    <a:pt x="585572" y="211256"/>
                  </a:lnTo>
                  <a:lnTo>
                    <a:pt x="612079" y="189568"/>
                  </a:lnTo>
                  <a:cubicBezTo>
                    <a:pt x="669914" y="144586"/>
                    <a:pt x="738993" y="120488"/>
                    <a:pt x="812089" y="120488"/>
                  </a:cubicBezTo>
                  <a:lnTo>
                    <a:pt x="918119" y="120488"/>
                  </a:lnTo>
                  <a:lnTo>
                    <a:pt x="915709" y="15502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6" name="Google Shape;5036;p45"/>
            <p:cNvSpPr/>
            <p:nvPr/>
          </p:nvSpPr>
          <p:spPr>
            <a:xfrm>
              <a:off x="1672574" y="3121766"/>
              <a:ext cx="311823" cy="255434"/>
            </a:xfrm>
            <a:custGeom>
              <a:rect b="b" l="l" r="r" t="t"/>
              <a:pathLst>
                <a:path extrusionOk="0" h="425724" w="519705">
                  <a:moveTo>
                    <a:pt x="293991" y="0"/>
                  </a:moveTo>
                  <a:cubicBezTo>
                    <a:pt x="184748" y="0"/>
                    <a:pt x="81932" y="38556"/>
                    <a:pt x="0" y="110046"/>
                  </a:cubicBezTo>
                  <a:lnTo>
                    <a:pt x="0" y="317285"/>
                  </a:lnTo>
                  <a:lnTo>
                    <a:pt x="24098" y="341383"/>
                  </a:lnTo>
                  <a:cubicBezTo>
                    <a:pt x="78719" y="396004"/>
                    <a:pt x="151012" y="425724"/>
                    <a:pt x="228927" y="425724"/>
                  </a:cubicBezTo>
                  <a:cubicBezTo>
                    <a:pt x="387972" y="425724"/>
                    <a:pt x="519705" y="296401"/>
                    <a:pt x="519705" y="137356"/>
                  </a:cubicBezTo>
                  <a:lnTo>
                    <a:pt x="519705" y="0"/>
                  </a:lnTo>
                  <a:lnTo>
                    <a:pt x="293991" y="0"/>
                  </a:lnTo>
                  <a:close/>
                  <a:moveTo>
                    <a:pt x="396807" y="155028"/>
                  </a:moveTo>
                  <a:cubicBezTo>
                    <a:pt x="387972" y="240173"/>
                    <a:pt x="314072" y="304433"/>
                    <a:pt x="228927" y="304433"/>
                  </a:cubicBezTo>
                  <a:cubicBezTo>
                    <a:pt x="184748" y="304433"/>
                    <a:pt x="142176" y="286762"/>
                    <a:pt x="110849" y="255435"/>
                  </a:cubicBezTo>
                  <a:lnTo>
                    <a:pt x="66670" y="211256"/>
                  </a:lnTo>
                  <a:lnTo>
                    <a:pt x="93177" y="189568"/>
                  </a:lnTo>
                  <a:cubicBezTo>
                    <a:pt x="151012" y="144586"/>
                    <a:pt x="220091" y="120488"/>
                    <a:pt x="293188" y="120488"/>
                  </a:cubicBezTo>
                  <a:lnTo>
                    <a:pt x="399217" y="120488"/>
                  </a:lnTo>
                  <a:lnTo>
                    <a:pt x="396807" y="15502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7" name="Google Shape;5037;p45"/>
          <p:cNvGrpSpPr/>
          <p:nvPr/>
        </p:nvGrpSpPr>
        <p:grpSpPr>
          <a:xfrm>
            <a:off x="3082921" y="2123599"/>
            <a:ext cx="587724" cy="516705"/>
            <a:chOff x="2996925" y="1971203"/>
            <a:chExt cx="621733" cy="546604"/>
          </a:xfrm>
        </p:grpSpPr>
        <p:sp>
          <p:nvSpPr>
            <p:cNvPr id="5038" name="Google Shape;5038;p45"/>
            <p:cNvSpPr/>
            <p:nvPr/>
          </p:nvSpPr>
          <p:spPr>
            <a:xfrm>
              <a:off x="3489886" y="2273539"/>
              <a:ext cx="119163" cy="119030"/>
            </a:xfrm>
            <a:custGeom>
              <a:rect b="b" l="l" r="r" t="t"/>
              <a:pathLst>
                <a:path extrusionOk="0" h="198383" w="198605">
                  <a:moveTo>
                    <a:pt x="195994" y="28093"/>
                  </a:moveTo>
                  <a:lnTo>
                    <a:pt x="192781" y="5602"/>
                  </a:lnTo>
                  <a:lnTo>
                    <a:pt x="170290" y="2389"/>
                  </a:lnTo>
                  <a:cubicBezTo>
                    <a:pt x="166274" y="1586"/>
                    <a:pt x="70686" y="-11266"/>
                    <a:pt x="0" y="32110"/>
                  </a:cubicBezTo>
                  <a:lnTo>
                    <a:pt x="16065" y="182318"/>
                  </a:lnTo>
                  <a:lnTo>
                    <a:pt x="166274" y="198383"/>
                  </a:lnTo>
                  <a:cubicBezTo>
                    <a:pt x="210453" y="127697"/>
                    <a:pt x="196797" y="32110"/>
                    <a:pt x="195994" y="28093"/>
                  </a:cubicBezTo>
                  <a:lnTo>
                    <a:pt x="195994" y="2809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9" name="Google Shape;5039;p45"/>
            <p:cNvSpPr/>
            <p:nvPr/>
          </p:nvSpPr>
          <p:spPr>
            <a:xfrm>
              <a:off x="3222705" y="2356329"/>
              <a:ext cx="120006" cy="141212"/>
            </a:xfrm>
            <a:custGeom>
              <a:rect b="b" l="l" r="r" t="t"/>
              <a:pathLst>
                <a:path extrusionOk="0" h="235353" w="200010">
                  <a:moveTo>
                    <a:pt x="155028" y="0"/>
                  </a:moveTo>
                  <a:cubicBezTo>
                    <a:pt x="74702" y="18475"/>
                    <a:pt x="16065" y="95587"/>
                    <a:pt x="13655" y="99603"/>
                  </a:cubicBezTo>
                  <a:lnTo>
                    <a:pt x="0" y="117275"/>
                  </a:lnTo>
                  <a:lnTo>
                    <a:pt x="13655" y="135750"/>
                  </a:lnTo>
                  <a:cubicBezTo>
                    <a:pt x="16065" y="138963"/>
                    <a:pt x="74702" y="216075"/>
                    <a:pt x="155028" y="235353"/>
                  </a:cubicBezTo>
                  <a:lnTo>
                    <a:pt x="200010" y="118078"/>
                  </a:lnTo>
                  <a:lnTo>
                    <a:pt x="155028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0" name="Google Shape;5040;p45"/>
            <p:cNvSpPr/>
            <p:nvPr/>
          </p:nvSpPr>
          <p:spPr>
            <a:xfrm>
              <a:off x="3409491" y="2263417"/>
              <a:ext cx="209167" cy="217360"/>
            </a:xfrm>
            <a:custGeom>
              <a:rect b="b" l="l" r="r" t="t"/>
              <a:pathLst>
                <a:path extrusionOk="0" h="362267" w="348612">
                  <a:moveTo>
                    <a:pt x="197600" y="151815"/>
                  </a:moveTo>
                  <a:lnTo>
                    <a:pt x="167077" y="0"/>
                  </a:lnTo>
                  <a:lnTo>
                    <a:pt x="130930" y="19278"/>
                  </a:lnTo>
                  <a:cubicBezTo>
                    <a:pt x="106833" y="32130"/>
                    <a:pt x="84342" y="48998"/>
                    <a:pt x="64260" y="69080"/>
                  </a:cubicBezTo>
                  <a:cubicBezTo>
                    <a:pt x="35343" y="97997"/>
                    <a:pt x="12852" y="131734"/>
                    <a:pt x="0" y="167077"/>
                  </a:cubicBezTo>
                  <a:lnTo>
                    <a:pt x="63457" y="354235"/>
                  </a:lnTo>
                  <a:cubicBezTo>
                    <a:pt x="78719" y="359858"/>
                    <a:pt x="94784" y="362267"/>
                    <a:pt x="111652" y="362267"/>
                  </a:cubicBezTo>
                  <a:cubicBezTo>
                    <a:pt x="167077" y="362267"/>
                    <a:pt x="228927" y="334154"/>
                    <a:pt x="278729" y="284352"/>
                  </a:cubicBezTo>
                  <a:cubicBezTo>
                    <a:pt x="298810" y="264270"/>
                    <a:pt x="315679" y="241779"/>
                    <a:pt x="329334" y="217682"/>
                  </a:cubicBezTo>
                  <a:lnTo>
                    <a:pt x="348612" y="181535"/>
                  </a:lnTo>
                  <a:lnTo>
                    <a:pt x="197600" y="15181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1" name="Google Shape;5041;p45"/>
            <p:cNvSpPr/>
            <p:nvPr/>
          </p:nvSpPr>
          <p:spPr>
            <a:xfrm>
              <a:off x="3014737" y="1971203"/>
              <a:ext cx="300738" cy="182660"/>
            </a:xfrm>
            <a:custGeom>
              <a:rect b="b" l="l" r="r" t="t"/>
              <a:pathLst>
                <a:path extrusionOk="0" h="304433" w="501230">
                  <a:moveTo>
                    <a:pt x="501230" y="243386"/>
                  </a:moveTo>
                  <a:lnTo>
                    <a:pt x="374316" y="304433"/>
                  </a:lnTo>
                  <a:lnTo>
                    <a:pt x="114865" y="243386"/>
                  </a:lnTo>
                  <a:lnTo>
                    <a:pt x="0" y="182339"/>
                  </a:lnTo>
                  <a:lnTo>
                    <a:pt x="36146" y="0"/>
                  </a:lnTo>
                  <a:lnTo>
                    <a:pt x="452232" y="0"/>
                  </a:lnTo>
                  <a:lnTo>
                    <a:pt x="501230" y="243386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2" name="Google Shape;5042;p45"/>
            <p:cNvSpPr/>
            <p:nvPr/>
          </p:nvSpPr>
          <p:spPr>
            <a:xfrm>
              <a:off x="3160604" y="1971685"/>
              <a:ext cx="154706" cy="182177"/>
            </a:xfrm>
            <a:custGeom>
              <a:rect b="b" l="l" r="r" t="t"/>
              <a:pathLst>
                <a:path extrusionOk="0" h="303629" w="257844">
                  <a:moveTo>
                    <a:pt x="257844" y="242583"/>
                  </a:moveTo>
                  <a:lnTo>
                    <a:pt x="130930" y="303630"/>
                  </a:lnTo>
                  <a:lnTo>
                    <a:pt x="0" y="273106"/>
                  </a:lnTo>
                  <a:lnTo>
                    <a:pt x="0" y="0"/>
                  </a:lnTo>
                  <a:lnTo>
                    <a:pt x="208846" y="0"/>
                  </a:lnTo>
                  <a:lnTo>
                    <a:pt x="257844" y="24258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3" name="Google Shape;5043;p45"/>
            <p:cNvSpPr/>
            <p:nvPr/>
          </p:nvSpPr>
          <p:spPr>
            <a:xfrm>
              <a:off x="3142792" y="2317335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4" name="Google Shape;5044;p45"/>
            <p:cNvSpPr/>
            <p:nvPr/>
          </p:nvSpPr>
          <p:spPr>
            <a:xfrm>
              <a:off x="3281918" y="2334666"/>
              <a:ext cx="201938" cy="183142"/>
            </a:xfrm>
            <a:custGeom>
              <a:rect b="b" l="l" r="r" t="t"/>
              <a:pathLst>
                <a:path extrusionOk="0" h="305236" w="336563">
                  <a:moveTo>
                    <a:pt x="122095" y="305236"/>
                  </a:moveTo>
                  <a:cubicBezTo>
                    <a:pt x="93177" y="305236"/>
                    <a:pt x="65867" y="301220"/>
                    <a:pt x="39360" y="293188"/>
                  </a:cubicBezTo>
                  <a:lnTo>
                    <a:pt x="0" y="281139"/>
                  </a:lnTo>
                  <a:lnTo>
                    <a:pt x="85948" y="152618"/>
                  </a:lnTo>
                  <a:lnTo>
                    <a:pt x="0" y="24098"/>
                  </a:lnTo>
                  <a:lnTo>
                    <a:pt x="39360" y="12049"/>
                  </a:lnTo>
                  <a:cubicBezTo>
                    <a:pt x="65867" y="4016"/>
                    <a:pt x="93177" y="0"/>
                    <a:pt x="122095" y="0"/>
                  </a:cubicBezTo>
                  <a:cubicBezTo>
                    <a:pt x="240976" y="0"/>
                    <a:pt x="336563" y="66670"/>
                    <a:pt x="336563" y="151815"/>
                  </a:cubicBezTo>
                  <a:cubicBezTo>
                    <a:pt x="336563" y="236960"/>
                    <a:pt x="240976" y="305236"/>
                    <a:pt x="122095" y="305236"/>
                  </a:cubicBezTo>
                  <a:lnTo>
                    <a:pt x="122095" y="305236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5" name="Google Shape;5045;p45"/>
            <p:cNvSpPr/>
            <p:nvPr/>
          </p:nvSpPr>
          <p:spPr>
            <a:xfrm>
              <a:off x="3161085" y="2317335"/>
              <a:ext cx="18314" cy="109403"/>
            </a:xfrm>
            <a:custGeom>
              <a:rect b="b" l="l" r="r" t="t"/>
              <a:pathLst>
                <a:path extrusionOk="0" h="18233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6" name="Google Shape;5046;p45"/>
            <p:cNvSpPr/>
            <p:nvPr/>
          </p:nvSpPr>
          <p:spPr>
            <a:xfrm>
              <a:off x="3044103" y="2400619"/>
              <a:ext cx="235192" cy="117114"/>
            </a:xfrm>
            <a:custGeom>
              <a:rect b="b" l="l" r="r" t="t"/>
              <a:pathLst>
                <a:path extrusionOk="0" h="195190" w="391987">
                  <a:moveTo>
                    <a:pt x="195191" y="0"/>
                  </a:moveTo>
                  <a:lnTo>
                    <a:pt x="0" y="195191"/>
                  </a:lnTo>
                  <a:lnTo>
                    <a:pt x="391988" y="195191"/>
                  </a:lnTo>
                  <a:lnTo>
                    <a:pt x="195191" y="0"/>
                  </a:lnTo>
                  <a:close/>
                  <a:moveTo>
                    <a:pt x="146996" y="134143"/>
                  </a:moveTo>
                  <a:lnTo>
                    <a:pt x="195191" y="85948"/>
                  </a:lnTo>
                  <a:lnTo>
                    <a:pt x="243386" y="134143"/>
                  </a:lnTo>
                  <a:lnTo>
                    <a:pt x="146996" y="13414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7" name="Google Shape;5047;p45"/>
            <p:cNvSpPr/>
            <p:nvPr/>
          </p:nvSpPr>
          <p:spPr>
            <a:xfrm>
              <a:off x="3161085" y="2400619"/>
              <a:ext cx="118078" cy="117114"/>
            </a:xfrm>
            <a:custGeom>
              <a:rect b="b" l="l" r="r" t="t"/>
              <a:pathLst>
                <a:path extrusionOk="0" h="195190" w="196797">
                  <a:moveTo>
                    <a:pt x="196797" y="195191"/>
                  </a:moveTo>
                  <a:lnTo>
                    <a:pt x="0" y="195191"/>
                  </a:lnTo>
                  <a:lnTo>
                    <a:pt x="0" y="134143"/>
                  </a:lnTo>
                  <a:lnTo>
                    <a:pt x="48195" y="134143"/>
                  </a:lnTo>
                  <a:lnTo>
                    <a:pt x="0" y="85948"/>
                  </a:lnTo>
                  <a:lnTo>
                    <a:pt x="0" y="0"/>
                  </a:lnTo>
                  <a:lnTo>
                    <a:pt x="196797" y="19519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8" name="Google Shape;5048;p45"/>
            <p:cNvSpPr/>
            <p:nvPr/>
          </p:nvSpPr>
          <p:spPr>
            <a:xfrm>
              <a:off x="2996925" y="2080002"/>
              <a:ext cx="329173" cy="254953"/>
            </a:xfrm>
            <a:custGeom>
              <a:rect b="b" l="l" r="r" t="t"/>
              <a:pathLst>
                <a:path extrusionOk="0" h="424921" w="548622">
                  <a:moveTo>
                    <a:pt x="543803" y="125308"/>
                  </a:moveTo>
                  <a:lnTo>
                    <a:pt x="542999" y="122095"/>
                  </a:lnTo>
                  <a:lnTo>
                    <a:pt x="530951" y="61047"/>
                  </a:lnTo>
                  <a:lnTo>
                    <a:pt x="404036" y="61047"/>
                  </a:lnTo>
                  <a:cubicBezTo>
                    <a:pt x="363874" y="61047"/>
                    <a:pt x="322105" y="52211"/>
                    <a:pt x="286761" y="33737"/>
                  </a:cubicBezTo>
                  <a:cubicBezTo>
                    <a:pt x="282745" y="31327"/>
                    <a:pt x="277926" y="29720"/>
                    <a:pt x="273106" y="28114"/>
                  </a:cubicBezTo>
                  <a:cubicBezTo>
                    <a:pt x="232944" y="9639"/>
                    <a:pt x="188765" y="0"/>
                    <a:pt x="144586" y="0"/>
                  </a:cubicBezTo>
                  <a:lnTo>
                    <a:pt x="29720" y="0"/>
                  </a:lnTo>
                  <a:lnTo>
                    <a:pt x="17671" y="61047"/>
                  </a:lnTo>
                  <a:lnTo>
                    <a:pt x="4820" y="124504"/>
                  </a:lnTo>
                  <a:cubicBezTo>
                    <a:pt x="1606" y="140569"/>
                    <a:pt x="0" y="157438"/>
                    <a:pt x="0" y="173503"/>
                  </a:cubicBezTo>
                  <a:cubicBezTo>
                    <a:pt x="0" y="311662"/>
                    <a:pt x="113259" y="424921"/>
                    <a:pt x="251418" y="424921"/>
                  </a:cubicBezTo>
                  <a:lnTo>
                    <a:pt x="294794" y="424921"/>
                  </a:lnTo>
                  <a:cubicBezTo>
                    <a:pt x="432954" y="424921"/>
                    <a:pt x="548622" y="311662"/>
                    <a:pt x="548622" y="173503"/>
                  </a:cubicBezTo>
                  <a:cubicBezTo>
                    <a:pt x="548622" y="158241"/>
                    <a:pt x="547016" y="141373"/>
                    <a:pt x="543803" y="125308"/>
                  </a:cubicBezTo>
                  <a:lnTo>
                    <a:pt x="543803" y="12530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9" name="Google Shape;5049;p45"/>
            <p:cNvSpPr/>
            <p:nvPr/>
          </p:nvSpPr>
          <p:spPr>
            <a:xfrm>
              <a:off x="3160604" y="2097332"/>
              <a:ext cx="165309" cy="238566"/>
            </a:xfrm>
            <a:custGeom>
              <a:rect b="b" l="l" r="r" t="t"/>
              <a:pathLst>
                <a:path extrusionOk="0" h="397610" w="275515">
                  <a:moveTo>
                    <a:pt x="275516" y="146192"/>
                  </a:moveTo>
                  <a:cubicBezTo>
                    <a:pt x="275516" y="284352"/>
                    <a:pt x="160651" y="397611"/>
                    <a:pt x="21688" y="397611"/>
                  </a:cubicBezTo>
                  <a:lnTo>
                    <a:pt x="0" y="397611"/>
                  </a:lnTo>
                  <a:lnTo>
                    <a:pt x="0" y="0"/>
                  </a:lnTo>
                  <a:cubicBezTo>
                    <a:pt x="4016" y="1606"/>
                    <a:pt x="8836" y="3213"/>
                    <a:pt x="13655" y="5623"/>
                  </a:cubicBezTo>
                  <a:cubicBezTo>
                    <a:pt x="49802" y="24098"/>
                    <a:pt x="90768" y="32933"/>
                    <a:pt x="130930" y="32933"/>
                  </a:cubicBezTo>
                  <a:lnTo>
                    <a:pt x="257844" y="32933"/>
                  </a:lnTo>
                  <a:lnTo>
                    <a:pt x="269893" y="93981"/>
                  </a:lnTo>
                  <a:lnTo>
                    <a:pt x="270696" y="97194"/>
                  </a:lnTo>
                  <a:cubicBezTo>
                    <a:pt x="273910" y="112455"/>
                    <a:pt x="275516" y="129324"/>
                    <a:pt x="275516" y="146192"/>
                  </a:cubicBezTo>
                  <a:lnTo>
                    <a:pt x="275516" y="14619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0" name="Google Shape;5050;p45"/>
            <p:cNvSpPr/>
            <p:nvPr/>
          </p:nvSpPr>
          <p:spPr>
            <a:xfrm>
              <a:off x="3069618" y="215317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1" name="Google Shape;5051;p45"/>
            <p:cNvSpPr/>
            <p:nvPr/>
          </p:nvSpPr>
          <p:spPr>
            <a:xfrm>
              <a:off x="3142792" y="2189763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2" name="Google Shape;5052;p45"/>
          <p:cNvGrpSpPr/>
          <p:nvPr/>
        </p:nvGrpSpPr>
        <p:grpSpPr>
          <a:xfrm>
            <a:off x="6290284" y="3674556"/>
            <a:ext cx="589180" cy="589178"/>
            <a:chOff x="6389883" y="3605580"/>
            <a:chExt cx="623273" cy="623271"/>
          </a:xfrm>
        </p:grpSpPr>
        <p:sp>
          <p:nvSpPr>
            <p:cNvPr id="5053" name="Google Shape;5053;p45"/>
            <p:cNvSpPr/>
            <p:nvPr/>
          </p:nvSpPr>
          <p:spPr>
            <a:xfrm>
              <a:off x="6390364" y="3698491"/>
              <a:ext cx="293509" cy="238566"/>
            </a:xfrm>
            <a:custGeom>
              <a:rect b="b" l="l" r="r" t="t"/>
              <a:pathLst>
                <a:path extrusionOk="0" h="397610" w="489181">
                  <a:moveTo>
                    <a:pt x="93177" y="397611"/>
                  </a:moveTo>
                  <a:lnTo>
                    <a:pt x="0" y="397611"/>
                  </a:lnTo>
                  <a:lnTo>
                    <a:pt x="0" y="336563"/>
                  </a:lnTo>
                  <a:lnTo>
                    <a:pt x="93177" y="336563"/>
                  </a:lnTo>
                  <a:cubicBezTo>
                    <a:pt x="277926" y="336563"/>
                    <a:pt x="428135" y="183945"/>
                    <a:pt x="428135" y="0"/>
                  </a:cubicBezTo>
                  <a:lnTo>
                    <a:pt x="489182" y="0"/>
                  </a:lnTo>
                  <a:cubicBezTo>
                    <a:pt x="488379" y="217682"/>
                    <a:pt x="310859" y="397611"/>
                    <a:pt x="93177" y="397611"/>
                  </a:cubicBezTo>
                  <a:lnTo>
                    <a:pt x="93177" y="39761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4" name="Google Shape;5054;p45"/>
            <p:cNvSpPr/>
            <p:nvPr/>
          </p:nvSpPr>
          <p:spPr>
            <a:xfrm>
              <a:off x="6389883" y="3827027"/>
              <a:ext cx="293509" cy="292544"/>
            </a:xfrm>
            <a:custGeom>
              <a:rect b="b" l="l" r="r" t="t"/>
              <a:pathLst>
                <a:path extrusionOk="0" h="487574" w="489181">
                  <a:moveTo>
                    <a:pt x="0" y="487575"/>
                  </a:moveTo>
                  <a:lnTo>
                    <a:pt x="0" y="426527"/>
                  </a:lnTo>
                  <a:cubicBezTo>
                    <a:pt x="235353" y="426527"/>
                    <a:pt x="428134" y="235353"/>
                    <a:pt x="428134" y="0"/>
                  </a:cubicBezTo>
                  <a:lnTo>
                    <a:pt x="489182" y="0"/>
                  </a:lnTo>
                  <a:cubicBezTo>
                    <a:pt x="489182" y="269090"/>
                    <a:pt x="269090" y="487575"/>
                    <a:pt x="0" y="487575"/>
                  </a:cubicBezTo>
                  <a:lnTo>
                    <a:pt x="0" y="4875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5" name="Google Shape;5055;p45"/>
            <p:cNvSpPr/>
            <p:nvPr/>
          </p:nvSpPr>
          <p:spPr>
            <a:xfrm>
              <a:off x="6389883" y="3936306"/>
              <a:ext cx="293509" cy="292544"/>
            </a:xfrm>
            <a:custGeom>
              <a:rect b="b" l="l" r="r" t="t"/>
              <a:pathLst>
                <a:path extrusionOk="0" h="487574" w="489181">
                  <a:moveTo>
                    <a:pt x="0" y="487575"/>
                  </a:moveTo>
                  <a:lnTo>
                    <a:pt x="0" y="426528"/>
                  </a:lnTo>
                  <a:cubicBezTo>
                    <a:pt x="235353" y="426528"/>
                    <a:pt x="428134" y="235354"/>
                    <a:pt x="428134" y="0"/>
                  </a:cubicBezTo>
                  <a:lnTo>
                    <a:pt x="489182" y="0"/>
                  </a:lnTo>
                  <a:cubicBezTo>
                    <a:pt x="489182" y="269090"/>
                    <a:pt x="269090" y="487575"/>
                    <a:pt x="0" y="487575"/>
                  </a:cubicBezTo>
                  <a:lnTo>
                    <a:pt x="0" y="4875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6" name="Google Shape;5056;p45"/>
            <p:cNvSpPr/>
            <p:nvPr/>
          </p:nvSpPr>
          <p:spPr>
            <a:xfrm>
              <a:off x="6719647" y="3698491"/>
              <a:ext cx="293509" cy="238566"/>
            </a:xfrm>
            <a:custGeom>
              <a:rect b="b" l="l" r="r" t="t"/>
              <a:pathLst>
                <a:path extrusionOk="0" h="397610" w="489181">
                  <a:moveTo>
                    <a:pt x="489182" y="397611"/>
                  </a:moveTo>
                  <a:lnTo>
                    <a:pt x="396003" y="397611"/>
                  </a:lnTo>
                  <a:cubicBezTo>
                    <a:pt x="177519" y="397611"/>
                    <a:pt x="0" y="217682"/>
                    <a:pt x="0" y="0"/>
                  </a:cubicBezTo>
                  <a:lnTo>
                    <a:pt x="61047" y="0"/>
                  </a:lnTo>
                  <a:cubicBezTo>
                    <a:pt x="61047" y="184748"/>
                    <a:pt x="211255" y="336563"/>
                    <a:pt x="396003" y="336563"/>
                  </a:cubicBezTo>
                  <a:lnTo>
                    <a:pt x="489182" y="336563"/>
                  </a:lnTo>
                  <a:lnTo>
                    <a:pt x="489182" y="39761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7" name="Google Shape;5057;p45"/>
            <p:cNvSpPr/>
            <p:nvPr/>
          </p:nvSpPr>
          <p:spPr>
            <a:xfrm>
              <a:off x="6719647" y="3827508"/>
              <a:ext cx="293509" cy="292063"/>
            </a:xfrm>
            <a:custGeom>
              <a:rect b="b" l="l" r="r" t="t"/>
              <a:pathLst>
                <a:path extrusionOk="0" h="486771" w="489181">
                  <a:moveTo>
                    <a:pt x="489182" y="486771"/>
                  </a:moveTo>
                  <a:cubicBezTo>
                    <a:pt x="220895" y="486771"/>
                    <a:pt x="0" y="268287"/>
                    <a:pt x="0" y="0"/>
                  </a:cubicBezTo>
                  <a:lnTo>
                    <a:pt x="61047" y="0"/>
                  </a:lnTo>
                  <a:cubicBezTo>
                    <a:pt x="61047" y="235353"/>
                    <a:pt x="254631" y="426527"/>
                    <a:pt x="489182" y="426527"/>
                  </a:cubicBezTo>
                  <a:lnTo>
                    <a:pt x="489182" y="4867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8" name="Google Shape;5058;p45"/>
            <p:cNvSpPr/>
            <p:nvPr/>
          </p:nvSpPr>
          <p:spPr>
            <a:xfrm>
              <a:off x="6719647" y="3936788"/>
              <a:ext cx="293509" cy="292063"/>
            </a:xfrm>
            <a:custGeom>
              <a:rect b="b" l="l" r="r" t="t"/>
              <a:pathLst>
                <a:path extrusionOk="0" h="486771" w="489181">
                  <a:moveTo>
                    <a:pt x="489182" y="486771"/>
                  </a:moveTo>
                  <a:cubicBezTo>
                    <a:pt x="220895" y="486771"/>
                    <a:pt x="0" y="268286"/>
                    <a:pt x="0" y="0"/>
                  </a:cubicBezTo>
                  <a:lnTo>
                    <a:pt x="61047" y="0"/>
                  </a:lnTo>
                  <a:cubicBezTo>
                    <a:pt x="61047" y="235353"/>
                    <a:pt x="254631" y="426527"/>
                    <a:pt x="489182" y="426527"/>
                  </a:cubicBezTo>
                  <a:lnTo>
                    <a:pt x="489182" y="4867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9" name="Google Shape;5059;p45"/>
            <p:cNvSpPr/>
            <p:nvPr/>
          </p:nvSpPr>
          <p:spPr>
            <a:xfrm>
              <a:off x="6646473" y="3698010"/>
              <a:ext cx="109885" cy="149887"/>
            </a:xfrm>
            <a:custGeom>
              <a:rect b="b" l="l" r="r" t="t"/>
              <a:pathLst>
                <a:path extrusionOk="0" h="249812" w="183142">
                  <a:moveTo>
                    <a:pt x="183142" y="804"/>
                  </a:moveTo>
                  <a:lnTo>
                    <a:pt x="183142" y="234550"/>
                  </a:lnTo>
                  <a:lnTo>
                    <a:pt x="91571" y="249812"/>
                  </a:lnTo>
                  <a:lnTo>
                    <a:pt x="0" y="142980"/>
                  </a:lnTo>
                  <a:lnTo>
                    <a:pt x="0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0" name="Google Shape;5060;p45"/>
            <p:cNvSpPr/>
            <p:nvPr/>
          </p:nvSpPr>
          <p:spPr>
            <a:xfrm>
              <a:off x="6701353" y="3698491"/>
              <a:ext cx="54943" cy="149405"/>
            </a:xfrm>
            <a:custGeom>
              <a:rect b="b" l="l" r="r" t="t"/>
              <a:pathLst>
                <a:path extrusionOk="0" h="249008" w="91571">
                  <a:moveTo>
                    <a:pt x="91571" y="0"/>
                  </a:moveTo>
                  <a:lnTo>
                    <a:pt x="91571" y="233747"/>
                  </a:lnTo>
                  <a:lnTo>
                    <a:pt x="0" y="249009"/>
                  </a:lnTo>
                  <a:lnTo>
                    <a:pt x="0" y="0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1" name="Google Shape;5061;p45"/>
            <p:cNvSpPr/>
            <p:nvPr/>
          </p:nvSpPr>
          <p:spPr>
            <a:xfrm>
              <a:off x="6646473" y="3783700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09"/>
                  </a:lnTo>
                  <a:lnTo>
                    <a:pt x="91571" y="289171"/>
                  </a:lnTo>
                  <a:lnTo>
                    <a:pt x="0" y="182338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2" name="Google Shape;5062;p45"/>
            <p:cNvSpPr/>
            <p:nvPr/>
          </p:nvSpPr>
          <p:spPr>
            <a:xfrm>
              <a:off x="6701353" y="3811140"/>
              <a:ext cx="54943" cy="146032"/>
            </a:xfrm>
            <a:custGeom>
              <a:rect b="b" l="l" r="r" t="t"/>
              <a:pathLst>
                <a:path extrusionOk="0" h="243386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3" name="Google Shape;5063;p45"/>
            <p:cNvSpPr/>
            <p:nvPr/>
          </p:nvSpPr>
          <p:spPr>
            <a:xfrm>
              <a:off x="6646473" y="3892979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10"/>
                  </a:lnTo>
                  <a:lnTo>
                    <a:pt x="91571" y="289171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4" name="Google Shape;5064;p45"/>
            <p:cNvSpPr/>
            <p:nvPr/>
          </p:nvSpPr>
          <p:spPr>
            <a:xfrm>
              <a:off x="6701353" y="3920420"/>
              <a:ext cx="54943" cy="146031"/>
            </a:xfrm>
            <a:custGeom>
              <a:rect b="b" l="l" r="r" t="t"/>
              <a:pathLst>
                <a:path extrusionOk="0" h="243385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5" name="Google Shape;5065;p45"/>
            <p:cNvSpPr/>
            <p:nvPr/>
          </p:nvSpPr>
          <p:spPr>
            <a:xfrm>
              <a:off x="6646473" y="4002741"/>
              <a:ext cx="109885" cy="173503"/>
            </a:xfrm>
            <a:custGeom>
              <a:rect b="b" l="l" r="r" t="t"/>
              <a:pathLst>
                <a:path extrusionOk="0" h="289171" w="183142">
                  <a:moveTo>
                    <a:pt x="183142" y="91571"/>
                  </a:moveTo>
                  <a:lnTo>
                    <a:pt x="183142" y="273909"/>
                  </a:lnTo>
                  <a:lnTo>
                    <a:pt x="91571" y="289171"/>
                  </a:lnTo>
                  <a:lnTo>
                    <a:pt x="0" y="182338"/>
                  </a:lnTo>
                  <a:lnTo>
                    <a:pt x="0" y="0"/>
                  </a:lnTo>
                  <a:lnTo>
                    <a:pt x="183142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6" name="Google Shape;5066;p45"/>
            <p:cNvSpPr/>
            <p:nvPr/>
          </p:nvSpPr>
          <p:spPr>
            <a:xfrm>
              <a:off x="6701353" y="4030181"/>
              <a:ext cx="54943" cy="146032"/>
            </a:xfrm>
            <a:custGeom>
              <a:rect b="b" l="l" r="r" t="t"/>
              <a:pathLst>
                <a:path extrusionOk="0" h="243386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228124"/>
                  </a:lnTo>
                  <a:lnTo>
                    <a:pt x="0" y="24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7" name="Google Shape;5067;p45"/>
            <p:cNvSpPr/>
            <p:nvPr/>
          </p:nvSpPr>
          <p:spPr>
            <a:xfrm>
              <a:off x="6646955" y="4112020"/>
              <a:ext cx="109403" cy="116632"/>
            </a:xfrm>
            <a:custGeom>
              <a:rect b="b" l="l" r="r" t="t"/>
              <a:pathLst>
                <a:path extrusionOk="0" h="194387" w="182338">
                  <a:moveTo>
                    <a:pt x="182338" y="91571"/>
                  </a:moveTo>
                  <a:lnTo>
                    <a:pt x="182338" y="194387"/>
                  </a:lnTo>
                  <a:lnTo>
                    <a:pt x="0" y="194387"/>
                  </a:lnTo>
                  <a:lnTo>
                    <a:pt x="0" y="0"/>
                  </a:lnTo>
                  <a:lnTo>
                    <a:pt x="182338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8" name="Google Shape;5068;p45"/>
            <p:cNvSpPr/>
            <p:nvPr/>
          </p:nvSpPr>
          <p:spPr>
            <a:xfrm>
              <a:off x="6701353" y="4139460"/>
              <a:ext cx="54943" cy="89161"/>
            </a:xfrm>
            <a:custGeom>
              <a:rect b="b" l="l" r="r" t="t"/>
              <a:pathLst>
                <a:path extrusionOk="0" h="148601" w="91571">
                  <a:moveTo>
                    <a:pt x="0" y="0"/>
                  </a:moveTo>
                  <a:lnTo>
                    <a:pt x="91571" y="45786"/>
                  </a:lnTo>
                  <a:lnTo>
                    <a:pt x="91571" y="148602"/>
                  </a:lnTo>
                  <a:lnTo>
                    <a:pt x="0" y="148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9" name="Google Shape;5069;p45"/>
            <p:cNvSpPr/>
            <p:nvPr/>
          </p:nvSpPr>
          <p:spPr>
            <a:xfrm>
              <a:off x="6500606" y="3680198"/>
              <a:ext cx="401948" cy="36628"/>
            </a:xfrm>
            <a:custGeom>
              <a:rect b="b" l="l" r="r" t="t"/>
              <a:pathLst>
                <a:path extrusionOk="0" h="61047" w="669913">
                  <a:moveTo>
                    <a:pt x="0" y="0"/>
                  </a:moveTo>
                  <a:lnTo>
                    <a:pt x="669914" y="0"/>
                  </a:lnTo>
                  <a:lnTo>
                    <a:pt x="66991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0" name="Google Shape;5070;p45"/>
            <p:cNvSpPr/>
            <p:nvPr/>
          </p:nvSpPr>
          <p:spPr>
            <a:xfrm>
              <a:off x="6701353" y="3680198"/>
              <a:ext cx="200974" cy="36628"/>
            </a:xfrm>
            <a:custGeom>
              <a:rect b="b" l="l" r="r" t="t"/>
              <a:pathLst>
                <a:path extrusionOk="0" h="61047" w="334956">
                  <a:moveTo>
                    <a:pt x="0" y="0"/>
                  </a:moveTo>
                  <a:lnTo>
                    <a:pt x="334956" y="0"/>
                  </a:lnTo>
                  <a:lnTo>
                    <a:pt x="334956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1" name="Google Shape;5071;p45"/>
            <p:cNvSpPr/>
            <p:nvPr/>
          </p:nvSpPr>
          <p:spPr>
            <a:xfrm>
              <a:off x="6646473" y="3606062"/>
              <a:ext cx="109885" cy="110849"/>
            </a:xfrm>
            <a:custGeom>
              <a:rect b="b" l="l" r="r" t="t"/>
              <a:pathLst>
                <a:path extrusionOk="0" h="184748" w="183142">
                  <a:moveTo>
                    <a:pt x="91571" y="0"/>
                  </a:moveTo>
                  <a:cubicBezTo>
                    <a:pt x="40967" y="0"/>
                    <a:pt x="0" y="42572"/>
                    <a:pt x="0" y="93177"/>
                  </a:cubicBezTo>
                  <a:cubicBezTo>
                    <a:pt x="0" y="143783"/>
                    <a:pt x="40967" y="184748"/>
                    <a:pt x="91571" y="184748"/>
                  </a:cubicBezTo>
                  <a:cubicBezTo>
                    <a:pt x="142176" y="184748"/>
                    <a:pt x="183142" y="143783"/>
                    <a:pt x="183142" y="93177"/>
                  </a:cubicBezTo>
                  <a:cubicBezTo>
                    <a:pt x="183142" y="42572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2" name="Google Shape;5072;p45"/>
            <p:cNvSpPr/>
            <p:nvPr/>
          </p:nvSpPr>
          <p:spPr>
            <a:xfrm>
              <a:off x="6701353" y="3605580"/>
              <a:ext cx="54943" cy="110849"/>
            </a:xfrm>
            <a:custGeom>
              <a:rect b="b" l="l" r="r" t="t"/>
              <a:pathLst>
                <a:path extrusionOk="0" h="184748" w="91571">
                  <a:moveTo>
                    <a:pt x="0" y="184748"/>
                  </a:moveTo>
                  <a:lnTo>
                    <a:pt x="0" y="0"/>
                  </a:lnTo>
                  <a:cubicBezTo>
                    <a:pt x="50605" y="0"/>
                    <a:pt x="91571" y="42572"/>
                    <a:pt x="91571" y="93177"/>
                  </a:cubicBezTo>
                  <a:cubicBezTo>
                    <a:pt x="91571" y="144586"/>
                    <a:pt x="50605" y="184748"/>
                    <a:pt x="0" y="184748"/>
                  </a:cubicBezTo>
                  <a:lnTo>
                    <a:pt x="0" y="18474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3" name="Google Shape;5073;p45"/>
          <p:cNvGrpSpPr/>
          <p:nvPr/>
        </p:nvGrpSpPr>
        <p:grpSpPr>
          <a:xfrm>
            <a:off x="5504371" y="3673838"/>
            <a:ext cx="589532" cy="589896"/>
            <a:chOff x="5558493" y="3593545"/>
            <a:chExt cx="623645" cy="624030"/>
          </a:xfrm>
        </p:grpSpPr>
        <p:sp>
          <p:nvSpPr>
            <p:cNvPr id="5074" name="Google Shape;5074;p45"/>
            <p:cNvSpPr/>
            <p:nvPr/>
          </p:nvSpPr>
          <p:spPr>
            <a:xfrm>
              <a:off x="5612892" y="3593545"/>
              <a:ext cx="239048" cy="256398"/>
            </a:xfrm>
            <a:custGeom>
              <a:rect b="b" l="l" r="r" t="t"/>
              <a:pathLst>
                <a:path extrusionOk="0" h="427330" w="398413">
                  <a:moveTo>
                    <a:pt x="338170" y="427331"/>
                  </a:moveTo>
                  <a:lnTo>
                    <a:pt x="277122" y="427331"/>
                  </a:lnTo>
                  <a:lnTo>
                    <a:pt x="277122" y="335760"/>
                  </a:lnTo>
                  <a:cubicBezTo>
                    <a:pt x="277122" y="318891"/>
                    <a:pt x="263467" y="305236"/>
                    <a:pt x="246599" y="305236"/>
                  </a:cubicBezTo>
                  <a:lnTo>
                    <a:pt x="124504" y="305236"/>
                  </a:lnTo>
                  <a:cubicBezTo>
                    <a:pt x="73899" y="305236"/>
                    <a:pt x="31327" y="264270"/>
                    <a:pt x="31327" y="213665"/>
                  </a:cubicBezTo>
                  <a:cubicBezTo>
                    <a:pt x="31327" y="163060"/>
                    <a:pt x="74702" y="122094"/>
                    <a:pt x="124504" y="122094"/>
                  </a:cubicBezTo>
                  <a:lnTo>
                    <a:pt x="306843" y="122094"/>
                  </a:lnTo>
                  <a:cubicBezTo>
                    <a:pt x="323711" y="122094"/>
                    <a:pt x="337367" y="108439"/>
                    <a:pt x="337367" y="91571"/>
                  </a:cubicBezTo>
                  <a:cubicBezTo>
                    <a:pt x="337367" y="74702"/>
                    <a:pt x="323711" y="61047"/>
                    <a:pt x="306843" y="61047"/>
                  </a:cubicBezTo>
                  <a:lnTo>
                    <a:pt x="0" y="61047"/>
                  </a:lnTo>
                  <a:lnTo>
                    <a:pt x="0" y="0"/>
                  </a:lnTo>
                  <a:lnTo>
                    <a:pt x="306843" y="0"/>
                  </a:lnTo>
                  <a:cubicBezTo>
                    <a:pt x="357448" y="0"/>
                    <a:pt x="398414" y="40966"/>
                    <a:pt x="398414" y="91571"/>
                  </a:cubicBezTo>
                  <a:cubicBezTo>
                    <a:pt x="398414" y="142175"/>
                    <a:pt x="357448" y="183142"/>
                    <a:pt x="306843" y="183142"/>
                  </a:cubicBezTo>
                  <a:lnTo>
                    <a:pt x="124504" y="183142"/>
                  </a:lnTo>
                  <a:cubicBezTo>
                    <a:pt x="107636" y="183142"/>
                    <a:pt x="93981" y="196797"/>
                    <a:pt x="93981" y="213665"/>
                  </a:cubicBezTo>
                  <a:cubicBezTo>
                    <a:pt x="93981" y="230533"/>
                    <a:pt x="107636" y="244189"/>
                    <a:pt x="124504" y="244189"/>
                  </a:cubicBezTo>
                  <a:lnTo>
                    <a:pt x="246599" y="244189"/>
                  </a:lnTo>
                  <a:cubicBezTo>
                    <a:pt x="297204" y="244189"/>
                    <a:pt x="338170" y="285155"/>
                    <a:pt x="338170" y="335760"/>
                  </a:cubicBezTo>
                  <a:lnTo>
                    <a:pt x="338170" y="42733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5" name="Google Shape;5075;p45"/>
            <p:cNvSpPr/>
            <p:nvPr/>
          </p:nvSpPr>
          <p:spPr>
            <a:xfrm>
              <a:off x="5558493" y="3813013"/>
              <a:ext cx="623645" cy="329226"/>
            </a:xfrm>
            <a:custGeom>
              <a:rect b="b" l="l" r="r" t="t"/>
              <a:pathLst>
                <a:path extrusionOk="0" h="548710" w="1039409">
                  <a:moveTo>
                    <a:pt x="1039410" y="272391"/>
                  </a:moveTo>
                  <a:lnTo>
                    <a:pt x="1039410" y="487663"/>
                  </a:lnTo>
                  <a:lnTo>
                    <a:pt x="978363" y="548710"/>
                  </a:lnTo>
                  <a:lnTo>
                    <a:pt x="61047" y="548710"/>
                  </a:lnTo>
                  <a:lnTo>
                    <a:pt x="0" y="487663"/>
                  </a:lnTo>
                  <a:lnTo>
                    <a:pt x="0" y="365569"/>
                  </a:lnTo>
                  <a:lnTo>
                    <a:pt x="30524" y="365569"/>
                  </a:lnTo>
                  <a:cubicBezTo>
                    <a:pt x="78719" y="365569"/>
                    <a:pt x="120488" y="331029"/>
                    <a:pt x="130127" y="283637"/>
                  </a:cubicBezTo>
                  <a:cubicBezTo>
                    <a:pt x="133340" y="268375"/>
                    <a:pt x="137356" y="254720"/>
                    <a:pt x="142979" y="241867"/>
                  </a:cubicBezTo>
                  <a:lnTo>
                    <a:pt x="62654" y="161542"/>
                  </a:lnTo>
                  <a:lnTo>
                    <a:pt x="84342" y="139854"/>
                  </a:lnTo>
                  <a:cubicBezTo>
                    <a:pt x="137356" y="86839"/>
                    <a:pt x="229730" y="82020"/>
                    <a:pt x="287565" y="127806"/>
                  </a:cubicBezTo>
                  <a:cubicBezTo>
                    <a:pt x="303630" y="123789"/>
                    <a:pt x="319695" y="122183"/>
                    <a:pt x="336563" y="122183"/>
                  </a:cubicBezTo>
                  <a:lnTo>
                    <a:pt x="448215" y="122183"/>
                  </a:lnTo>
                  <a:cubicBezTo>
                    <a:pt x="472313" y="122183"/>
                    <a:pt x="496411" y="118167"/>
                    <a:pt x="518902" y="108527"/>
                  </a:cubicBezTo>
                  <a:cubicBezTo>
                    <a:pt x="533360" y="103708"/>
                    <a:pt x="547819" y="97282"/>
                    <a:pt x="560671" y="87643"/>
                  </a:cubicBezTo>
                  <a:lnTo>
                    <a:pt x="625734" y="44267"/>
                  </a:lnTo>
                  <a:cubicBezTo>
                    <a:pt x="706863" y="-9551"/>
                    <a:pt x="812089" y="-15174"/>
                    <a:pt x="898840" y="32218"/>
                  </a:cubicBezTo>
                  <a:cubicBezTo>
                    <a:pt x="984789" y="78807"/>
                    <a:pt x="1039410" y="169574"/>
                    <a:pt x="1039410" y="272391"/>
                  </a:cubicBezTo>
                  <a:lnTo>
                    <a:pt x="1039410" y="27239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6" name="Google Shape;5076;p45"/>
            <p:cNvSpPr/>
            <p:nvPr/>
          </p:nvSpPr>
          <p:spPr>
            <a:xfrm>
              <a:off x="5869963" y="3813495"/>
              <a:ext cx="311822" cy="328744"/>
            </a:xfrm>
            <a:custGeom>
              <a:rect b="b" l="l" r="r" t="t"/>
              <a:pathLst>
                <a:path extrusionOk="0" h="547906" w="519704">
                  <a:moveTo>
                    <a:pt x="519705" y="271588"/>
                  </a:moveTo>
                  <a:lnTo>
                    <a:pt x="519705" y="486860"/>
                  </a:lnTo>
                  <a:lnTo>
                    <a:pt x="458658" y="547907"/>
                  </a:lnTo>
                  <a:lnTo>
                    <a:pt x="0" y="547907"/>
                  </a:lnTo>
                  <a:lnTo>
                    <a:pt x="0" y="108527"/>
                  </a:lnTo>
                  <a:cubicBezTo>
                    <a:pt x="14458" y="103708"/>
                    <a:pt x="28917" y="97282"/>
                    <a:pt x="41769" y="87643"/>
                  </a:cubicBezTo>
                  <a:lnTo>
                    <a:pt x="106833" y="44267"/>
                  </a:lnTo>
                  <a:cubicBezTo>
                    <a:pt x="187961" y="-9551"/>
                    <a:pt x="293188" y="-15174"/>
                    <a:pt x="379939" y="32218"/>
                  </a:cubicBezTo>
                  <a:cubicBezTo>
                    <a:pt x="465084" y="78003"/>
                    <a:pt x="519705" y="168771"/>
                    <a:pt x="519705" y="271588"/>
                  </a:cubicBezTo>
                  <a:lnTo>
                    <a:pt x="519705" y="271588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7" name="Google Shape;5077;p45"/>
            <p:cNvSpPr/>
            <p:nvPr/>
          </p:nvSpPr>
          <p:spPr>
            <a:xfrm>
              <a:off x="5669216" y="4032106"/>
              <a:ext cx="255916" cy="91571"/>
            </a:xfrm>
            <a:custGeom>
              <a:rect b="b" l="l" r="r" t="t"/>
              <a:pathLst>
                <a:path extrusionOk="0" h="152618" w="426527">
                  <a:moveTo>
                    <a:pt x="426527" y="122095"/>
                  </a:moveTo>
                  <a:lnTo>
                    <a:pt x="426527" y="152618"/>
                  </a:lnTo>
                  <a:lnTo>
                    <a:pt x="0" y="152618"/>
                  </a:lnTo>
                  <a:lnTo>
                    <a:pt x="0" y="122095"/>
                  </a:lnTo>
                  <a:cubicBezTo>
                    <a:pt x="0" y="55425"/>
                    <a:pt x="54621" y="0"/>
                    <a:pt x="122095" y="0"/>
                  </a:cubicBezTo>
                  <a:cubicBezTo>
                    <a:pt x="158241" y="0"/>
                    <a:pt x="191174" y="16065"/>
                    <a:pt x="213665" y="41769"/>
                  </a:cubicBezTo>
                  <a:cubicBezTo>
                    <a:pt x="236156" y="16065"/>
                    <a:pt x="268286" y="0"/>
                    <a:pt x="305236" y="0"/>
                  </a:cubicBezTo>
                  <a:cubicBezTo>
                    <a:pt x="315679" y="0"/>
                    <a:pt x="326121" y="1607"/>
                    <a:pt x="335760" y="4016"/>
                  </a:cubicBezTo>
                  <a:cubicBezTo>
                    <a:pt x="387971" y="17672"/>
                    <a:pt x="426527" y="65063"/>
                    <a:pt x="426527" y="122095"/>
                  </a:cubicBezTo>
                  <a:lnTo>
                    <a:pt x="426527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8" name="Google Shape;5078;p45"/>
            <p:cNvSpPr/>
            <p:nvPr/>
          </p:nvSpPr>
          <p:spPr>
            <a:xfrm>
              <a:off x="5869963" y="4034995"/>
              <a:ext cx="54942" cy="88679"/>
            </a:xfrm>
            <a:custGeom>
              <a:rect b="b" l="l" r="r" t="t"/>
              <a:pathLst>
                <a:path extrusionOk="0" h="147798" w="91570">
                  <a:moveTo>
                    <a:pt x="91571" y="117275"/>
                  </a:moveTo>
                  <a:lnTo>
                    <a:pt x="91571" y="147799"/>
                  </a:lnTo>
                  <a:lnTo>
                    <a:pt x="0" y="147799"/>
                  </a:lnTo>
                  <a:lnTo>
                    <a:pt x="0" y="0"/>
                  </a:lnTo>
                  <a:cubicBezTo>
                    <a:pt x="53015" y="12852"/>
                    <a:pt x="91571" y="60244"/>
                    <a:pt x="91571" y="117275"/>
                  </a:cubicBezTo>
                  <a:lnTo>
                    <a:pt x="91571" y="11727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9" name="Google Shape;5079;p45"/>
            <p:cNvSpPr/>
            <p:nvPr/>
          </p:nvSpPr>
          <p:spPr>
            <a:xfrm>
              <a:off x="5705804" y="395941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0" name="Google Shape;5080;p45"/>
            <p:cNvSpPr/>
            <p:nvPr/>
          </p:nvSpPr>
          <p:spPr>
            <a:xfrm>
              <a:off x="5961430" y="3959895"/>
              <a:ext cx="91088" cy="182177"/>
            </a:xfrm>
            <a:custGeom>
              <a:rect b="b" l="l" r="r" t="t"/>
              <a:pathLst>
                <a:path extrusionOk="0" h="303629" w="151814">
                  <a:moveTo>
                    <a:pt x="151815" y="303630"/>
                  </a:moveTo>
                  <a:cubicBezTo>
                    <a:pt x="68277" y="303630"/>
                    <a:pt x="0" y="235353"/>
                    <a:pt x="0" y="151815"/>
                  </a:cubicBezTo>
                  <a:cubicBezTo>
                    <a:pt x="0" y="68277"/>
                    <a:pt x="68277" y="0"/>
                    <a:pt x="151815" y="0"/>
                  </a:cubicBezTo>
                  <a:lnTo>
                    <a:pt x="151815" y="61047"/>
                  </a:lnTo>
                  <a:cubicBezTo>
                    <a:pt x="101210" y="61047"/>
                    <a:pt x="60244" y="102013"/>
                    <a:pt x="60244" y="152618"/>
                  </a:cubicBezTo>
                  <a:cubicBezTo>
                    <a:pt x="60244" y="203223"/>
                    <a:pt x="101210" y="244189"/>
                    <a:pt x="151815" y="244189"/>
                  </a:cubicBezTo>
                  <a:lnTo>
                    <a:pt x="151815" y="30363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1" name="Google Shape;5081;p45"/>
            <p:cNvSpPr/>
            <p:nvPr/>
          </p:nvSpPr>
          <p:spPr>
            <a:xfrm>
              <a:off x="5558974" y="4105281"/>
              <a:ext cx="623164" cy="112294"/>
            </a:xfrm>
            <a:custGeom>
              <a:rect b="b" l="l" r="r" t="t"/>
              <a:pathLst>
                <a:path extrusionOk="0" h="187157" w="1038606">
                  <a:moveTo>
                    <a:pt x="0" y="0"/>
                  </a:moveTo>
                  <a:lnTo>
                    <a:pt x="0" y="30524"/>
                  </a:lnTo>
                  <a:cubicBezTo>
                    <a:pt x="0" y="114865"/>
                    <a:pt x="68277" y="187158"/>
                    <a:pt x="151815" y="187158"/>
                  </a:cubicBezTo>
                  <a:lnTo>
                    <a:pt x="884382" y="187158"/>
                  </a:lnTo>
                  <a:cubicBezTo>
                    <a:pt x="968724" y="187158"/>
                    <a:pt x="1038607" y="114865"/>
                    <a:pt x="1038607" y="30524"/>
                  </a:cubicBezTo>
                  <a:lnTo>
                    <a:pt x="1038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2" name="Google Shape;5082;p45"/>
            <p:cNvSpPr/>
            <p:nvPr/>
          </p:nvSpPr>
          <p:spPr>
            <a:xfrm>
              <a:off x="5869963" y="4105281"/>
              <a:ext cx="311822" cy="112294"/>
            </a:xfrm>
            <a:custGeom>
              <a:rect b="b" l="l" r="r" t="t"/>
              <a:pathLst>
                <a:path extrusionOk="0" h="187157" w="519704">
                  <a:moveTo>
                    <a:pt x="519705" y="0"/>
                  </a:moveTo>
                  <a:lnTo>
                    <a:pt x="519705" y="30524"/>
                  </a:lnTo>
                  <a:cubicBezTo>
                    <a:pt x="519705" y="114865"/>
                    <a:pt x="449822" y="187158"/>
                    <a:pt x="365480" y="187158"/>
                  </a:cubicBezTo>
                  <a:lnTo>
                    <a:pt x="0" y="187158"/>
                  </a:lnTo>
                  <a:lnTo>
                    <a:pt x="0" y="803"/>
                  </a:lnTo>
                  <a:lnTo>
                    <a:pt x="519705" y="8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3" name="Google Shape;5083;p45"/>
          <p:cNvGrpSpPr/>
          <p:nvPr/>
        </p:nvGrpSpPr>
        <p:grpSpPr>
          <a:xfrm>
            <a:off x="7087890" y="3711219"/>
            <a:ext cx="588826" cy="552423"/>
            <a:chOff x="9888854" y="5203827"/>
            <a:chExt cx="1039410" cy="975150"/>
          </a:xfrm>
        </p:grpSpPr>
        <p:sp>
          <p:nvSpPr>
            <p:cNvPr id="5084" name="Google Shape;5084;p45"/>
            <p:cNvSpPr/>
            <p:nvPr/>
          </p:nvSpPr>
          <p:spPr>
            <a:xfrm>
              <a:off x="10621421" y="5265678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5" name="Google Shape;5085;p45"/>
            <p:cNvSpPr/>
            <p:nvPr/>
          </p:nvSpPr>
          <p:spPr>
            <a:xfrm>
              <a:off x="10743516" y="5203827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61047" y="122095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82339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6" name="Google Shape;5086;p45"/>
            <p:cNvSpPr/>
            <p:nvPr/>
          </p:nvSpPr>
          <p:spPr>
            <a:xfrm>
              <a:off x="10499326" y="5204630"/>
              <a:ext cx="61047" cy="182338"/>
            </a:xfrm>
            <a:custGeom>
              <a:rect b="b" l="l" r="r" t="t"/>
              <a:pathLst>
                <a:path extrusionOk="0" h="182338" w="61047">
                  <a:moveTo>
                    <a:pt x="61047" y="182339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5"/>
                  </a:lnTo>
                  <a:lnTo>
                    <a:pt x="61047" y="18233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7" name="Google Shape;5087;p45"/>
            <p:cNvSpPr/>
            <p:nvPr/>
          </p:nvSpPr>
          <p:spPr>
            <a:xfrm>
              <a:off x="10651945" y="5265678"/>
              <a:ext cx="30523" cy="91570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8" name="Google Shape;5088;p45"/>
            <p:cNvSpPr/>
            <p:nvPr/>
          </p:nvSpPr>
          <p:spPr>
            <a:xfrm>
              <a:off x="10500130" y="5325922"/>
              <a:ext cx="304433" cy="212862"/>
            </a:xfrm>
            <a:custGeom>
              <a:rect b="b" l="l" r="r" t="t"/>
              <a:pathLst>
                <a:path extrusionOk="0" h="212862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9" name="Google Shape;5089;p45"/>
            <p:cNvSpPr/>
            <p:nvPr/>
          </p:nvSpPr>
          <p:spPr>
            <a:xfrm>
              <a:off x="10651945" y="5325922"/>
              <a:ext cx="151814" cy="212862"/>
            </a:xfrm>
            <a:custGeom>
              <a:rect b="b" l="l" r="r" t="t"/>
              <a:pathLst>
                <a:path extrusionOk="0" h="212862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0" name="Google Shape;5090;p45"/>
            <p:cNvSpPr/>
            <p:nvPr/>
          </p:nvSpPr>
          <p:spPr>
            <a:xfrm>
              <a:off x="10621421" y="544801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1" name="Google Shape;5091;p45"/>
            <p:cNvSpPr/>
            <p:nvPr/>
          </p:nvSpPr>
          <p:spPr>
            <a:xfrm>
              <a:off x="10651945" y="5448016"/>
              <a:ext cx="30523" cy="91570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2" name="Google Shape;5092;p45"/>
            <p:cNvSpPr/>
            <p:nvPr/>
          </p:nvSpPr>
          <p:spPr>
            <a:xfrm>
              <a:off x="10134650" y="581349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3" name="Google Shape;5093;p45"/>
            <p:cNvSpPr/>
            <p:nvPr/>
          </p:nvSpPr>
          <p:spPr>
            <a:xfrm>
              <a:off x="10255941" y="5813496"/>
              <a:ext cx="61047" cy="91570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4" name="Google Shape;5094;p45"/>
            <p:cNvSpPr/>
            <p:nvPr/>
          </p:nvSpPr>
          <p:spPr>
            <a:xfrm>
              <a:off x="10439082" y="5995835"/>
              <a:ext cx="428134" cy="183142"/>
            </a:xfrm>
            <a:custGeom>
              <a:rect b="b" l="l" r="r" t="t"/>
              <a:pathLst>
                <a:path extrusionOk="0" h="183142" w="428134">
                  <a:moveTo>
                    <a:pt x="428135" y="61048"/>
                  </a:moveTo>
                  <a:lnTo>
                    <a:pt x="428135" y="183142"/>
                  </a:lnTo>
                  <a:lnTo>
                    <a:pt x="61047" y="183142"/>
                  </a:lnTo>
                  <a:lnTo>
                    <a:pt x="0" y="122095"/>
                  </a:lnTo>
                  <a:lnTo>
                    <a:pt x="0" y="61048"/>
                  </a:lnTo>
                  <a:lnTo>
                    <a:pt x="61047" y="0"/>
                  </a:lnTo>
                  <a:lnTo>
                    <a:pt x="365480" y="0"/>
                  </a:lnTo>
                  <a:lnTo>
                    <a:pt x="428135" y="6104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5" name="Google Shape;5095;p45"/>
            <p:cNvSpPr/>
            <p:nvPr/>
          </p:nvSpPr>
          <p:spPr>
            <a:xfrm>
              <a:off x="10651945" y="5996638"/>
              <a:ext cx="215272" cy="182338"/>
            </a:xfrm>
            <a:custGeom>
              <a:rect b="b" l="l" r="r" t="t"/>
              <a:pathLst>
                <a:path extrusionOk="0" h="182338" w="215272">
                  <a:moveTo>
                    <a:pt x="215272" y="60244"/>
                  </a:moveTo>
                  <a:lnTo>
                    <a:pt x="215272" y="182339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51815" y="0"/>
                  </a:lnTo>
                  <a:lnTo>
                    <a:pt x="215272" y="6024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6" name="Google Shape;5096;p45"/>
            <p:cNvSpPr/>
            <p:nvPr/>
          </p:nvSpPr>
          <p:spPr>
            <a:xfrm>
              <a:off x="10439083" y="5539587"/>
              <a:ext cx="428134" cy="517295"/>
            </a:xfrm>
            <a:custGeom>
              <a:rect b="b" l="l" r="r" t="t"/>
              <a:pathLst>
                <a:path extrusionOk="0" h="517295" w="428134">
                  <a:moveTo>
                    <a:pt x="0" y="0"/>
                  </a:moveTo>
                  <a:lnTo>
                    <a:pt x="428134" y="0"/>
                  </a:lnTo>
                  <a:lnTo>
                    <a:pt x="428134" y="517295"/>
                  </a:lnTo>
                  <a:lnTo>
                    <a:pt x="0" y="51729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7" name="Google Shape;5097;p45"/>
            <p:cNvSpPr/>
            <p:nvPr/>
          </p:nvSpPr>
          <p:spPr>
            <a:xfrm>
              <a:off x="10651945" y="5539587"/>
              <a:ext cx="215271" cy="517295"/>
            </a:xfrm>
            <a:custGeom>
              <a:rect b="b" l="l" r="r" t="t"/>
              <a:pathLst>
                <a:path extrusionOk="0" h="517295" w="215271">
                  <a:moveTo>
                    <a:pt x="0" y="0"/>
                  </a:moveTo>
                  <a:lnTo>
                    <a:pt x="215272" y="0"/>
                  </a:lnTo>
                  <a:lnTo>
                    <a:pt x="215272" y="517295"/>
                  </a:lnTo>
                  <a:lnTo>
                    <a:pt x="0" y="5172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8" name="Google Shape;5098;p45"/>
            <p:cNvSpPr/>
            <p:nvPr/>
          </p:nvSpPr>
          <p:spPr>
            <a:xfrm>
              <a:off x="9951508" y="5874544"/>
              <a:ext cx="547818" cy="304433"/>
            </a:xfrm>
            <a:custGeom>
              <a:rect b="b" l="l" r="r" t="t"/>
              <a:pathLst>
                <a:path extrusionOk="0" h="304433" w="547818">
                  <a:moveTo>
                    <a:pt x="0" y="0"/>
                  </a:moveTo>
                  <a:lnTo>
                    <a:pt x="547819" y="0"/>
                  </a:lnTo>
                  <a:lnTo>
                    <a:pt x="547819" y="304433"/>
                  </a:lnTo>
                  <a:lnTo>
                    <a:pt x="0" y="30443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9" name="Google Shape;5099;p45"/>
            <p:cNvSpPr/>
            <p:nvPr/>
          </p:nvSpPr>
          <p:spPr>
            <a:xfrm>
              <a:off x="10621421" y="563035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0" name="Google Shape;5100;p45"/>
            <p:cNvSpPr/>
            <p:nvPr/>
          </p:nvSpPr>
          <p:spPr>
            <a:xfrm>
              <a:off x="10621421" y="5752449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1" name="Google Shape;5101;p45"/>
            <p:cNvSpPr/>
            <p:nvPr/>
          </p:nvSpPr>
          <p:spPr>
            <a:xfrm>
              <a:off x="10621421" y="5874544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2" name="Google Shape;5102;p45"/>
            <p:cNvSpPr/>
            <p:nvPr/>
          </p:nvSpPr>
          <p:spPr>
            <a:xfrm>
              <a:off x="10073602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3" name="Google Shape;5103;p45"/>
            <p:cNvSpPr/>
            <p:nvPr/>
          </p:nvSpPr>
          <p:spPr>
            <a:xfrm>
              <a:off x="10195697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4" name="Google Shape;5104;p45"/>
            <p:cNvSpPr/>
            <p:nvPr/>
          </p:nvSpPr>
          <p:spPr>
            <a:xfrm>
              <a:off x="10316988" y="5995835"/>
              <a:ext cx="61047" cy="61047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5" name="Google Shape;5105;p45"/>
            <p:cNvSpPr/>
            <p:nvPr/>
          </p:nvSpPr>
          <p:spPr>
            <a:xfrm>
              <a:off x="10651945" y="5630355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6" name="Google Shape;5106;p45"/>
            <p:cNvSpPr/>
            <p:nvPr/>
          </p:nvSpPr>
          <p:spPr>
            <a:xfrm>
              <a:off x="10651945" y="5752449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7" name="Google Shape;5107;p45"/>
            <p:cNvSpPr/>
            <p:nvPr/>
          </p:nvSpPr>
          <p:spPr>
            <a:xfrm>
              <a:off x="10651945" y="5874544"/>
              <a:ext cx="30523" cy="61047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8" name="Google Shape;5108;p45"/>
            <p:cNvSpPr/>
            <p:nvPr/>
          </p:nvSpPr>
          <p:spPr>
            <a:xfrm>
              <a:off x="10378035" y="5448016"/>
              <a:ext cx="550228" cy="122094"/>
            </a:xfrm>
            <a:custGeom>
              <a:rect b="b" l="l" r="r" t="t"/>
              <a:pathLst>
                <a:path extrusionOk="0" h="122094" w="550228">
                  <a:moveTo>
                    <a:pt x="550229" y="0"/>
                  </a:moveTo>
                  <a:lnTo>
                    <a:pt x="550229" y="122094"/>
                  </a:lnTo>
                  <a:lnTo>
                    <a:pt x="0" y="122094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61047"/>
                  </a:lnTo>
                  <a:lnTo>
                    <a:pt x="489182" y="61047"/>
                  </a:lnTo>
                  <a:lnTo>
                    <a:pt x="489182" y="0"/>
                  </a:lnTo>
                  <a:lnTo>
                    <a:pt x="550229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9" name="Google Shape;5109;p45"/>
            <p:cNvSpPr/>
            <p:nvPr/>
          </p:nvSpPr>
          <p:spPr>
            <a:xfrm>
              <a:off x="10651945" y="5448016"/>
              <a:ext cx="276319" cy="122094"/>
            </a:xfrm>
            <a:custGeom>
              <a:rect b="b" l="l" r="r" t="t"/>
              <a:pathLst>
                <a:path extrusionOk="0" h="122094" w="276319">
                  <a:moveTo>
                    <a:pt x="276319" y="0"/>
                  </a:moveTo>
                  <a:lnTo>
                    <a:pt x="276319" y="122094"/>
                  </a:lnTo>
                  <a:lnTo>
                    <a:pt x="0" y="122094"/>
                  </a:lnTo>
                  <a:lnTo>
                    <a:pt x="0" y="61047"/>
                  </a:lnTo>
                  <a:lnTo>
                    <a:pt x="215272" y="61047"/>
                  </a:lnTo>
                  <a:lnTo>
                    <a:pt x="215272" y="0"/>
                  </a:lnTo>
                  <a:lnTo>
                    <a:pt x="276319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0" name="Google Shape;5110;p45"/>
            <p:cNvSpPr/>
            <p:nvPr/>
          </p:nvSpPr>
          <p:spPr>
            <a:xfrm>
              <a:off x="9888854" y="5618306"/>
              <a:ext cx="184748" cy="256238"/>
            </a:xfrm>
            <a:custGeom>
              <a:rect b="b" l="l" r="r" t="t"/>
              <a:pathLst>
                <a:path extrusionOk="0" h="256238" w="184748">
                  <a:moveTo>
                    <a:pt x="93177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2654" y="256238"/>
                  </a:lnTo>
                  <a:lnTo>
                    <a:pt x="123701" y="256238"/>
                  </a:lnTo>
                  <a:lnTo>
                    <a:pt x="184748" y="195191"/>
                  </a:lnTo>
                  <a:lnTo>
                    <a:pt x="184748" y="91571"/>
                  </a:lnTo>
                  <a:lnTo>
                    <a:pt x="93177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1" name="Google Shape;5111;p45"/>
            <p:cNvSpPr/>
            <p:nvPr/>
          </p:nvSpPr>
          <p:spPr>
            <a:xfrm>
              <a:off x="9888854" y="5813496"/>
              <a:ext cx="184748" cy="122094"/>
            </a:xfrm>
            <a:custGeom>
              <a:rect b="b" l="l" r="r" t="t"/>
              <a:pathLst>
                <a:path extrusionOk="0" h="122094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2" name="Google Shape;5112;p45"/>
            <p:cNvSpPr/>
            <p:nvPr/>
          </p:nvSpPr>
          <p:spPr>
            <a:xfrm>
              <a:off x="10743516" y="5618306"/>
              <a:ext cx="184748" cy="256238"/>
            </a:xfrm>
            <a:custGeom>
              <a:rect b="b" l="l" r="r" t="t"/>
              <a:pathLst>
                <a:path extrusionOk="0" h="256238" w="184748">
                  <a:moveTo>
                    <a:pt x="91571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1047" y="256238"/>
                  </a:lnTo>
                  <a:lnTo>
                    <a:pt x="123701" y="256238"/>
                  </a:lnTo>
                  <a:lnTo>
                    <a:pt x="184748" y="195191"/>
                  </a:lnTo>
                  <a:lnTo>
                    <a:pt x="184748" y="91571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3" name="Google Shape;5113;p45"/>
            <p:cNvSpPr/>
            <p:nvPr/>
          </p:nvSpPr>
          <p:spPr>
            <a:xfrm>
              <a:off x="10743516" y="5813496"/>
              <a:ext cx="184748" cy="122094"/>
            </a:xfrm>
            <a:custGeom>
              <a:rect b="b" l="l" r="r" t="t"/>
              <a:pathLst>
                <a:path extrusionOk="0" h="122094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4" name="Google Shape;5114;p45"/>
            <p:cNvSpPr/>
            <p:nvPr/>
          </p:nvSpPr>
          <p:spPr>
            <a:xfrm>
              <a:off x="10378035" y="5618306"/>
              <a:ext cx="183142" cy="256238"/>
            </a:xfrm>
            <a:custGeom>
              <a:rect b="b" l="l" r="r" t="t"/>
              <a:pathLst>
                <a:path extrusionOk="0" h="256238" w="183142">
                  <a:moveTo>
                    <a:pt x="91571" y="0"/>
                  </a:moveTo>
                  <a:lnTo>
                    <a:pt x="0" y="91571"/>
                  </a:lnTo>
                  <a:lnTo>
                    <a:pt x="0" y="195191"/>
                  </a:lnTo>
                  <a:lnTo>
                    <a:pt x="61047" y="256238"/>
                  </a:lnTo>
                  <a:lnTo>
                    <a:pt x="122094" y="256238"/>
                  </a:lnTo>
                  <a:lnTo>
                    <a:pt x="183142" y="195191"/>
                  </a:lnTo>
                  <a:lnTo>
                    <a:pt x="183142" y="91571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5" name="Google Shape;5115;p45"/>
            <p:cNvSpPr/>
            <p:nvPr/>
          </p:nvSpPr>
          <p:spPr>
            <a:xfrm>
              <a:off x="10378035" y="5813496"/>
              <a:ext cx="182338" cy="122094"/>
            </a:xfrm>
            <a:custGeom>
              <a:rect b="b" l="l" r="r" t="t"/>
              <a:pathLst>
                <a:path extrusionOk="0" h="122094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6" name="Google Shape;5116;p45"/>
          <p:cNvGrpSpPr/>
          <p:nvPr/>
        </p:nvGrpSpPr>
        <p:grpSpPr>
          <a:xfrm>
            <a:off x="3173481" y="3675165"/>
            <a:ext cx="379688" cy="588568"/>
            <a:chOff x="3092725" y="3619059"/>
            <a:chExt cx="401658" cy="622626"/>
          </a:xfrm>
        </p:grpSpPr>
        <p:sp>
          <p:nvSpPr>
            <p:cNvPr id="5117" name="Google Shape;5117;p45"/>
            <p:cNvSpPr/>
            <p:nvPr/>
          </p:nvSpPr>
          <p:spPr>
            <a:xfrm>
              <a:off x="3275178" y="3619059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8" name="Google Shape;5118;p45"/>
            <p:cNvSpPr/>
            <p:nvPr/>
          </p:nvSpPr>
          <p:spPr>
            <a:xfrm>
              <a:off x="3293472" y="3619059"/>
              <a:ext cx="18314" cy="55906"/>
            </a:xfrm>
            <a:custGeom>
              <a:rect b="b" l="l" r="r" t="t"/>
              <a:pathLst>
                <a:path extrusionOk="0" h="93177" w="30523">
                  <a:moveTo>
                    <a:pt x="0" y="0"/>
                  </a:moveTo>
                  <a:lnTo>
                    <a:pt x="30524" y="0"/>
                  </a:lnTo>
                  <a:lnTo>
                    <a:pt x="30524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9" name="Google Shape;5119;p45"/>
            <p:cNvSpPr/>
            <p:nvPr/>
          </p:nvSpPr>
          <p:spPr>
            <a:xfrm>
              <a:off x="3239073" y="3647944"/>
              <a:ext cx="109403" cy="100246"/>
            </a:xfrm>
            <a:custGeom>
              <a:rect b="b" l="l" r="r" t="t"/>
              <a:pathLst>
                <a:path extrusionOk="0" h="167076" w="182338">
                  <a:moveTo>
                    <a:pt x="182339" y="93177"/>
                  </a:moveTo>
                  <a:lnTo>
                    <a:pt x="182339" y="167077"/>
                  </a:lnTo>
                  <a:lnTo>
                    <a:pt x="0" y="167077"/>
                  </a:lnTo>
                  <a:lnTo>
                    <a:pt x="0" y="93177"/>
                  </a:lnTo>
                  <a:lnTo>
                    <a:pt x="91571" y="0"/>
                  </a:lnTo>
                  <a:lnTo>
                    <a:pt x="182339" y="9317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0" name="Google Shape;5120;p45"/>
            <p:cNvSpPr/>
            <p:nvPr/>
          </p:nvSpPr>
          <p:spPr>
            <a:xfrm>
              <a:off x="3293472" y="3647944"/>
              <a:ext cx="54942" cy="100246"/>
            </a:xfrm>
            <a:custGeom>
              <a:rect b="b" l="l" r="r" t="t"/>
              <a:pathLst>
                <a:path extrusionOk="0" h="167076" w="91570">
                  <a:moveTo>
                    <a:pt x="91571" y="93177"/>
                  </a:moveTo>
                  <a:lnTo>
                    <a:pt x="91571" y="167077"/>
                  </a:lnTo>
                  <a:lnTo>
                    <a:pt x="0" y="167077"/>
                  </a:lnTo>
                  <a:lnTo>
                    <a:pt x="0" y="0"/>
                  </a:lnTo>
                  <a:lnTo>
                    <a:pt x="91571" y="9317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1" name="Google Shape;5121;p45"/>
            <p:cNvSpPr/>
            <p:nvPr/>
          </p:nvSpPr>
          <p:spPr>
            <a:xfrm>
              <a:off x="3229445" y="3747595"/>
              <a:ext cx="108921" cy="90607"/>
            </a:xfrm>
            <a:custGeom>
              <a:rect b="b" l="l" r="r" t="t"/>
              <a:pathLst>
                <a:path extrusionOk="0" h="151011" w="181535">
                  <a:moveTo>
                    <a:pt x="181535" y="0"/>
                  </a:moveTo>
                  <a:lnTo>
                    <a:pt x="107636" y="104423"/>
                  </a:lnTo>
                  <a:lnTo>
                    <a:pt x="77112" y="147798"/>
                  </a:lnTo>
                  <a:lnTo>
                    <a:pt x="0" y="151012"/>
                  </a:lnTo>
                  <a:lnTo>
                    <a:pt x="16065" y="0"/>
                  </a:lnTo>
                  <a:lnTo>
                    <a:pt x="181535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2" name="Google Shape;5122;p45"/>
            <p:cNvSpPr/>
            <p:nvPr/>
          </p:nvSpPr>
          <p:spPr>
            <a:xfrm>
              <a:off x="3293953" y="3747595"/>
              <a:ext cx="44339" cy="62653"/>
            </a:xfrm>
            <a:custGeom>
              <a:rect b="b" l="l" r="r" t="t"/>
              <a:pathLst>
                <a:path extrusionOk="0" h="104422" w="73899">
                  <a:moveTo>
                    <a:pt x="73899" y="0"/>
                  </a:moveTo>
                  <a:lnTo>
                    <a:pt x="0" y="104423"/>
                  </a:lnTo>
                  <a:lnTo>
                    <a:pt x="0" y="0"/>
                  </a:lnTo>
                  <a:lnTo>
                    <a:pt x="73899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3" name="Google Shape;5123;p45"/>
            <p:cNvSpPr/>
            <p:nvPr/>
          </p:nvSpPr>
          <p:spPr>
            <a:xfrm>
              <a:off x="3215484" y="3747595"/>
              <a:ext cx="144103" cy="224107"/>
            </a:xfrm>
            <a:custGeom>
              <a:rect b="b" l="l" r="r" t="t"/>
              <a:pathLst>
                <a:path extrusionOk="0" h="373512" w="240172">
                  <a:moveTo>
                    <a:pt x="240173" y="173503"/>
                  </a:moveTo>
                  <a:lnTo>
                    <a:pt x="130930" y="320498"/>
                  </a:lnTo>
                  <a:lnTo>
                    <a:pt x="120488" y="334153"/>
                  </a:lnTo>
                  <a:lnTo>
                    <a:pt x="0" y="373513"/>
                  </a:lnTo>
                  <a:lnTo>
                    <a:pt x="24098" y="151012"/>
                  </a:lnTo>
                  <a:lnTo>
                    <a:pt x="130930" y="61850"/>
                  </a:lnTo>
                  <a:lnTo>
                    <a:pt x="204830" y="0"/>
                  </a:lnTo>
                  <a:lnTo>
                    <a:pt x="221698" y="0"/>
                  </a:lnTo>
                  <a:lnTo>
                    <a:pt x="240173" y="1735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4" name="Google Shape;5124;p45"/>
            <p:cNvSpPr/>
            <p:nvPr/>
          </p:nvSpPr>
          <p:spPr>
            <a:xfrm>
              <a:off x="3293953" y="3748076"/>
              <a:ext cx="65545" cy="191816"/>
            </a:xfrm>
            <a:custGeom>
              <a:rect b="b" l="l" r="r" t="t"/>
              <a:pathLst>
                <a:path extrusionOk="0" h="319694" w="109242">
                  <a:moveTo>
                    <a:pt x="109243" y="172700"/>
                  </a:moveTo>
                  <a:lnTo>
                    <a:pt x="0" y="319695"/>
                  </a:lnTo>
                  <a:lnTo>
                    <a:pt x="0" y="61851"/>
                  </a:lnTo>
                  <a:lnTo>
                    <a:pt x="73899" y="0"/>
                  </a:lnTo>
                  <a:lnTo>
                    <a:pt x="90768" y="0"/>
                  </a:lnTo>
                  <a:lnTo>
                    <a:pt x="109243" y="17270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5" name="Google Shape;5125;p45"/>
            <p:cNvSpPr/>
            <p:nvPr/>
          </p:nvSpPr>
          <p:spPr>
            <a:xfrm>
              <a:off x="3202005" y="3851579"/>
              <a:ext cx="169165" cy="248687"/>
            </a:xfrm>
            <a:custGeom>
              <a:rect b="b" l="l" r="r" t="t"/>
              <a:pathLst>
                <a:path extrusionOk="0" h="414478" w="281941">
                  <a:moveTo>
                    <a:pt x="281942" y="186355"/>
                  </a:moveTo>
                  <a:lnTo>
                    <a:pt x="203223" y="303630"/>
                  </a:lnTo>
                  <a:lnTo>
                    <a:pt x="152618" y="332547"/>
                  </a:lnTo>
                  <a:lnTo>
                    <a:pt x="8836" y="414479"/>
                  </a:lnTo>
                  <a:lnTo>
                    <a:pt x="0" y="405643"/>
                  </a:lnTo>
                  <a:lnTo>
                    <a:pt x="21688" y="200813"/>
                  </a:lnTo>
                  <a:lnTo>
                    <a:pt x="152618" y="91571"/>
                  </a:lnTo>
                  <a:lnTo>
                    <a:pt x="261860" y="0"/>
                  </a:lnTo>
                  <a:lnTo>
                    <a:pt x="281942" y="18635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6" name="Google Shape;5126;p45"/>
            <p:cNvSpPr/>
            <p:nvPr/>
          </p:nvSpPr>
          <p:spPr>
            <a:xfrm>
              <a:off x="3293472" y="3851579"/>
              <a:ext cx="77594" cy="199528"/>
            </a:xfrm>
            <a:custGeom>
              <a:rect b="b" l="l" r="r" t="t"/>
              <a:pathLst>
                <a:path extrusionOk="0" h="332547" w="129323">
                  <a:moveTo>
                    <a:pt x="110046" y="0"/>
                  </a:moveTo>
                  <a:lnTo>
                    <a:pt x="129324" y="186355"/>
                  </a:lnTo>
                  <a:lnTo>
                    <a:pt x="50605" y="303630"/>
                  </a:lnTo>
                  <a:lnTo>
                    <a:pt x="0" y="332547"/>
                  </a:lnTo>
                  <a:lnTo>
                    <a:pt x="0" y="92374"/>
                  </a:lnTo>
                  <a:lnTo>
                    <a:pt x="110046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7" name="Google Shape;5127;p45"/>
            <p:cNvSpPr/>
            <p:nvPr/>
          </p:nvSpPr>
          <p:spPr>
            <a:xfrm>
              <a:off x="3207782" y="3963265"/>
              <a:ext cx="177358" cy="167719"/>
            </a:xfrm>
            <a:custGeom>
              <a:rect b="b" l="l" r="r" t="t"/>
              <a:pathLst>
                <a:path extrusionOk="0" h="279532" w="295597">
                  <a:moveTo>
                    <a:pt x="295597" y="218485"/>
                  </a:moveTo>
                  <a:lnTo>
                    <a:pt x="234550" y="279532"/>
                  </a:lnTo>
                  <a:lnTo>
                    <a:pt x="52211" y="279532"/>
                  </a:lnTo>
                  <a:lnTo>
                    <a:pt x="0" y="227321"/>
                  </a:lnTo>
                  <a:lnTo>
                    <a:pt x="143782" y="107636"/>
                  </a:lnTo>
                  <a:lnTo>
                    <a:pt x="273106" y="0"/>
                  </a:lnTo>
                  <a:lnTo>
                    <a:pt x="281139" y="73096"/>
                  </a:lnTo>
                  <a:lnTo>
                    <a:pt x="295597" y="21848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8" name="Google Shape;5128;p45"/>
            <p:cNvSpPr/>
            <p:nvPr/>
          </p:nvSpPr>
          <p:spPr>
            <a:xfrm>
              <a:off x="3293472" y="3963265"/>
              <a:ext cx="91571" cy="167719"/>
            </a:xfrm>
            <a:custGeom>
              <a:rect b="b" l="l" r="r" t="t"/>
              <a:pathLst>
                <a:path extrusionOk="0" h="279532" w="152618">
                  <a:moveTo>
                    <a:pt x="152618" y="218485"/>
                  </a:moveTo>
                  <a:lnTo>
                    <a:pt x="91571" y="279532"/>
                  </a:lnTo>
                  <a:lnTo>
                    <a:pt x="0" y="279532"/>
                  </a:lnTo>
                  <a:lnTo>
                    <a:pt x="0" y="107636"/>
                  </a:lnTo>
                  <a:lnTo>
                    <a:pt x="129324" y="0"/>
                  </a:lnTo>
                  <a:lnTo>
                    <a:pt x="137356" y="73096"/>
                  </a:lnTo>
                  <a:lnTo>
                    <a:pt x="152618" y="21848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9" name="Google Shape;5129;p45"/>
            <p:cNvSpPr/>
            <p:nvPr/>
          </p:nvSpPr>
          <p:spPr>
            <a:xfrm>
              <a:off x="3092725" y="4057621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5"/>
                  </a:moveTo>
                  <a:lnTo>
                    <a:pt x="0" y="61048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0" name="Google Shape;5130;p45"/>
            <p:cNvSpPr/>
            <p:nvPr/>
          </p:nvSpPr>
          <p:spPr>
            <a:xfrm>
              <a:off x="3092725" y="4094208"/>
              <a:ext cx="146031" cy="147477"/>
            </a:xfrm>
            <a:custGeom>
              <a:rect b="b" l="l" r="r" t="t"/>
              <a:pathLst>
                <a:path extrusionOk="0" h="245795" w="243385">
                  <a:moveTo>
                    <a:pt x="0" y="0"/>
                  </a:moveTo>
                  <a:lnTo>
                    <a:pt x="0" y="245795"/>
                  </a:lnTo>
                  <a:lnTo>
                    <a:pt x="182339" y="245795"/>
                  </a:lnTo>
                  <a:lnTo>
                    <a:pt x="243386" y="183142"/>
                  </a:lnTo>
                  <a:lnTo>
                    <a:pt x="243386" y="61047"/>
                  </a:lnTo>
                  <a:lnTo>
                    <a:pt x="182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45"/>
            <p:cNvSpPr/>
            <p:nvPr/>
          </p:nvSpPr>
          <p:spPr>
            <a:xfrm>
              <a:off x="3348352" y="4094208"/>
              <a:ext cx="146031" cy="147477"/>
            </a:xfrm>
            <a:custGeom>
              <a:rect b="b" l="l" r="r" t="t"/>
              <a:pathLst>
                <a:path extrusionOk="0" h="245795" w="243385">
                  <a:moveTo>
                    <a:pt x="61047" y="0"/>
                  </a:moveTo>
                  <a:lnTo>
                    <a:pt x="0" y="61047"/>
                  </a:lnTo>
                  <a:lnTo>
                    <a:pt x="0" y="183142"/>
                  </a:lnTo>
                  <a:lnTo>
                    <a:pt x="61047" y="245795"/>
                  </a:lnTo>
                  <a:lnTo>
                    <a:pt x="243386" y="245795"/>
                  </a:lnTo>
                  <a:lnTo>
                    <a:pt x="243386" y="0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45"/>
            <p:cNvSpPr/>
            <p:nvPr/>
          </p:nvSpPr>
          <p:spPr>
            <a:xfrm>
              <a:off x="3202005" y="4094208"/>
              <a:ext cx="183142" cy="147477"/>
            </a:xfrm>
            <a:custGeom>
              <a:rect b="b" l="l" r="r" t="t"/>
              <a:pathLst>
                <a:path extrusionOk="0" h="245795" w="305236">
                  <a:moveTo>
                    <a:pt x="305236" y="0"/>
                  </a:moveTo>
                  <a:lnTo>
                    <a:pt x="305236" y="245795"/>
                  </a:lnTo>
                  <a:lnTo>
                    <a:pt x="183142" y="245795"/>
                  </a:lnTo>
                  <a:lnTo>
                    <a:pt x="152618" y="183142"/>
                  </a:lnTo>
                  <a:lnTo>
                    <a:pt x="122094" y="245795"/>
                  </a:lnTo>
                  <a:lnTo>
                    <a:pt x="0" y="245795"/>
                  </a:lnTo>
                  <a:lnTo>
                    <a:pt x="0" y="0"/>
                  </a:lnTo>
                  <a:lnTo>
                    <a:pt x="305236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45"/>
            <p:cNvSpPr/>
            <p:nvPr/>
          </p:nvSpPr>
          <p:spPr>
            <a:xfrm>
              <a:off x="3293472" y="4094208"/>
              <a:ext cx="91571" cy="147477"/>
            </a:xfrm>
            <a:custGeom>
              <a:rect b="b" l="l" r="r" t="t"/>
              <a:pathLst>
                <a:path extrusionOk="0" h="245795" w="152618">
                  <a:moveTo>
                    <a:pt x="152618" y="0"/>
                  </a:moveTo>
                  <a:lnTo>
                    <a:pt x="152618" y="245795"/>
                  </a:lnTo>
                  <a:lnTo>
                    <a:pt x="30524" y="245795"/>
                  </a:lnTo>
                  <a:lnTo>
                    <a:pt x="0" y="183142"/>
                  </a:lnTo>
                  <a:lnTo>
                    <a:pt x="0" y="803"/>
                  </a:lnTo>
                  <a:lnTo>
                    <a:pt x="152618" y="803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45"/>
            <p:cNvSpPr/>
            <p:nvPr/>
          </p:nvSpPr>
          <p:spPr>
            <a:xfrm>
              <a:off x="3202486" y="3729301"/>
              <a:ext cx="182660" cy="36628"/>
            </a:xfrm>
            <a:custGeom>
              <a:rect b="b" l="l" r="r" t="t"/>
              <a:pathLst>
                <a:path extrusionOk="0" h="61047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45"/>
            <p:cNvSpPr/>
            <p:nvPr/>
          </p:nvSpPr>
          <p:spPr>
            <a:xfrm>
              <a:off x="3293472" y="3729301"/>
              <a:ext cx="91088" cy="36628"/>
            </a:xfrm>
            <a:custGeom>
              <a:rect b="b" l="l" r="r" t="t"/>
              <a:pathLst>
                <a:path extrusionOk="0" h="61047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6" name="Google Shape;5136;p45"/>
            <p:cNvSpPr/>
            <p:nvPr/>
          </p:nvSpPr>
          <p:spPr>
            <a:xfrm>
              <a:off x="3275178" y="4167382"/>
              <a:ext cx="36628" cy="74221"/>
            </a:xfrm>
            <a:custGeom>
              <a:rect b="b" l="l" r="r" t="t"/>
              <a:pathLst>
                <a:path extrusionOk="0" h="123701" w="61047">
                  <a:moveTo>
                    <a:pt x="0" y="0"/>
                  </a:moveTo>
                  <a:lnTo>
                    <a:pt x="61047" y="0"/>
                  </a:lnTo>
                  <a:lnTo>
                    <a:pt x="61047" y="123701"/>
                  </a:lnTo>
                  <a:lnTo>
                    <a:pt x="0" y="12370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7" name="Google Shape;5137;p45"/>
            <p:cNvSpPr/>
            <p:nvPr/>
          </p:nvSpPr>
          <p:spPr>
            <a:xfrm>
              <a:off x="3293472" y="4167382"/>
              <a:ext cx="18314" cy="74221"/>
            </a:xfrm>
            <a:custGeom>
              <a:rect b="b" l="l" r="r" t="t"/>
              <a:pathLst>
                <a:path extrusionOk="0" h="123701" w="30523">
                  <a:moveTo>
                    <a:pt x="0" y="0"/>
                  </a:moveTo>
                  <a:lnTo>
                    <a:pt x="30524" y="0"/>
                  </a:lnTo>
                  <a:lnTo>
                    <a:pt x="30524" y="123701"/>
                  </a:lnTo>
                  <a:lnTo>
                    <a:pt x="0" y="12370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8" name="Google Shape;5138;p45"/>
          <p:cNvGrpSpPr/>
          <p:nvPr/>
        </p:nvGrpSpPr>
        <p:grpSpPr>
          <a:xfrm>
            <a:off x="3786011" y="3674748"/>
            <a:ext cx="588607" cy="588983"/>
            <a:chOff x="3740699" y="3673458"/>
            <a:chExt cx="622667" cy="623065"/>
          </a:xfrm>
        </p:grpSpPr>
        <p:sp>
          <p:nvSpPr>
            <p:cNvPr id="5139" name="Google Shape;5139;p45"/>
            <p:cNvSpPr/>
            <p:nvPr/>
          </p:nvSpPr>
          <p:spPr>
            <a:xfrm>
              <a:off x="3960702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0" name="Google Shape;5140;p45"/>
            <p:cNvSpPr/>
            <p:nvPr/>
          </p:nvSpPr>
          <p:spPr>
            <a:xfrm>
              <a:off x="3924115" y="3702343"/>
              <a:ext cx="109885" cy="118560"/>
            </a:xfrm>
            <a:custGeom>
              <a:rect b="b" l="l" r="r" t="t"/>
              <a:pathLst>
                <a:path extrusionOk="0" h="197600" w="183141">
                  <a:moveTo>
                    <a:pt x="61047" y="197600"/>
                  </a:moveTo>
                  <a:lnTo>
                    <a:pt x="122095" y="197600"/>
                  </a:lnTo>
                  <a:lnTo>
                    <a:pt x="183142" y="136553"/>
                  </a:lnTo>
                  <a:lnTo>
                    <a:pt x="183142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7" y="19760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1" name="Google Shape;5141;p45"/>
            <p:cNvSpPr/>
            <p:nvPr/>
          </p:nvSpPr>
          <p:spPr>
            <a:xfrm>
              <a:off x="3814836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2" name="Google Shape;5142;p45"/>
            <p:cNvSpPr/>
            <p:nvPr/>
          </p:nvSpPr>
          <p:spPr>
            <a:xfrm>
              <a:off x="3777767" y="3702343"/>
              <a:ext cx="110367" cy="118560"/>
            </a:xfrm>
            <a:custGeom>
              <a:rect b="b" l="l" r="r" t="t"/>
              <a:pathLst>
                <a:path extrusionOk="0" h="197600" w="183945">
                  <a:moveTo>
                    <a:pt x="61851" y="197600"/>
                  </a:moveTo>
                  <a:lnTo>
                    <a:pt x="122898" y="197600"/>
                  </a:lnTo>
                  <a:lnTo>
                    <a:pt x="183945" y="136553"/>
                  </a:lnTo>
                  <a:lnTo>
                    <a:pt x="183945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851" y="19760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3" name="Google Shape;5143;p45"/>
            <p:cNvSpPr/>
            <p:nvPr/>
          </p:nvSpPr>
          <p:spPr>
            <a:xfrm>
              <a:off x="4252435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4" name="Google Shape;5144;p45"/>
            <p:cNvSpPr/>
            <p:nvPr/>
          </p:nvSpPr>
          <p:spPr>
            <a:xfrm>
              <a:off x="4215848" y="3702343"/>
              <a:ext cx="110849" cy="118560"/>
            </a:xfrm>
            <a:custGeom>
              <a:rect b="b" l="l" r="r" t="t"/>
              <a:pathLst>
                <a:path extrusionOk="0" h="197600" w="184748">
                  <a:moveTo>
                    <a:pt x="61048" y="197600"/>
                  </a:moveTo>
                  <a:lnTo>
                    <a:pt x="122095" y="197600"/>
                  </a:lnTo>
                  <a:lnTo>
                    <a:pt x="184748" y="136553"/>
                  </a:lnTo>
                  <a:lnTo>
                    <a:pt x="184748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8" y="19760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5" name="Google Shape;5145;p45"/>
            <p:cNvSpPr/>
            <p:nvPr/>
          </p:nvSpPr>
          <p:spPr>
            <a:xfrm>
              <a:off x="4106569" y="3673458"/>
              <a:ext cx="36628" cy="55906"/>
            </a:xfrm>
            <a:custGeom>
              <a:rect b="b" l="l" r="r" t="t"/>
              <a:pathLst>
                <a:path extrusionOk="0" h="93177" w="61047">
                  <a:moveTo>
                    <a:pt x="0" y="0"/>
                  </a:moveTo>
                  <a:lnTo>
                    <a:pt x="61047" y="0"/>
                  </a:lnTo>
                  <a:lnTo>
                    <a:pt x="61047" y="93177"/>
                  </a:lnTo>
                  <a:lnTo>
                    <a:pt x="0" y="9317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6" name="Google Shape;5146;p45"/>
            <p:cNvSpPr/>
            <p:nvPr/>
          </p:nvSpPr>
          <p:spPr>
            <a:xfrm>
              <a:off x="4069982" y="3702343"/>
              <a:ext cx="109885" cy="118560"/>
            </a:xfrm>
            <a:custGeom>
              <a:rect b="b" l="l" r="r" t="t"/>
              <a:pathLst>
                <a:path extrusionOk="0" h="197600" w="183141">
                  <a:moveTo>
                    <a:pt x="61047" y="197600"/>
                  </a:moveTo>
                  <a:lnTo>
                    <a:pt x="122095" y="197600"/>
                  </a:lnTo>
                  <a:lnTo>
                    <a:pt x="183142" y="136553"/>
                  </a:lnTo>
                  <a:lnTo>
                    <a:pt x="183142" y="93177"/>
                  </a:lnTo>
                  <a:lnTo>
                    <a:pt x="91571" y="0"/>
                  </a:lnTo>
                  <a:lnTo>
                    <a:pt x="0" y="93177"/>
                  </a:lnTo>
                  <a:lnTo>
                    <a:pt x="0" y="136553"/>
                  </a:lnTo>
                  <a:lnTo>
                    <a:pt x="61047" y="19760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7" name="Google Shape;5147;p45"/>
            <p:cNvSpPr/>
            <p:nvPr/>
          </p:nvSpPr>
          <p:spPr>
            <a:xfrm>
              <a:off x="3778250" y="3784182"/>
              <a:ext cx="548943" cy="439540"/>
            </a:xfrm>
            <a:custGeom>
              <a:rect b="b" l="l" r="r" t="t"/>
              <a:pathLst>
                <a:path extrusionOk="0" h="732567" w="914905">
                  <a:moveTo>
                    <a:pt x="914906" y="121291"/>
                  </a:moveTo>
                  <a:lnTo>
                    <a:pt x="852252" y="151815"/>
                  </a:lnTo>
                  <a:lnTo>
                    <a:pt x="914906" y="182339"/>
                  </a:lnTo>
                  <a:lnTo>
                    <a:pt x="914906" y="732567"/>
                  </a:lnTo>
                  <a:lnTo>
                    <a:pt x="730157" y="732567"/>
                  </a:lnTo>
                  <a:lnTo>
                    <a:pt x="730157" y="410462"/>
                  </a:lnTo>
                  <a:cubicBezTo>
                    <a:pt x="730157" y="342989"/>
                    <a:pt x="695617" y="277926"/>
                    <a:pt x="638587" y="243386"/>
                  </a:cubicBezTo>
                  <a:lnTo>
                    <a:pt x="516492" y="273909"/>
                  </a:lnTo>
                  <a:lnTo>
                    <a:pt x="578343" y="304433"/>
                  </a:lnTo>
                  <a:cubicBezTo>
                    <a:pt x="559064" y="335760"/>
                    <a:pt x="547016" y="371906"/>
                    <a:pt x="547016" y="410462"/>
                  </a:cubicBezTo>
                  <a:lnTo>
                    <a:pt x="547016" y="547819"/>
                  </a:lnTo>
                  <a:lnTo>
                    <a:pt x="364677" y="547819"/>
                  </a:lnTo>
                  <a:lnTo>
                    <a:pt x="364677" y="410462"/>
                  </a:lnTo>
                  <a:cubicBezTo>
                    <a:pt x="364677" y="342989"/>
                    <a:pt x="330137" y="277926"/>
                    <a:pt x="273106" y="243386"/>
                  </a:cubicBezTo>
                  <a:cubicBezTo>
                    <a:pt x="216878" y="277122"/>
                    <a:pt x="181535" y="342989"/>
                    <a:pt x="181535" y="410462"/>
                  </a:cubicBezTo>
                  <a:lnTo>
                    <a:pt x="181535" y="426527"/>
                  </a:lnTo>
                  <a:lnTo>
                    <a:pt x="120488" y="487575"/>
                  </a:lnTo>
                  <a:lnTo>
                    <a:pt x="61047" y="487575"/>
                  </a:lnTo>
                  <a:lnTo>
                    <a:pt x="0" y="426527"/>
                  </a:lnTo>
                  <a:lnTo>
                    <a:pt x="0" y="183142"/>
                  </a:lnTo>
                  <a:lnTo>
                    <a:pt x="61047" y="152618"/>
                  </a:lnTo>
                  <a:lnTo>
                    <a:pt x="0" y="122095"/>
                  </a:lnTo>
                  <a:lnTo>
                    <a:pt x="0" y="0"/>
                  </a:lnTo>
                  <a:lnTo>
                    <a:pt x="914906" y="0"/>
                  </a:lnTo>
                  <a:lnTo>
                    <a:pt x="914906" y="12129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8" name="Google Shape;5148;p45"/>
            <p:cNvSpPr/>
            <p:nvPr/>
          </p:nvSpPr>
          <p:spPr>
            <a:xfrm>
              <a:off x="4051207" y="3784182"/>
              <a:ext cx="275677" cy="439540"/>
            </a:xfrm>
            <a:custGeom>
              <a:rect b="b" l="l" r="r" t="t"/>
              <a:pathLst>
                <a:path extrusionOk="0" h="732567" w="459461">
                  <a:moveTo>
                    <a:pt x="459461" y="121291"/>
                  </a:moveTo>
                  <a:lnTo>
                    <a:pt x="396807" y="151815"/>
                  </a:lnTo>
                  <a:lnTo>
                    <a:pt x="459461" y="182339"/>
                  </a:lnTo>
                  <a:lnTo>
                    <a:pt x="459461" y="732567"/>
                  </a:lnTo>
                  <a:lnTo>
                    <a:pt x="274713" y="732567"/>
                  </a:lnTo>
                  <a:lnTo>
                    <a:pt x="274713" y="410462"/>
                  </a:lnTo>
                  <a:cubicBezTo>
                    <a:pt x="274713" y="342989"/>
                    <a:pt x="240173" y="277926"/>
                    <a:pt x="183142" y="243386"/>
                  </a:cubicBezTo>
                  <a:lnTo>
                    <a:pt x="61048" y="273909"/>
                  </a:lnTo>
                  <a:lnTo>
                    <a:pt x="122898" y="304433"/>
                  </a:lnTo>
                  <a:cubicBezTo>
                    <a:pt x="103620" y="335760"/>
                    <a:pt x="91571" y="371906"/>
                    <a:pt x="91571" y="410462"/>
                  </a:cubicBezTo>
                  <a:lnTo>
                    <a:pt x="91571" y="547819"/>
                  </a:lnTo>
                  <a:lnTo>
                    <a:pt x="0" y="547819"/>
                  </a:lnTo>
                  <a:lnTo>
                    <a:pt x="0" y="0"/>
                  </a:lnTo>
                  <a:lnTo>
                    <a:pt x="458658" y="0"/>
                  </a:lnTo>
                  <a:lnTo>
                    <a:pt x="458658" y="12129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9" name="Google Shape;5149;p45"/>
            <p:cNvSpPr/>
            <p:nvPr/>
          </p:nvSpPr>
          <p:spPr>
            <a:xfrm>
              <a:off x="4215848" y="3856874"/>
              <a:ext cx="110849" cy="36628"/>
            </a:xfrm>
            <a:custGeom>
              <a:rect b="b" l="l" r="r" t="t"/>
              <a:pathLst>
                <a:path extrusionOk="0" h="61047" w="184748">
                  <a:moveTo>
                    <a:pt x="0" y="0"/>
                  </a:moveTo>
                  <a:lnTo>
                    <a:pt x="184748" y="0"/>
                  </a:lnTo>
                  <a:lnTo>
                    <a:pt x="18474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0" name="Google Shape;5150;p45"/>
            <p:cNvSpPr/>
            <p:nvPr/>
          </p:nvSpPr>
          <p:spPr>
            <a:xfrm>
              <a:off x="4051689" y="3930048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61048"/>
                  </a:moveTo>
                  <a:lnTo>
                    <a:pt x="122898" y="61048"/>
                  </a:lnTo>
                  <a:cubicBezTo>
                    <a:pt x="138160" y="36950"/>
                    <a:pt x="157438" y="15262"/>
                    <a:pt x="182339" y="0"/>
                  </a:cubicBezTo>
                  <a:lnTo>
                    <a:pt x="0" y="0"/>
                  </a:lnTo>
                  <a:lnTo>
                    <a:pt x="0" y="6104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1" name="Google Shape;5151;p45"/>
            <p:cNvSpPr/>
            <p:nvPr/>
          </p:nvSpPr>
          <p:spPr>
            <a:xfrm>
              <a:off x="3778249" y="3856874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2" name="Google Shape;5152;p45"/>
            <p:cNvSpPr/>
            <p:nvPr/>
          </p:nvSpPr>
          <p:spPr>
            <a:xfrm>
              <a:off x="3997289" y="3856874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3" name="Google Shape;5153;p45"/>
            <p:cNvSpPr/>
            <p:nvPr/>
          </p:nvSpPr>
          <p:spPr>
            <a:xfrm>
              <a:off x="4051688" y="3856874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4" name="Google Shape;5154;p45"/>
            <p:cNvSpPr/>
            <p:nvPr/>
          </p:nvSpPr>
          <p:spPr>
            <a:xfrm>
              <a:off x="3996808" y="4112501"/>
              <a:ext cx="109885" cy="110849"/>
            </a:xfrm>
            <a:custGeom>
              <a:rect b="b" l="l" r="r" t="t"/>
              <a:pathLst>
                <a:path extrusionOk="0" h="184748" w="183141">
                  <a:moveTo>
                    <a:pt x="183142" y="0"/>
                  </a:moveTo>
                  <a:lnTo>
                    <a:pt x="183142" y="123701"/>
                  </a:lnTo>
                  <a:lnTo>
                    <a:pt x="122095" y="184748"/>
                  </a:lnTo>
                  <a:lnTo>
                    <a:pt x="61048" y="184748"/>
                  </a:lnTo>
                  <a:lnTo>
                    <a:pt x="0" y="123701"/>
                  </a:lnTo>
                  <a:lnTo>
                    <a:pt x="0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45"/>
            <p:cNvSpPr/>
            <p:nvPr/>
          </p:nvSpPr>
          <p:spPr>
            <a:xfrm>
              <a:off x="3778249" y="4039328"/>
              <a:ext cx="109403" cy="184105"/>
            </a:xfrm>
            <a:custGeom>
              <a:rect b="b" l="l" r="r" t="t"/>
              <a:pathLst>
                <a:path extrusionOk="0" h="306842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306843"/>
                  </a:lnTo>
                  <a:lnTo>
                    <a:pt x="0" y="306843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45"/>
            <p:cNvSpPr/>
            <p:nvPr/>
          </p:nvSpPr>
          <p:spPr>
            <a:xfrm>
              <a:off x="4051689" y="4112501"/>
              <a:ext cx="54942" cy="110849"/>
            </a:xfrm>
            <a:custGeom>
              <a:rect b="b" l="l" r="r" t="t"/>
              <a:pathLst>
                <a:path extrusionOk="0" h="184748" w="91570">
                  <a:moveTo>
                    <a:pt x="91571" y="0"/>
                  </a:moveTo>
                  <a:lnTo>
                    <a:pt x="91571" y="123701"/>
                  </a:lnTo>
                  <a:lnTo>
                    <a:pt x="30524" y="184748"/>
                  </a:lnTo>
                  <a:lnTo>
                    <a:pt x="0" y="184748"/>
                  </a:lnTo>
                  <a:lnTo>
                    <a:pt x="0" y="0"/>
                  </a:lnTo>
                  <a:lnTo>
                    <a:pt x="9157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45"/>
            <p:cNvSpPr/>
            <p:nvPr/>
          </p:nvSpPr>
          <p:spPr>
            <a:xfrm>
              <a:off x="3740699" y="4186638"/>
              <a:ext cx="184105" cy="109403"/>
            </a:xfrm>
            <a:custGeom>
              <a:rect b="b" l="l" r="r" t="t"/>
              <a:pathLst>
                <a:path extrusionOk="0" h="182338" w="306842">
                  <a:moveTo>
                    <a:pt x="244992" y="0"/>
                  </a:moveTo>
                  <a:lnTo>
                    <a:pt x="62654" y="0"/>
                  </a:lnTo>
                  <a:lnTo>
                    <a:pt x="0" y="78719"/>
                  </a:lnTo>
                  <a:lnTo>
                    <a:pt x="0" y="182339"/>
                  </a:lnTo>
                  <a:lnTo>
                    <a:pt x="306843" y="182339"/>
                  </a:lnTo>
                  <a:lnTo>
                    <a:pt x="306843" y="78719"/>
                  </a:lnTo>
                  <a:lnTo>
                    <a:pt x="244992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45"/>
            <p:cNvSpPr/>
            <p:nvPr/>
          </p:nvSpPr>
          <p:spPr>
            <a:xfrm>
              <a:off x="3960702" y="4186638"/>
              <a:ext cx="182660" cy="109885"/>
            </a:xfrm>
            <a:custGeom>
              <a:rect b="b" l="l" r="r" t="t"/>
              <a:pathLst>
                <a:path extrusionOk="0" h="183142" w="304433">
                  <a:moveTo>
                    <a:pt x="304433" y="78719"/>
                  </a:moveTo>
                  <a:lnTo>
                    <a:pt x="304433" y="183142"/>
                  </a:lnTo>
                  <a:lnTo>
                    <a:pt x="0" y="183142"/>
                  </a:lnTo>
                  <a:lnTo>
                    <a:pt x="0" y="78719"/>
                  </a:lnTo>
                  <a:lnTo>
                    <a:pt x="61048" y="0"/>
                  </a:lnTo>
                  <a:lnTo>
                    <a:pt x="243386" y="0"/>
                  </a:lnTo>
                  <a:lnTo>
                    <a:pt x="304433" y="7871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45"/>
            <p:cNvSpPr/>
            <p:nvPr/>
          </p:nvSpPr>
          <p:spPr>
            <a:xfrm>
              <a:off x="4179261" y="4186638"/>
              <a:ext cx="184105" cy="109403"/>
            </a:xfrm>
            <a:custGeom>
              <a:rect b="b" l="l" r="r" t="t"/>
              <a:pathLst>
                <a:path extrusionOk="0" h="182338" w="306842">
                  <a:moveTo>
                    <a:pt x="245795" y="0"/>
                  </a:moveTo>
                  <a:lnTo>
                    <a:pt x="61047" y="0"/>
                  </a:lnTo>
                  <a:lnTo>
                    <a:pt x="0" y="78719"/>
                  </a:lnTo>
                  <a:lnTo>
                    <a:pt x="0" y="182339"/>
                  </a:lnTo>
                  <a:lnTo>
                    <a:pt x="306843" y="182339"/>
                  </a:lnTo>
                  <a:lnTo>
                    <a:pt x="306843" y="78719"/>
                  </a:lnTo>
                  <a:lnTo>
                    <a:pt x="245795" y="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0" name="Google Shape;5160;p45"/>
            <p:cNvSpPr/>
            <p:nvPr/>
          </p:nvSpPr>
          <p:spPr>
            <a:xfrm>
              <a:off x="4052170" y="4187120"/>
              <a:ext cx="91089" cy="109403"/>
            </a:xfrm>
            <a:custGeom>
              <a:rect b="b" l="l" r="r" t="t"/>
              <a:pathLst>
                <a:path extrusionOk="0" h="182338" w="151815">
                  <a:moveTo>
                    <a:pt x="151815" y="77916"/>
                  </a:moveTo>
                  <a:lnTo>
                    <a:pt x="151815" y="182339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151815" y="7791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1" name="Google Shape;5161;p45"/>
          <p:cNvGrpSpPr/>
          <p:nvPr/>
        </p:nvGrpSpPr>
        <p:grpSpPr>
          <a:xfrm>
            <a:off x="1466953" y="3674668"/>
            <a:ext cx="589100" cy="589061"/>
            <a:chOff x="1361104" y="3728339"/>
            <a:chExt cx="623189" cy="623147"/>
          </a:xfrm>
        </p:grpSpPr>
        <p:sp>
          <p:nvSpPr>
            <p:cNvPr id="5162" name="Google Shape;5162;p45"/>
            <p:cNvSpPr/>
            <p:nvPr/>
          </p:nvSpPr>
          <p:spPr>
            <a:xfrm>
              <a:off x="1800147" y="3728339"/>
              <a:ext cx="184105" cy="183623"/>
            </a:xfrm>
            <a:custGeom>
              <a:rect b="b" l="l" r="r" t="t"/>
              <a:pathLst>
                <a:path extrusionOk="0" h="306039" w="306842">
                  <a:moveTo>
                    <a:pt x="204830" y="154224"/>
                  </a:moveTo>
                  <a:cubicBezTo>
                    <a:pt x="204830" y="115668"/>
                    <a:pt x="220091" y="78719"/>
                    <a:pt x="249009" y="53015"/>
                  </a:cubicBezTo>
                  <a:lnTo>
                    <a:pt x="306843" y="0"/>
                  </a:lnTo>
                  <a:lnTo>
                    <a:pt x="228124" y="0"/>
                  </a:lnTo>
                  <a:cubicBezTo>
                    <a:pt x="133340" y="0"/>
                    <a:pt x="48998" y="54621"/>
                    <a:pt x="5623" y="140569"/>
                  </a:cubicBezTo>
                  <a:lnTo>
                    <a:pt x="803" y="154224"/>
                  </a:lnTo>
                  <a:lnTo>
                    <a:pt x="0" y="155831"/>
                  </a:lnTo>
                  <a:lnTo>
                    <a:pt x="6426" y="169486"/>
                  </a:lnTo>
                  <a:cubicBezTo>
                    <a:pt x="48195" y="253828"/>
                    <a:pt x="133340" y="306039"/>
                    <a:pt x="228124" y="306039"/>
                  </a:cubicBezTo>
                  <a:lnTo>
                    <a:pt x="306843" y="306039"/>
                  </a:lnTo>
                  <a:lnTo>
                    <a:pt x="249009" y="253025"/>
                  </a:lnTo>
                  <a:cubicBezTo>
                    <a:pt x="220091" y="228124"/>
                    <a:pt x="204830" y="192781"/>
                    <a:pt x="204830" y="154224"/>
                  </a:cubicBezTo>
                  <a:lnTo>
                    <a:pt x="204830" y="15422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3" name="Google Shape;5163;p45"/>
            <p:cNvSpPr/>
            <p:nvPr/>
          </p:nvSpPr>
          <p:spPr>
            <a:xfrm>
              <a:off x="1800147" y="3820768"/>
              <a:ext cx="183623" cy="91089"/>
            </a:xfrm>
            <a:custGeom>
              <a:rect b="b" l="l" r="r" t="t"/>
              <a:pathLst>
                <a:path extrusionOk="0" h="151815" w="306039">
                  <a:moveTo>
                    <a:pt x="306040" y="151815"/>
                  </a:moveTo>
                  <a:lnTo>
                    <a:pt x="227321" y="151815"/>
                  </a:lnTo>
                  <a:cubicBezTo>
                    <a:pt x="133340" y="151815"/>
                    <a:pt x="48195" y="99604"/>
                    <a:pt x="6426" y="15262"/>
                  </a:cubicBezTo>
                  <a:lnTo>
                    <a:pt x="0" y="1607"/>
                  </a:lnTo>
                  <a:lnTo>
                    <a:pt x="803" y="0"/>
                  </a:lnTo>
                  <a:lnTo>
                    <a:pt x="204830" y="0"/>
                  </a:lnTo>
                  <a:cubicBezTo>
                    <a:pt x="204830" y="38557"/>
                    <a:pt x="220091" y="73899"/>
                    <a:pt x="249009" y="99604"/>
                  </a:cubicBezTo>
                  <a:lnTo>
                    <a:pt x="306040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4" name="Google Shape;5164;p45"/>
            <p:cNvSpPr/>
            <p:nvPr/>
          </p:nvSpPr>
          <p:spPr>
            <a:xfrm>
              <a:off x="1542594" y="3728339"/>
              <a:ext cx="315679" cy="183623"/>
            </a:xfrm>
            <a:custGeom>
              <a:rect b="b" l="l" r="r" t="t"/>
              <a:pathLst>
                <a:path extrusionOk="0" h="306039" w="526131">
                  <a:moveTo>
                    <a:pt x="526131" y="154224"/>
                  </a:moveTo>
                  <a:lnTo>
                    <a:pt x="477133" y="180732"/>
                  </a:lnTo>
                  <a:cubicBezTo>
                    <a:pt x="467494" y="185551"/>
                    <a:pt x="239370" y="306039"/>
                    <a:pt x="32130" y="306039"/>
                  </a:cubicBezTo>
                  <a:cubicBezTo>
                    <a:pt x="20885" y="306039"/>
                    <a:pt x="10442" y="305236"/>
                    <a:pt x="0" y="304433"/>
                  </a:cubicBezTo>
                  <a:lnTo>
                    <a:pt x="0" y="1606"/>
                  </a:lnTo>
                  <a:cubicBezTo>
                    <a:pt x="10442" y="0"/>
                    <a:pt x="21688" y="0"/>
                    <a:pt x="32130" y="0"/>
                  </a:cubicBezTo>
                  <a:cubicBezTo>
                    <a:pt x="239370" y="0"/>
                    <a:pt x="467494" y="122898"/>
                    <a:pt x="477133" y="127717"/>
                  </a:cubicBezTo>
                  <a:lnTo>
                    <a:pt x="526131" y="15422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5" name="Google Shape;5165;p45"/>
            <p:cNvSpPr/>
            <p:nvPr/>
          </p:nvSpPr>
          <p:spPr>
            <a:xfrm>
              <a:off x="1542594" y="3820768"/>
              <a:ext cx="315679" cy="91089"/>
            </a:xfrm>
            <a:custGeom>
              <a:rect b="b" l="l" r="r" t="t"/>
              <a:pathLst>
                <a:path extrusionOk="0" h="151815" w="526131">
                  <a:moveTo>
                    <a:pt x="526131" y="0"/>
                  </a:moveTo>
                  <a:lnTo>
                    <a:pt x="477133" y="26508"/>
                  </a:lnTo>
                  <a:cubicBezTo>
                    <a:pt x="467494" y="31327"/>
                    <a:pt x="239370" y="151815"/>
                    <a:pt x="32130" y="151815"/>
                  </a:cubicBezTo>
                  <a:cubicBezTo>
                    <a:pt x="20885" y="151815"/>
                    <a:pt x="10442" y="151012"/>
                    <a:pt x="0" y="150209"/>
                  </a:cubicBezTo>
                  <a:lnTo>
                    <a:pt x="0" y="0"/>
                  </a:lnTo>
                  <a:lnTo>
                    <a:pt x="52613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6" name="Google Shape;5166;p45"/>
            <p:cNvSpPr/>
            <p:nvPr/>
          </p:nvSpPr>
          <p:spPr>
            <a:xfrm>
              <a:off x="1361104" y="3729301"/>
              <a:ext cx="219288" cy="181696"/>
            </a:xfrm>
            <a:custGeom>
              <a:rect b="b" l="l" r="r" t="t"/>
              <a:pathLst>
                <a:path extrusionOk="0" h="302826" w="365480">
                  <a:moveTo>
                    <a:pt x="302827" y="0"/>
                  </a:moveTo>
                  <a:cubicBezTo>
                    <a:pt x="273909" y="1607"/>
                    <a:pt x="244992" y="5623"/>
                    <a:pt x="217682" y="12852"/>
                  </a:cubicBezTo>
                  <a:cubicBezTo>
                    <a:pt x="135750" y="32934"/>
                    <a:pt x="62654" y="79522"/>
                    <a:pt x="0" y="152618"/>
                  </a:cubicBezTo>
                  <a:cubicBezTo>
                    <a:pt x="62654" y="224911"/>
                    <a:pt x="135750" y="269893"/>
                    <a:pt x="216878" y="289975"/>
                  </a:cubicBezTo>
                  <a:cubicBezTo>
                    <a:pt x="244189" y="297204"/>
                    <a:pt x="273106" y="301220"/>
                    <a:pt x="302827" y="302827"/>
                  </a:cubicBezTo>
                  <a:cubicBezTo>
                    <a:pt x="342186" y="264271"/>
                    <a:pt x="365480" y="210453"/>
                    <a:pt x="365480" y="152618"/>
                  </a:cubicBezTo>
                  <a:cubicBezTo>
                    <a:pt x="365480" y="93981"/>
                    <a:pt x="342186" y="38557"/>
                    <a:pt x="302827" y="0"/>
                  </a:cubicBezTo>
                  <a:lnTo>
                    <a:pt x="302827" y="0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7" name="Google Shape;5167;p45"/>
            <p:cNvSpPr/>
            <p:nvPr/>
          </p:nvSpPr>
          <p:spPr>
            <a:xfrm>
              <a:off x="1361104" y="3820768"/>
              <a:ext cx="219288" cy="90125"/>
            </a:xfrm>
            <a:custGeom>
              <a:rect b="b" l="l" r="r" t="t"/>
              <a:pathLst>
                <a:path extrusionOk="0" h="150208" w="365480">
                  <a:moveTo>
                    <a:pt x="0" y="0"/>
                  </a:moveTo>
                  <a:lnTo>
                    <a:pt x="365480" y="0"/>
                  </a:lnTo>
                  <a:cubicBezTo>
                    <a:pt x="365480" y="57834"/>
                    <a:pt x="341383" y="111652"/>
                    <a:pt x="302827" y="150209"/>
                  </a:cubicBezTo>
                  <a:cubicBezTo>
                    <a:pt x="273106" y="148602"/>
                    <a:pt x="244189" y="144586"/>
                    <a:pt x="216878" y="137357"/>
                  </a:cubicBezTo>
                  <a:cubicBezTo>
                    <a:pt x="135750" y="117275"/>
                    <a:pt x="62654" y="7229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8" name="Google Shape;5168;p45"/>
            <p:cNvSpPr/>
            <p:nvPr/>
          </p:nvSpPr>
          <p:spPr>
            <a:xfrm>
              <a:off x="1470865" y="380247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9" name="Google Shape;5169;p45"/>
            <p:cNvSpPr/>
            <p:nvPr/>
          </p:nvSpPr>
          <p:spPr>
            <a:xfrm>
              <a:off x="1800147" y="4167382"/>
              <a:ext cx="184105" cy="183623"/>
            </a:xfrm>
            <a:custGeom>
              <a:rect b="b" l="l" r="r" t="t"/>
              <a:pathLst>
                <a:path extrusionOk="0" h="306039" w="306842">
                  <a:moveTo>
                    <a:pt x="204830" y="152618"/>
                  </a:moveTo>
                  <a:cubicBezTo>
                    <a:pt x="204830" y="114062"/>
                    <a:pt x="220091" y="78719"/>
                    <a:pt x="249009" y="53015"/>
                  </a:cubicBezTo>
                  <a:lnTo>
                    <a:pt x="306843" y="0"/>
                  </a:lnTo>
                  <a:lnTo>
                    <a:pt x="228124" y="0"/>
                  </a:lnTo>
                  <a:cubicBezTo>
                    <a:pt x="133340" y="0"/>
                    <a:pt x="48998" y="52211"/>
                    <a:pt x="5623" y="138963"/>
                  </a:cubicBezTo>
                  <a:lnTo>
                    <a:pt x="803" y="152618"/>
                  </a:lnTo>
                  <a:lnTo>
                    <a:pt x="0" y="154225"/>
                  </a:lnTo>
                  <a:lnTo>
                    <a:pt x="6426" y="167880"/>
                  </a:lnTo>
                  <a:cubicBezTo>
                    <a:pt x="48195" y="252222"/>
                    <a:pt x="133340" y="306040"/>
                    <a:pt x="228124" y="306040"/>
                  </a:cubicBezTo>
                  <a:lnTo>
                    <a:pt x="306843" y="306040"/>
                  </a:lnTo>
                  <a:lnTo>
                    <a:pt x="249009" y="253025"/>
                  </a:lnTo>
                  <a:cubicBezTo>
                    <a:pt x="220091" y="228124"/>
                    <a:pt x="204830" y="190371"/>
                    <a:pt x="204830" y="152618"/>
                  </a:cubicBezTo>
                  <a:lnTo>
                    <a:pt x="204830" y="15261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0" name="Google Shape;5170;p45"/>
            <p:cNvSpPr/>
            <p:nvPr/>
          </p:nvSpPr>
          <p:spPr>
            <a:xfrm>
              <a:off x="1800147" y="4259330"/>
              <a:ext cx="183623" cy="92053"/>
            </a:xfrm>
            <a:custGeom>
              <a:rect b="b" l="l" r="r" t="t"/>
              <a:pathLst>
                <a:path extrusionOk="0" h="153421" w="306039">
                  <a:moveTo>
                    <a:pt x="306040" y="153421"/>
                  </a:moveTo>
                  <a:lnTo>
                    <a:pt x="227321" y="153421"/>
                  </a:lnTo>
                  <a:cubicBezTo>
                    <a:pt x="133340" y="153421"/>
                    <a:pt x="48195" y="98800"/>
                    <a:pt x="6426" y="15262"/>
                  </a:cubicBezTo>
                  <a:lnTo>
                    <a:pt x="0" y="1607"/>
                  </a:lnTo>
                  <a:lnTo>
                    <a:pt x="803" y="0"/>
                  </a:lnTo>
                  <a:lnTo>
                    <a:pt x="204830" y="0"/>
                  </a:lnTo>
                  <a:cubicBezTo>
                    <a:pt x="204830" y="38556"/>
                    <a:pt x="220091" y="75506"/>
                    <a:pt x="249009" y="101210"/>
                  </a:cubicBezTo>
                  <a:lnTo>
                    <a:pt x="306040" y="15342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45"/>
            <p:cNvSpPr/>
            <p:nvPr/>
          </p:nvSpPr>
          <p:spPr>
            <a:xfrm>
              <a:off x="1542594" y="4167863"/>
              <a:ext cx="315679" cy="183623"/>
            </a:xfrm>
            <a:custGeom>
              <a:rect b="b" l="l" r="r" t="t"/>
              <a:pathLst>
                <a:path extrusionOk="0" h="306039" w="526131">
                  <a:moveTo>
                    <a:pt x="526131" y="151815"/>
                  </a:moveTo>
                  <a:lnTo>
                    <a:pt x="477133" y="178322"/>
                  </a:lnTo>
                  <a:cubicBezTo>
                    <a:pt x="467494" y="183142"/>
                    <a:pt x="239370" y="306039"/>
                    <a:pt x="32130" y="306039"/>
                  </a:cubicBezTo>
                  <a:cubicBezTo>
                    <a:pt x="20885" y="306039"/>
                    <a:pt x="10442" y="305236"/>
                    <a:pt x="0" y="304433"/>
                  </a:cubicBezTo>
                  <a:lnTo>
                    <a:pt x="0" y="1607"/>
                  </a:lnTo>
                  <a:cubicBezTo>
                    <a:pt x="10442" y="0"/>
                    <a:pt x="21688" y="0"/>
                    <a:pt x="32130" y="0"/>
                  </a:cubicBezTo>
                  <a:cubicBezTo>
                    <a:pt x="239370" y="0"/>
                    <a:pt x="467494" y="120488"/>
                    <a:pt x="477133" y="125307"/>
                  </a:cubicBezTo>
                  <a:lnTo>
                    <a:pt x="526131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2" name="Google Shape;5172;p45"/>
            <p:cNvSpPr/>
            <p:nvPr/>
          </p:nvSpPr>
          <p:spPr>
            <a:xfrm>
              <a:off x="1542594" y="4258849"/>
              <a:ext cx="315679" cy="92534"/>
            </a:xfrm>
            <a:custGeom>
              <a:rect b="b" l="l" r="r" t="t"/>
              <a:pathLst>
                <a:path extrusionOk="0" h="154224" w="526131">
                  <a:moveTo>
                    <a:pt x="526131" y="0"/>
                  </a:moveTo>
                  <a:lnTo>
                    <a:pt x="477133" y="26508"/>
                  </a:lnTo>
                  <a:cubicBezTo>
                    <a:pt x="467494" y="31327"/>
                    <a:pt x="239370" y="154225"/>
                    <a:pt x="32130" y="154225"/>
                  </a:cubicBezTo>
                  <a:cubicBezTo>
                    <a:pt x="20885" y="154225"/>
                    <a:pt x="10442" y="153422"/>
                    <a:pt x="0" y="152618"/>
                  </a:cubicBezTo>
                  <a:lnTo>
                    <a:pt x="0" y="0"/>
                  </a:lnTo>
                  <a:lnTo>
                    <a:pt x="526131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45"/>
            <p:cNvSpPr/>
            <p:nvPr/>
          </p:nvSpPr>
          <p:spPr>
            <a:xfrm>
              <a:off x="1361104" y="4168345"/>
              <a:ext cx="219288" cy="181696"/>
            </a:xfrm>
            <a:custGeom>
              <a:rect b="b" l="l" r="r" t="t"/>
              <a:pathLst>
                <a:path extrusionOk="0" h="302826" w="365480">
                  <a:moveTo>
                    <a:pt x="302827" y="0"/>
                  </a:moveTo>
                  <a:cubicBezTo>
                    <a:pt x="273909" y="1607"/>
                    <a:pt x="244992" y="5623"/>
                    <a:pt x="217682" y="12852"/>
                  </a:cubicBezTo>
                  <a:cubicBezTo>
                    <a:pt x="135750" y="32934"/>
                    <a:pt x="62654" y="77113"/>
                    <a:pt x="0" y="150209"/>
                  </a:cubicBezTo>
                  <a:cubicBezTo>
                    <a:pt x="62654" y="222501"/>
                    <a:pt x="135750" y="269090"/>
                    <a:pt x="216878" y="289975"/>
                  </a:cubicBezTo>
                  <a:cubicBezTo>
                    <a:pt x="244189" y="297204"/>
                    <a:pt x="273106" y="301220"/>
                    <a:pt x="302827" y="302827"/>
                  </a:cubicBezTo>
                  <a:cubicBezTo>
                    <a:pt x="342186" y="264271"/>
                    <a:pt x="365480" y="208043"/>
                    <a:pt x="365480" y="150209"/>
                  </a:cubicBezTo>
                  <a:cubicBezTo>
                    <a:pt x="365480" y="92374"/>
                    <a:pt x="342186" y="38556"/>
                    <a:pt x="302827" y="0"/>
                  </a:cubicBezTo>
                  <a:lnTo>
                    <a:pt x="302827" y="0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45"/>
            <p:cNvSpPr/>
            <p:nvPr/>
          </p:nvSpPr>
          <p:spPr>
            <a:xfrm>
              <a:off x="1361104" y="4258849"/>
              <a:ext cx="219288" cy="91571"/>
            </a:xfrm>
            <a:custGeom>
              <a:rect b="b" l="l" r="r" t="t"/>
              <a:pathLst>
                <a:path extrusionOk="0" h="152618" w="365480">
                  <a:moveTo>
                    <a:pt x="0" y="0"/>
                  </a:moveTo>
                  <a:lnTo>
                    <a:pt x="365480" y="0"/>
                  </a:lnTo>
                  <a:cubicBezTo>
                    <a:pt x="365480" y="57834"/>
                    <a:pt x="341383" y="114062"/>
                    <a:pt x="302827" y="152618"/>
                  </a:cubicBezTo>
                  <a:cubicBezTo>
                    <a:pt x="273106" y="151012"/>
                    <a:pt x="244189" y="146996"/>
                    <a:pt x="216878" y="139766"/>
                  </a:cubicBezTo>
                  <a:cubicBezTo>
                    <a:pt x="135750" y="118882"/>
                    <a:pt x="62654" y="7229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5" name="Google Shape;5175;p45"/>
            <p:cNvSpPr/>
            <p:nvPr/>
          </p:nvSpPr>
          <p:spPr>
            <a:xfrm>
              <a:off x="1470865" y="4240556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6" name="Google Shape;5176;p45"/>
            <p:cNvSpPr/>
            <p:nvPr/>
          </p:nvSpPr>
          <p:spPr>
            <a:xfrm>
              <a:off x="1361104" y="3948342"/>
              <a:ext cx="184105" cy="182660"/>
            </a:xfrm>
            <a:custGeom>
              <a:rect b="b" l="l" r="r" t="t"/>
              <a:pathLst>
                <a:path extrusionOk="0" h="304433" w="306842">
                  <a:moveTo>
                    <a:pt x="57834" y="251419"/>
                  </a:moveTo>
                  <a:lnTo>
                    <a:pt x="0" y="304433"/>
                  </a:lnTo>
                  <a:lnTo>
                    <a:pt x="78719" y="304433"/>
                  </a:lnTo>
                  <a:cubicBezTo>
                    <a:pt x="173503" y="304433"/>
                    <a:pt x="257844" y="252222"/>
                    <a:pt x="300417" y="167880"/>
                  </a:cubicBezTo>
                  <a:lnTo>
                    <a:pt x="306843" y="154225"/>
                  </a:lnTo>
                  <a:lnTo>
                    <a:pt x="306040" y="152618"/>
                  </a:lnTo>
                  <a:lnTo>
                    <a:pt x="301220" y="138963"/>
                  </a:lnTo>
                  <a:cubicBezTo>
                    <a:pt x="257844" y="52211"/>
                    <a:pt x="173503" y="0"/>
                    <a:pt x="78719" y="0"/>
                  </a:cubicBezTo>
                  <a:lnTo>
                    <a:pt x="0" y="0"/>
                  </a:lnTo>
                  <a:lnTo>
                    <a:pt x="57834" y="53015"/>
                  </a:lnTo>
                  <a:cubicBezTo>
                    <a:pt x="86751" y="78719"/>
                    <a:pt x="102013" y="114062"/>
                    <a:pt x="102013" y="152618"/>
                  </a:cubicBezTo>
                  <a:cubicBezTo>
                    <a:pt x="102013" y="191175"/>
                    <a:pt x="86751" y="225715"/>
                    <a:pt x="57834" y="251419"/>
                  </a:cubicBezTo>
                  <a:lnTo>
                    <a:pt x="57834" y="251419"/>
                  </a:lnTo>
                  <a:close/>
                </a:path>
              </a:pathLst>
            </a:custGeom>
            <a:solidFill>
              <a:srgbClr val="A8EB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7" name="Google Shape;5177;p45"/>
            <p:cNvSpPr/>
            <p:nvPr/>
          </p:nvSpPr>
          <p:spPr>
            <a:xfrm>
              <a:off x="1361585" y="4039809"/>
              <a:ext cx="183623" cy="91089"/>
            </a:xfrm>
            <a:custGeom>
              <a:rect b="b" l="l" r="r" t="t"/>
              <a:pathLst>
                <a:path extrusionOk="0" h="151815" w="306039">
                  <a:moveTo>
                    <a:pt x="0" y="151815"/>
                  </a:moveTo>
                  <a:lnTo>
                    <a:pt x="78719" y="151815"/>
                  </a:lnTo>
                  <a:cubicBezTo>
                    <a:pt x="172700" y="151815"/>
                    <a:pt x="257844" y="99604"/>
                    <a:pt x="299614" y="15262"/>
                  </a:cubicBezTo>
                  <a:lnTo>
                    <a:pt x="306040" y="1607"/>
                  </a:lnTo>
                  <a:lnTo>
                    <a:pt x="305236" y="0"/>
                  </a:lnTo>
                  <a:lnTo>
                    <a:pt x="102013" y="0"/>
                  </a:lnTo>
                  <a:cubicBezTo>
                    <a:pt x="102013" y="38557"/>
                    <a:pt x="86751" y="73899"/>
                    <a:pt x="57834" y="99604"/>
                  </a:cubicBezTo>
                  <a:lnTo>
                    <a:pt x="0" y="151815"/>
                  </a:lnTo>
                  <a:close/>
                </a:path>
              </a:pathLst>
            </a:custGeom>
            <a:solidFill>
              <a:srgbClr val="7ED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8" name="Google Shape;5178;p45"/>
            <p:cNvSpPr/>
            <p:nvPr/>
          </p:nvSpPr>
          <p:spPr>
            <a:xfrm>
              <a:off x="1487233" y="3948823"/>
              <a:ext cx="315679" cy="182177"/>
            </a:xfrm>
            <a:custGeom>
              <a:rect b="b" l="l" r="r" t="t"/>
              <a:pathLst>
                <a:path extrusionOk="0" h="303629" w="526131">
                  <a:moveTo>
                    <a:pt x="0" y="151815"/>
                  </a:moveTo>
                  <a:lnTo>
                    <a:pt x="48998" y="178322"/>
                  </a:lnTo>
                  <a:cubicBezTo>
                    <a:pt x="58638" y="183142"/>
                    <a:pt x="286762" y="303630"/>
                    <a:pt x="494001" y="303630"/>
                  </a:cubicBezTo>
                  <a:cubicBezTo>
                    <a:pt x="505247" y="303630"/>
                    <a:pt x="515689" y="302827"/>
                    <a:pt x="526131" y="302023"/>
                  </a:cubicBezTo>
                  <a:lnTo>
                    <a:pt x="526131" y="1607"/>
                  </a:lnTo>
                  <a:cubicBezTo>
                    <a:pt x="515689" y="0"/>
                    <a:pt x="504443" y="0"/>
                    <a:pt x="494001" y="0"/>
                  </a:cubicBezTo>
                  <a:cubicBezTo>
                    <a:pt x="286762" y="0"/>
                    <a:pt x="58638" y="120488"/>
                    <a:pt x="48998" y="125307"/>
                  </a:cubicBezTo>
                  <a:lnTo>
                    <a:pt x="0" y="15181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9" name="Google Shape;5179;p45"/>
            <p:cNvSpPr/>
            <p:nvPr/>
          </p:nvSpPr>
          <p:spPr>
            <a:xfrm>
              <a:off x="1487233" y="4039809"/>
              <a:ext cx="315679" cy="91089"/>
            </a:xfrm>
            <a:custGeom>
              <a:rect b="b" l="l" r="r" t="t"/>
              <a:pathLst>
                <a:path extrusionOk="0" h="151815" w="526131">
                  <a:moveTo>
                    <a:pt x="0" y="0"/>
                  </a:moveTo>
                  <a:lnTo>
                    <a:pt x="48998" y="26508"/>
                  </a:lnTo>
                  <a:cubicBezTo>
                    <a:pt x="58638" y="31327"/>
                    <a:pt x="286762" y="151815"/>
                    <a:pt x="494001" y="151815"/>
                  </a:cubicBezTo>
                  <a:cubicBezTo>
                    <a:pt x="505247" y="151815"/>
                    <a:pt x="515689" y="151012"/>
                    <a:pt x="526131" y="150209"/>
                  </a:cubicBezTo>
                  <a:lnTo>
                    <a:pt x="5261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0" name="Google Shape;5180;p45"/>
            <p:cNvSpPr/>
            <p:nvPr/>
          </p:nvSpPr>
          <p:spPr>
            <a:xfrm>
              <a:off x="1765004" y="3949786"/>
              <a:ext cx="219288" cy="180250"/>
            </a:xfrm>
            <a:custGeom>
              <a:rect b="b" l="l" r="r" t="t"/>
              <a:pathLst>
                <a:path extrusionOk="0" h="300416" w="365480">
                  <a:moveTo>
                    <a:pt x="0" y="150208"/>
                  </a:moveTo>
                  <a:cubicBezTo>
                    <a:pt x="0" y="208042"/>
                    <a:pt x="24098" y="261860"/>
                    <a:pt x="62654" y="300417"/>
                  </a:cubicBezTo>
                  <a:cubicBezTo>
                    <a:pt x="92374" y="298810"/>
                    <a:pt x="121291" y="294794"/>
                    <a:pt x="148602" y="287565"/>
                  </a:cubicBezTo>
                  <a:cubicBezTo>
                    <a:pt x="229731" y="266680"/>
                    <a:pt x="302827" y="222501"/>
                    <a:pt x="365480" y="150208"/>
                  </a:cubicBezTo>
                  <a:cubicBezTo>
                    <a:pt x="302827" y="77112"/>
                    <a:pt x="229731" y="32933"/>
                    <a:pt x="147799" y="12852"/>
                  </a:cubicBezTo>
                  <a:cubicBezTo>
                    <a:pt x="120488" y="5622"/>
                    <a:pt x="91571" y="1606"/>
                    <a:pt x="62654" y="0"/>
                  </a:cubicBezTo>
                  <a:cubicBezTo>
                    <a:pt x="24098" y="37753"/>
                    <a:pt x="0" y="91571"/>
                    <a:pt x="0" y="150208"/>
                  </a:cubicBezTo>
                  <a:lnTo>
                    <a:pt x="0" y="15020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1" name="Google Shape;5181;p45"/>
            <p:cNvSpPr/>
            <p:nvPr/>
          </p:nvSpPr>
          <p:spPr>
            <a:xfrm>
              <a:off x="1765004" y="4039809"/>
              <a:ext cx="219288" cy="90125"/>
            </a:xfrm>
            <a:custGeom>
              <a:rect b="b" l="l" r="r" t="t"/>
              <a:pathLst>
                <a:path extrusionOk="0" h="150208" w="365480">
                  <a:moveTo>
                    <a:pt x="365480" y="0"/>
                  </a:moveTo>
                  <a:lnTo>
                    <a:pt x="0" y="0"/>
                  </a:lnTo>
                  <a:cubicBezTo>
                    <a:pt x="0" y="57834"/>
                    <a:pt x="24098" y="111652"/>
                    <a:pt x="62654" y="150209"/>
                  </a:cubicBezTo>
                  <a:cubicBezTo>
                    <a:pt x="92374" y="148602"/>
                    <a:pt x="121291" y="144586"/>
                    <a:pt x="148602" y="137357"/>
                  </a:cubicBezTo>
                  <a:cubicBezTo>
                    <a:pt x="229731" y="116472"/>
                    <a:pt x="302827" y="72293"/>
                    <a:pt x="365480" y="0"/>
                  </a:cubicBezTo>
                  <a:lnTo>
                    <a:pt x="365480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2" name="Google Shape;5182;p45"/>
            <p:cNvSpPr/>
            <p:nvPr/>
          </p:nvSpPr>
          <p:spPr>
            <a:xfrm>
              <a:off x="1838179" y="402151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3" name="Google Shape;5183;p45"/>
          <p:cNvGrpSpPr/>
          <p:nvPr/>
        </p:nvGrpSpPr>
        <p:grpSpPr>
          <a:xfrm>
            <a:off x="7142183" y="1234209"/>
            <a:ext cx="534533" cy="589429"/>
            <a:chOff x="7223199" y="1110448"/>
            <a:chExt cx="565464" cy="623537"/>
          </a:xfrm>
        </p:grpSpPr>
        <p:sp>
          <p:nvSpPr>
            <p:cNvPr id="5184" name="Google Shape;5184;p45"/>
            <p:cNvSpPr/>
            <p:nvPr/>
          </p:nvSpPr>
          <p:spPr>
            <a:xfrm>
              <a:off x="7533225" y="1293266"/>
              <a:ext cx="255437" cy="327844"/>
            </a:xfrm>
            <a:custGeom>
              <a:rect b="b" l="l" r="r" t="t"/>
              <a:pathLst>
                <a:path extrusionOk="0" h="546406" w="425729">
                  <a:moveTo>
                    <a:pt x="224911" y="194"/>
                  </a:moveTo>
                  <a:cubicBezTo>
                    <a:pt x="166273" y="-2216"/>
                    <a:pt x="110045" y="17866"/>
                    <a:pt x="66669" y="58028"/>
                  </a:cubicBezTo>
                  <a:cubicBezTo>
                    <a:pt x="24098" y="98994"/>
                    <a:pt x="0" y="153615"/>
                    <a:pt x="0" y="212253"/>
                  </a:cubicBezTo>
                  <a:lnTo>
                    <a:pt x="243385" y="394592"/>
                  </a:lnTo>
                  <a:cubicBezTo>
                    <a:pt x="243385" y="478130"/>
                    <a:pt x="311662" y="546406"/>
                    <a:pt x="395200" y="546406"/>
                  </a:cubicBezTo>
                  <a:lnTo>
                    <a:pt x="425724" y="546406"/>
                  </a:lnTo>
                  <a:lnTo>
                    <a:pt x="425724" y="223499"/>
                  </a:lnTo>
                  <a:cubicBezTo>
                    <a:pt x="426527" y="106223"/>
                    <a:pt x="336563" y="6620"/>
                    <a:pt x="224911" y="194"/>
                  </a:cubicBezTo>
                  <a:lnTo>
                    <a:pt x="224911" y="19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5" name="Google Shape;5185;p45"/>
            <p:cNvSpPr/>
            <p:nvPr/>
          </p:nvSpPr>
          <p:spPr>
            <a:xfrm>
              <a:off x="7606879" y="1366557"/>
              <a:ext cx="109885" cy="182660"/>
            </a:xfrm>
            <a:custGeom>
              <a:rect b="b" l="l" r="r" t="t"/>
              <a:pathLst>
                <a:path extrusionOk="0" h="304433" w="183142">
                  <a:moveTo>
                    <a:pt x="182339" y="304433"/>
                  </a:moveTo>
                  <a:lnTo>
                    <a:pt x="151815" y="304433"/>
                  </a:lnTo>
                  <a:cubicBezTo>
                    <a:pt x="67473" y="304433"/>
                    <a:pt x="0" y="236157"/>
                    <a:pt x="0" y="152618"/>
                  </a:cubicBezTo>
                  <a:lnTo>
                    <a:pt x="0" y="91571"/>
                  </a:lnTo>
                  <a:cubicBezTo>
                    <a:pt x="0" y="40966"/>
                    <a:pt x="40967" y="0"/>
                    <a:pt x="91571" y="0"/>
                  </a:cubicBezTo>
                  <a:cubicBezTo>
                    <a:pt x="142176" y="0"/>
                    <a:pt x="183142" y="40966"/>
                    <a:pt x="183142" y="91571"/>
                  </a:cubicBezTo>
                  <a:lnTo>
                    <a:pt x="183142" y="30443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6" name="Google Shape;5186;p45"/>
            <p:cNvSpPr/>
            <p:nvPr/>
          </p:nvSpPr>
          <p:spPr>
            <a:xfrm>
              <a:off x="7278560" y="1110448"/>
              <a:ext cx="292063" cy="182660"/>
            </a:xfrm>
            <a:custGeom>
              <a:rect b="b" l="l" r="r" t="t"/>
              <a:pathLst>
                <a:path extrusionOk="0" h="304433" w="486771">
                  <a:moveTo>
                    <a:pt x="486771" y="152618"/>
                  </a:moveTo>
                  <a:cubicBezTo>
                    <a:pt x="486771" y="236960"/>
                    <a:pt x="418495" y="304433"/>
                    <a:pt x="334956" y="304433"/>
                  </a:cubicBezTo>
                  <a:lnTo>
                    <a:pt x="257844" y="304433"/>
                  </a:lnTo>
                  <a:lnTo>
                    <a:pt x="15262" y="202420"/>
                  </a:lnTo>
                  <a:cubicBezTo>
                    <a:pt x="5622" y="188765"/>
                    <a:pt x="0" y="171093"/>
                    <a:pt x="0" y="151815"/>
                  </a:cubicBezTo>
                  <a:cubicBezTo>
                    <a:pt x="0" y="101210"/>
                    <a:pt x="40966" y="60244"/>
                    <a:pt x="91571" y="60244"/>
                  </a:cubicBezTo>
                  <a:lnTo>
                    <a:pt x="188765" y="60244"/>
                  </a:lnTo>
                  <a:cubicBezTo>
                    <a:pt x="218485" y="60244"/>
                    <a:pt x="248206" y="52211"/>
                    <a:pt x="274712" y="38556"/>
                  </a:cubicBezTo>
                  <a:cubicBezTo>
                    <a:pt x="289171" y="29720"/>
                    <a:pt x="302826" y="20081"/>
                    <a:pt x="314072" y="8836"/>
                  </a:cubicBezTo>
                  <a:lnTo>
                    <a:pt x="322908" y="0"/>
                  </a:lnTo>
                  <a:lnTo>
                    <a:pt x="335760" y="0"/>
                  </a:lnTo>
                  <a:cubicBezTo>
                    <a:pt x="418495" y="803"/>
                    <a:pt x="486771" y="69080"/>
                    <a:pt x="486771" y="152618"/>
                  </a:cubicBezTo>
                  <a:lnTo>
                    <a:pt x="486771" y="15261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7" name="Google Shape;5187;p45"/>
            <p:cNvSpPr/>
            <p:nvPr/>
          </p:nvSpPr>
          <p:spPr>
            <a:xfrm>
              <a:off x="7442720" y="1110930"/>
              <a:ext cx="127717" cy="182177"/>
            </a:xfrm>
            <a:custGeom>
              <a:rect b="b" l="l" r="r" t="t"/>
              <a:pathLst>
                <a:path extrusionOk="0" h="303629" w="212862">
                  <a:moveTo>
                    <a:pt x="212862" y="151815"/>
                  </a:moveTo>
                  <a:cubicBezTo>
                    <a:pt x="212862" y="236157"/>
                    <a:pt x="144586" y="303630"/>
                    <a:pt x="61047" y="303630"/>
                  </a:cubicBezTo>
                  <a:lnTo>
                    <a:pt x="0" y="303630"/>
                  </a:lnTo>
                  <a:lnTo>
                    <a:pt x="0" y="38556"/>
                  </a:lnTo>
                  <a:cubicBezTo>
                    <a:pt x="14459" y="29720"/>
                    <a:pt x="28114" y="20081"/>
                    <a:pt x="39360" y="8836"/>
                  </a:cubicBezTo>
                  <a:lnTo>
                    <a:pt x="48195" y="0"/>
                  </a:lnTo>
                  <a:lnTo>
                    <a:pt x="61047" y="0"/>
                  </a:lnTo>
                  <a:cubicBezTo>
                    <a:pt x="144586" y="0"/>
                    <a:pt x="212862" y="68277"/>
                    <a:pt x="212862" y="151815"/>
                  </a:cubicBezTo>
                  <a:lnTo>
                    <a:pt x="212862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8" name="Google Shape;5188;p45"/>
            <p:cNvSpPr/>
            <p:nvPr/>
          </p:nvSpPr>
          <p:spPr>
            <a:xfrm>
              <a:off x="7241974" y="1220209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2338" y="183142"/>
                  </a:moveTo>
                  <a:lnTo>
                    <a:pt x="0" y="183142"/>
                  </a:lnTo>
                  <a:lnTo>
                    <a:pt x="0" y="122095"/>
                  </a:lnTo>
                  <a:cubicBezTo>
                    <a:pt x="0" y="54621"/>
                    <a:pt x="54621" y="0"/>
                    <a:pt x="122094" y="0"/>
                  </a:cubicBezTo>
                  <a:lnTo>
                    <a:pt x="183141" y="61047"/>
                  </a:lnTo>
                  <a:lnTo>
                    <a:pt x="183141" y="18314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9" name="Google Shape;5189;p45"/>
            <p:cNvSpPr/>
            <p:nvPr/>
          </p:nvSpPr>
          <p:spPr>
            <a:xfrm>
              <a:off x="7339699" y="1632293"/>
              <a:ext cx="205312" cy="101692"/>
            </a:xfrm>
            <a:custGeom>
              <a:rect b="b" l="l" r="r" t="t"/>
              <a:pathLst>
                <a:path extrusionOk="0" h="169486" w="342186">
                  <a:moveTo>
                    <a:pt x="342187" y="169487"/>
                  </a:moveTo>
                  <a:lnTo>
                    <a:pt x="0" y="169487"/>
                  </a:lnTo>
                  <a:lnTo>
                    <a:pt x="82736" y="0"/>
                  </a:lnTo>
                  <a:lnTo>
                    <a:pt x="259451" y="0"/>
                  </a:lnTo>
                  <a:lnTo>
                    <a:pt x="342187" y="169487"/>
                  </a:lnTo>
                  <a:close/>
                </a:path>
              </a:pathLst>
            </a:custGeom>
            <a:solidFill>
              <a:srgbClr val="7ED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0" name="Google Shape;5190;p45"/>
            <p:cNvSpPr/>
            <p:nvPr/>
          </p:nvSpPr>
          <p:spPr>
            <a:xfrm>
              <a:off x="7442239" y="1632293"/>
              <a:ext cx="102656" cy="101692"/>
            </a:xfrm>
            <a:custGeom>
              <a:rect b="b" l="l" r="r" t="t"/>
              <a:pathLst>
                <a:path extrusionOk="0" h="169486" w="171093">
                  <a:moveTo>
                    <a:pt x="171093" y="169487"/>
                  </a:moveTo>
                  <a:lnTo>
                    <a:pt x="0" y="169487"/>
                  </a:lnTo>
                  <a:lnTo>
                    <a:pt x="0" y="0"/>
                  </a:lnTo>
                  <a:lnTo>
                    <a:pt x="88358" y="0"/>
                  </a:lnTo>
                  <a:lnTo>
                    <a:pt x="171093" y="169487"/>
                  </a:lnTo>
                  <a:close/>
                </a:path>
              </a:pathLst>
            </a:custGeom>
            <a:solidFill>
              <a:srgbClr val="66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1" name="Google Shape;5191;p45"/>
            <p:cNvSpPr/>
            <p:nvPr/>
          </p:nvSpPr>
          <p:spPr>
            <a:xfrm>
              <a:off x="7223199" y="1219728"/>
              <a:ext cx="401948" cy="438576"/>
            </a:xfrm>
            <a:custGeom>
              <a:rect b="b" l="l" r="r" t="t"/>
              <a:pathLst>
                <a:path extrusionOk="0" h="730960" w="669913">
                  <a:moveTo>
                    <a:pt x="457051" y="305236"/>
                  </a:moveTo>
                  <a:cubicBezTo>
                    <a:pt x="406446" y="305236"/>
                    <a:pt x="365480" y="264270"/>
                    <a:pt x="365480" y="213665"/>
                  </a:cubicBezTo>
                  <a:lnTo>
                    <a:pt x="365480" y="152618"/>
                  </a:lnTo>
                  <a:cubicBezTo>
                    <a:pt x="365480" y="118882"/>
                    <a:pt x="354235" y="86751"/>
                    <a:pt x="334956" y="61851"/>
                  </a:cubicBezTo>
                  <a:cubicBezTo>
                    <a:pt x="307647" y="24901"/>
                    <a:pt x="263468" y="0"/>
                    <a:pt x="212862" y="0"/>
                  </a:cubicBezTo>
                  <a:lnTo>
                    <a:pt x="121291" y="0"/>
                  </a:lnTo>
                  <a:lnTo>
                    <a:pt x="121291" y="139766"/>
                  </a:lnTo>
                  <a:lnTo>
                    <a:pt x="97193" y="164667"/>
                  </a:lnTo>
                  <a:cubicBezTo>
                    <a:pt x="34540" y="227321"/>
                    <a:pt x="0" y="310056"/>
                    <a:pt x="0" y="399217"/>
                  </a:cubicBezTo>
                  <a:cubicBezTo>
                    <a:pt x="0" y="582359"/>
                    <a:pt x="148602" y="730961"/>
                    <a:pt x="331744" y="730961"/>
                  </a:cubicBezTo>
                  <a:lnTo>
                    <a:pt x="334956" y="730961"/>
                  </a:lnTo>
                  <a:lnTo>
                    <a:pt x="338170" y="730961"/>
                  </a:lnTo>
                  <a:cubicBezTo>
                    <a:pt x="521312" y="730961"/>
                    <a:pt x="669914" y="582359"/>
                    <a:pt x="669914" y="399217"/>
                  </a:cubicBezTo>
                  <a:lnTo>
                    <a:pt x="669914" y="305236"/>
                  </a:lnTo>
                  <a:lnTo>
                    <a:pt x="457051" y="305236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2" name="Google Shape;5192;p45"/>
            <p:cNvSpPr/>
            <p:nvPr/>
          </p:nvSpPr>
          <p:spPr>
            <a:xfrm>
              <a:off x="7356549" y="1451285"/>
              <a:ext cx="171583" cy="160008"/>
            </a:xfrm>
            <a:custGeom>
              <a:rect b="b" l="l" r="r" t="t"/>
              <a:pathLst>
                <a:path extrusionOk="0" h="266680" w="285971">
                  <a:moveTo>
                    <a:pt x="199207" y="0"/>
                  </a:moveTo>
                  <a:cubicBezTo>
                    <a:pt x="177520" y="0"/>
                    <a:pt x="158242" y="8033"/>
                    <a:pt x="142980" y="22491"/>
                  </a:cubicBezTo>
                  <a:cubicBezTo>
                    <a:pt x="127718" y="8033"/>
                    <a:pt x="108439" y="0"/>
                    <a:pt x="86752" y="0"/>
                  </a:cubicBezTo>
                  <a:cubicBezTo>
                    <a:pt x="37754" y="0"/>
                    <a:pt x="0" y="40163"/>
                    <a:pt x="0" y="91571"/>
                  </a:cubicBezTo>
                  <a:cubicBezTo>
                    <a:pt x="0" y="149405"/>
                    <a:pt x="41770" y="179929"/>
                    <a:pt x="142980" y="266680"/>
                  </a:cubicBezTo>
                  <a:cubicBezTo>
                    <a:pt x="224911" y="196797"/>
                    <a:pt x="285959" y="155831"/>
                    <a:pt x="285959" y="91571"/>
                  </a:cubicBezTo>
                  <a:cubicBezTo>
                    <a:pt x="286762" y="40163"/>
                    <a:pt x="248206" y="0"/>
                    <a:pt x="199207" y="0"/>
                  </a:cubicBezTo>
                  <a:lnTo>
                    <a:pt x="199207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45"/>
            <p:cNvSpPr/>
            <p:nvPr/>
          </p:nvSpPr>
          <p:spPr>
            <a:xfrm>
              <a:off x="7442239" y="1451285"/>
              <a:ext cx="85792" cy="159526"/>
            </a:xfrm>
            <a:custGeom>
              <a:rect b="b" l="l" r="r" t="t"/>
              <a:pathLst>
                <a:path extrusionOk="0" h="265876" w="142987">
                  <a:moveTo>
                    <a:pt x="0" y="265877"/>
                  </a:moveTo>
                  <a:lnTo>
                    <a:pt x="0" y="22491"/>
                  </a:lnTo>
                  <a:cubicBezTo>
                    <a:pt x="15262" y="8033"/>
                    <a:pt x="34540" y="0"/>
                    <a:pt x="56228" y="0"/>
                  </a:cubicBezTo>
                  <a:cubicBezTo>
                    <a:pt x="105226" y="0"/>
                    <a:pt x="142980" y="40163"/>
                    <a:pt x="142980" y="91571"/>
                  </a:cubicBezTo>
                  <a:cubicBezTo>
                    <a:pt x="143783" y="155028"/>
                    <a:pt x="82736" y="195994"/>
                    <a:pt x="0" y="265877"/>
                  </a:cubicBezTo>
                  <a:lnTo>
                    <a:pt x="0" y="26587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94" name="Google Shape;5194;p45"/>
          <p:cNvGrpSpPr/>
          <p:nvPr/>
        </p:nvGrpSpPr>
        <p:grpSpPr>
          <a:xfrm>
            <a:off x="3090657" y="2886910"/>
            <a:ext cx="448287" cy="589049"/>
            <a:chOff x="3005109" y="2866620"/>
            <a:chExt cx="474227" cy="623135"/>
          </a:xfrm>
        </p:grpSpPr>
        <p:sp>
          <p:nvSpPr>
            <p:cNvPr id="5195" name="Google Shape;5195;p45"/>
            <p:cNvSpPr/>
            <p:nvPr/>
          </p:nvSpPr>
          <p:spPr>
            <a:xfrm>
              <a:off x="3023403" y="305051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45"/>
            <p:cNvSpPr/>
            <p:nvPr/>
          </p:nvSpPr>
          <p:spPr>
            <a:xfrm>
              <a:off x="3388309" y="305051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7" name="Google Shape;5197;p45"/>
            <p:cNvSpPr/>
            <p:nvPr/>
          </p:nvSpPr>
          <p:spPr>
            <a:xfrm>
              <a:off x="3223668" y="2884914"/>
              <a:ext cx="36628" cy="110849"/>
            </a:xfrm>
            <a:custGeom>
              <a:rect b="b" l="l" r="r" t="t"/>
              <a:pathLst>
                <a:path extrusionOk="0" h="18474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4748"/>
                  </a:lnTo>
                  <a:lnTo>
                    <a:pt x="0" y="18474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8" name="Google Shape;5198;p45"/>
            <p:cNvSpPr/>
            <p:nvPr/>
          </p:nvSpPr>
          <p:spPr>
            <a:xfrm>
              <a:off x="3241962" y="2884914"/>
              <a:ext cx="18314" cy="110849"/>
            </a:xfrm>
            <a:custGeom>
              <a:rect b="b" l="l" r="r" t="t"/>
              <a:pathLst>
                <a:path extrusionOk="0" h="18474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4748"/>
                  </a:lnTo>
                  <a:lnTo>
                    <a:pt x="0" y="184748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9" name="Google Shape;5199;p45"/>
            <p:cNvSpPr/>
            <p:nvPr/>
          </p:nvSpPr>
          <p:spPr>
            <a:xfrm>
              <a:off x="3132682" y="3379800"/>
              <a:ext cx="219288" cy="36628"/>
            </a:xfrm>
            <a:custGeom>
              <a:rect b="b" l="l" r="r" t="t"/>
              <a:pathLst>
                <a:path extrusionOk="0" h="61047" w="365480">
                  <a:moveTo>
                    <a:pt x="0" y="0"/>
                  </a:moveTo>
                  <a:lnTo>
                    <a:pt x="365480" y="0"/>
                  </a:lnTo>
                  <a:lnTo>
                    <a:pt x="36548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0" name="Google Shape;5200;p45"/>
            <p:cNvSpPr/>
            <p:nvPr/>
          </p:nvSpPr>
          <p:spPr>
            <a:xfrm>
              <a:off x="3241962" y="3379800"/>
              <a:ext cx="109403" cy="36628"/>
            </a:xfrm>
            <a:custGeom>
              <a:rect b="b" l="l" r="r" t="t"/>
              <a:pathLst>
                <a:path extrusionOk="0" h="61047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1" name="Google Shape;5201;p45"/>
            <p:cNvSpPr/>
            <p:nvPr/>
          </p:nvSpPr>
          <p:spPr>
            <a:xfrm>
              <a:off x="3066730" y="3317217"/>
              <a:ext cx="351343" cy="172538"/>
            </a:xfrm>
            <a:custGeom>
              <a:rect b="b" l="l" r="r" t="t"/>
              <a:pathLst>
                <a:path extrusionOk="0" h="287564" w="585571">
                  <a:moveTo>
                    <a:pt x="585572" y="287565"/>
                  </a:moveTo>
                  <a:lnTo>
                    <a:pt x="0" y="287565"/>
                  </a:lnTo>
                  <a:lnTo>
                    <a:pt x="143782" y="0"/>
                  </a:lnTo>
                  <a:lnTo>
                    <a:pt x="198403" y="26507"/>
                  </a:lnTo>
                  <a:lnTo>
                    <a:pt x="98800" y="226518"/>
                  </a:lnTo>
                  <a:lnTo>
                    <a:pt x="487575" y="226518"/>
                  </a:lnTo>
                  <a:lnTo>
                    <a:pt x="387971" y="26507"/>
                  </a:lnTo>
                  <a:lnTo>
                    <a:pt x="442593" y="0"/>
                  </a:lnTo>
                  <a:lnTo>
                    <a:pt x="585572" y="28756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2" name="Google Shape;5202;p45"/>
            <p:cNvSpPr/>
            <p:nvPr/>
          </p:nvSpPr>
          <p:spPr>
            <a:xfrm>
              <a:off x="3241962" y="3317217"/>
              <a:ext cx="175912" cy="172538"/>
            </a:xfrm>
            <a:custGeom>
              <a:rect b="b" l="l" r="r" t="t"/>
              <a:pathLst>
                <a:path extrusionOk="0" h="287564" w="293187">
                  <a:moveTo>
                    <a:pt x="293188" y="287565"/>
                  </a:moveTo>
                  <a:lnTo>
                    <a:pt x="0" y="287565"/>
                  </a:lnTo>
                  <a:lnTo>
                    <a:pt x="0" y="226518"/>
                  </a:lnTo>
                  <a:lnTo>
                    <a:pt x="194387" y="226518"/>
                  </a:lnTo>
                  <a:lnTo>
                    <a:pt x="94784" y="26507"/>
                  </a:lnTo>
                  <a:lnTo>
                    <a:pt x="149405" y="0"/>
                  </a:lnTo>
                  <a:lnTo>
                    <a:pt x="293188" y="28756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3" name="Google Shape;5203;p45"/>
            <p:cNvSpPr/>
            <p:nvPr/>
          </p:nvSpPr>
          <p:spPr>
            <a:xfrm>
              <a:off x="3077801" y="3159797"/>
              <a:ext cx="329173" cy="184105"/>
            </a:xfrm>
            <a:custGeom>
              <a:rect b="b" l="l" r="r" t="t"/>
              <a:pathLst>
                <a:path extrusionOk="0" h="306842" w="548622">
                  <a:moveTo>
                    <a:pt x="547819" y="122095"/>
                  </a:moveTo>
                  <a:lnTo>
                    <a:pt x="486772" y="152618"/>
                  </a:lnTo>
                  <a:lnTo>
                    <a:pt x="547819" y="183142"/>
                  </a:lnTo>
                  <a:lnTo>
                    <a:pt x="547819" y="306843"/>
                  </a:lnTo>
                  <a:lnTo>
                    <a:pt x="0" y="306843"/>
                  </a:lnTo>
                  <a:lnTo>
                    <a:pt x="0" y="183142"/>
                  </a:lnTo>
                  <a:lnTo>
                    <a:pt x="61047" y="152618"/>
                  </a:lnTo>
                  <a:lnTo>
                    <a:pt x="0" y="122095"/>
                  </a:lnTo>
                  <a:lnTo>
                    <a:pt x="0" y="61047"/>
                  </a:lnTo>
                  <a:lnTo>
                    <a:pt x="61047" y="0"/>
                  </a:lnTo>
                  <a:lnTo>
                    <a:pt x="487575" y="0"/>
                  </a:lnTo>
                  <a:lnTo>
                    <a:pt x="548622" y="61047"/>
                  </a:lnTo>
                  <a:lnTo>
                    <a:pt x="548622" y="12209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4" name="Google Shape;5204;p45"/>
            <p:cNvSpPr/>
            <p:nvPr/>
          </p:nvSpPr>
          <p:spPr>
            <a:xfrm>
              <a:off x="3241962" y="3159797"/>
              <a:ext cx="164345" cy="184105"/>
            </a:xfrm>
            <a:custGeom>
              <a:rect b="b" l="l" r="r" t="t"/>
              <a:pathLst>
                <a:path extrusionOk="0" h="306842" w="273909">
                  <a:moveTo>
                    <a:pt x="273910" y="122095"/>
                  </a:moveTo>
                  <a:lnTo>
                    <a:pt x="212862" y="152618"/>
                  </a:lnTo>
                  <a:lnTo>
                    <a:pt x="273910" y="183142"/>
                  </a:lnTo>
                  <a:lnTo>
                    <a:pt x="273910" y="306843"/>
                  </a:lnTo>
                  <a:lnTo>
                    <a:pt x="0" y="306843"/>
                  </a:lnTo>
                  <a:lnTo>
                    <a:pt x="0" y="0"/>
                  </a:lnTo>
                  <a:lnTo>
                    <a:pt x="212862" y="0"/>
                  </a:lnTo>
                  <a:lnTo>
                    <a:pt x="273910" y="61047"/>
                  </a:lnTo>
                  <a:lnTo>
                    <a:pt x="273910" y="122095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5" name="Google Shape;5205;p45"/>
            <p:cNvSpPr/>
            <p:nvPr/>
          </p:nvSpPr>
          <p:spPr>
            <a:xfrm>
              <a:off x="3077801" y="2977344"/>
              <a:ext cx="328691" cy="219288"/>
            </a:xfrm>
            <a:custGeom>
              <a:rect b="b" l="l" r="r" t="t"/>
              <a:pathLst>
                <a:path extrusionOk="0" h="365480" w="547818">
                  <a:moveTo>
                    <a:pt x="0" y="0"/>
                  </a:moveTo>
                  <a:lnTo>
                    <a:pt x="547819" y="0"/>
                  </a:lnTo>
                  <a:lnTo>
                    <a:pt x="547819" y="365480"/>
                  </a:lnTo>
                  <a:lnTo>
                    <a:pt x="0" y="36548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6" name="Google Shape;5206;p45"/>
            <p:cNvSpPr/>
            <p:nvPr/>
          </p:nvSpPr>
          <p:spPr>
            <a:xfrm>
              <a:off x="3241962" y="2977344"/>
              <a:ext cx="164345" cy="219288"/>
            </a:xfrm>
            <a:custGeom>
              <a:rect b="b" l="l" r="r" t="t"/>
              <a:pathLst>
                <a:path extrusionOk="0" h="365480" w="273909">
                  <a:moveTo>
                    <a:pt x="0" y="0"/>
                  </a:moveTo>
                  <a:lnTo>
                    <a:pt x="273910" y="0"/>
                  </a:lnTo>
                  <a:lnTo>
                    <a:pt x="273910" y="365480"/>
                  </a:lnTo>
                  <a:lnTo>
                    <a:pt x="0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7" name="Google Shape;5207;p45"/>
            <p:cNvSpPr/>
            <p:nvPr/>
          </p:nvSpPr>
          <p:spPr>
            <a:xfrm>
              <a:off x="3120166" y="2866620"/>
              <a:ext cx="244349" cy="67473"/>
            </a:xfrm>
            <a:custGeom>
              <a:rect b="b" l="l" r="r" t="t"/>
              <a:pathLst>
                <a:path extrusionOk="0" h="112455" w="407249">
                  <a:moveTo>
                    <a:pt x="407249" y="69883"/>
                  </a:moveTo>
                  <a:lnTo>
                    <a:pt x="364677" y="112455"/>
                  </a:lnTo>
                  <a:lnTo>
                    <a:pt x="312466" y="61047"/>
                  </a:lnTo>
                  <a:lnTo>
                    <a:pt x="94784" y="61047"/>
                  </a:lnTo>
                  <a:lnTo>
                    <a:pt x="42572" y="112455"/>
                  </a:lnTo>
                  <a:lnTo>
                    <a:pt x="0" y="69883"/>
                  </a:lnTo>
                  <a:lnTo>
                    <a:pt x="69080" y="0"/>
                  </a:lnTo>
                  <a:lnTo>
                    <a:pt x="338170" y="0"/>
                  </a:lnTo>
                  <a:lnTo>
                    <a:pt x="407249" y="6988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8" name="Google Shape;5208;p45"/>
            <p:cNvSpPr/>
            <p:nvPr/>
          </p:nvSpPr>
          <p:spPr>
            <a:xfrm>
              <a:off x="3442708" y="30139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9" name="Google Shape;5209;p45"/>
            <p:cNvSpPr/>
            <p:nvPr/>
          </p:nvSpPr>
          <p:spPr>
            <a:xfrm>
              <a:off x="3005109" y="30139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0" name="Google Shape;5210;p45"/>
            <p:cNvSpPr/>
            <p:nvPr/>
          </p:nvSpPr>
          <p:spPr>
            <a:xfrm>
              <a:off x="3223668" y="3232971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1" name="Google Shape;5211;p45"/>
            <p:cNvSpPr/>
            <p:nvPr/>
          </p:nvSpPr>
          <p:spPr>
            <a:xfrm>
              <a:off x="3114389" y="3035474"/>
              <a:ext cx="36628" cy="124464"/>
            </a:xfrm>
            <a:custGeom>
              <a:rect b="b" l="l" r="r" t="t"/>
              <a:pathLst>
                <a:path extrusionOk="0" h="207440" w="61047">
                  <a:moveTo>
                    <a:pt x="61047" y="9037"/>
                  </a:moveTo>
                  <a:lnTo>
                    <a:pt x="61047" y="207440"/>
                  </a:lnTo>
                  <a:lnTo>
                    <a:pt x="0" y="207440"/>
                  </a:lnTo>
                  <a:lnTo>
                    <a:pt x="0" y="9037"/>
                  </a:lnTo>
                  <a:cubicBezTo>
                    <a:pt x="19278" y="-3012"/>
                    <a:pt x="41769" y="-3012"/>
                    <a:pt x="61047" y="9037"/>
                  </a:cubicBezTo>
                  <a:lnTo>
                    <a:pt x="61047" y="903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2" name="Google Shape;5212;p45"/>
            <p:cNvSpPr/>
            <p:nvPr/>
          </p:nvSpPr>
          <p:spPr>
            <a:xfrm>
              <a:off x="3187562" y="3033187"/>
              <a:ext cx="109403" cy="126753"/>
            </a:xfrm>
            <a:custGeom>
              <a:rect b="b" l="l" r="r" t="t"/>
              <a:pathLst>
                <a:path extrusionOk="0" h="211255" w="182338">
                  <a:moveTo>
                    <a:pt x="182338" y="18475"/>
                  </a:moveTo>
                  <a:lnTo>
                    <a:pt x="182338" y="211256"/>
                  </a:lnTo>
                  <a:lnTo>
                    <a:pt x="0" y="211256"/>
                  </a:lnTo>
                  <a:lnTo>
                    <a:pt x="0" y="18475"/>
                  </a:lnTo>
                  <a:cubicBezTo>
                    <a:pt x="28917" y="6426"/>
                    <a:pt x="60244" y="0"/>
                    <a:pt x="91571" y="0"/>
                  </a:cubicBezTo>
                  <a:cubicBezTo>
                    <a:pt x="122898" y="0"/>
                    <a:pt x="153421" y="6426"/>
                    <a:pt x="182338" y="18475"/>
                  </a:cubicBezTo>
                  <a:lnTo>
                    <a:pt x="182338" y="1847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3" name="Google Shape;5213;p45"/>
            <p:cNvSpPr/>
            <p:nvPr/>
          </p:nvSpPr>
          <p:spPr>
            <a:xfrm>
              <a:off x="3333429" y="3035474"/>
              <a:ext cx="36628" cy="124464"/>
            </a:xfrm>
            <a:custGeom>
              <a:rect b="b" l="l" r="r" t="t"/>
              <a:pathLst>
                <a:path extrusionOk="0" h="207440" w="61047">
                  <a:moveTo>
                    <a:pt x="61047" y="9037"/>
                  </a:moveTo>
                  <a:lnTo>
                    <a:pt x="61047" y="207440"/>
                  </a:lnTo>
                  <a:lnTo>
                    <a:pt x="0" y="207440"/>
                  </a:lnTo>
                  <a:lnTo>
                    <a:pt x="0" y="9037"/>
                  </a:lnTo>
                  <a:cubicBezTo>
                    <a:pt x="18475" y="-3012"/>
                    <a:pt x="41769" y="-3012"/>
                    <a:pt x="61047" y="9037"/>
                  </a:cubicBezTo>
                  <a:lnTo>
                    <a:pt x="61047" y="903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4" name="Google Shape;5214;p45"/>
            <p:cNvSpPr/>
            <p:nvPr/>
          </p:nvSpPr>
          <p:spPr>
            <a:xfrm>
              <a:off x="3241962" y="2866620"/>
              <a:ext cx="122416" cy="67473"/>
            </a:xfrm>
            <a:custGeom>
              <a:rect b="b" l="l" r="r" t="t"/>
              <a:pathLst>
                <a:path extrusionOk="0" h="112455" w="204026">
                  <a:moveTo>
                    <a:pt x="109243" y="61047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134947" y="0"/>
                  </a:lnTo>
                  <a:lnTo>
                    <a:pt x="204026" y="69883"/>
                  </a:lnTo>
                  <a:lnTo>
                    <a:pt x="161454" y="112455"/>
                  </a:lnTo>
                  <a:lnTo>
                    <a:pt x="109243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5" name="Google Shape;5215;p45"/>
            <p:cNvSpPr/>
            <p:nvPr/>
          </p:nvSpPr>
          <p:spPr>
            <a:xfrm>
              <a:off x="3241962" y="3232971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45"/>
            <p:cNvSpPr/>
            <p:nvPr/>
          </p:nvSpPr>
          <p:spPr>
            <a:xfrm>
              <a:off x="3241962" y="3033187"/>
              <a:ext cx="54942" cy="126753"/>
            </a:xfrm>
            <a:custGeom>
              <a:rect b="b" l="l" r="r" t="t"/>
              <a:pathLst>
                <a:path extrusionOk="0" h="211255" w="91570">
                  <a:moveTo>
                    <a:pt x="91571" y="18475"/>
                  </a:moveTo>
                  <a:lnTo>
                    <a:pt x="91571" y="211256"/>
                  </a:lnTo>
                  <a:lnTo>
                    <a:pt x="0" y="211256"/>
                  </a:lnTo>
                  <a:lnTo>
                    <a:pt x="0" y="0"/>
                  </a:lnTo>
                  <a:cubicBezTo>
                    <a:pt x="31327" y="0"/>
                    <a:pt x="62654" y="6426"/>
                    <a:pt x="91571" y="18475"/>
                  </a:cubicBezTo>
                  <a:lnTo>
                    <a:pt x="91571" y="1847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7" name="Google Shape;5217;p45"/>
          <p:cNvGrpSpPr/>
          <p:nvPr/>
        </p:nvGrpSpPr>
        <p:grpSpPr>
          <a:xfrm>
            <a:off x="7088198" y="2051653"/>
            <a:ext cx="588518" cy="588647"/>
            <a:chOff x="7201054" y="1992867"/>
            <a:chExt cx="622573" cy="622709"/>
          </a:xfrm>
        </p:grpSpPr>
        <p:sp>
          <p:nvSpPr>
            <p:cNvPr id="5218" name="Google Shape;5218;p45"/>
            <p:cNvSpPr/>
            <p:nvPr/>
          </p:nvSpPr>
          <p:spPr>
            <a:xfrm>
              <a:off x="7311777" y="212188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45"/>
            <p:cNvSpPr/>
            <p:nvPr/>
          </p:nvSpPr>
          <p:spPr>
            <a:xfrm>
              <a:off x="7311777" y="234092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45"/>
            <p:cNvSpPr/>
            <p:nvPr/>
          </p:nvSpPr>
          <p:spPr>
            <a:xfrm>
              <a:off x="7640097" y="212188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1" name="Google Shape;5221;p45"/>
            <p:cNvSpPr/>
            <p:nvPr/>
          </p:nvSpPr>
          <p:spPr>
            <a:xfrm>
              <a:off x="7640097" y="2340924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5"/>
                  </a:lnTo>
                  <a:lnTo>
                    <a:pt x="0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2" name="Google Shape;5222;p45"/>
            <p:cNvSpPr/>
            <p:nvPr/>
          </p:nvSpPr>
          <p:spPr>
            <a:xfrm>
              <a:off x="7722899" y="2360662"/>
              <a:ext cx="100727" cy="69401"/>
            </a:xfrm>
            <a:custGeom>
              <a:rect b="b" l="l" r="r" t="t"/>
              <a:pathLst>
                <a:path extrusionOk="0" h="115668" w="167879">
                  <a:moveTo>
                    <a:pt x="27310" y="115669"/>
                  </a:moveTo>
                  <a:lnTo>
                    <a:pt x="0" y="61047"/>
                  </a:lnTo>
                  <a:lnTo>
                    <a:pt x="140569" y="0"/>
                  </a:lnTo>
                  <a:lnTo>
                    <a:pt x="167879" y="54621"/>
                  </a:lnTo>
                  <a:lnTo>
                    <a:pt x="27310" y="11566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3" name="Google Shape;5223;p45"/>
            <p:cNvSpPr/>
            <p:nvPr/>
          </p:nvSpPr>
          <p:spPr>
            <a:xfrm>
              <a:off x="7201054" y="2395323"/>
              <a:ext cx="548943" cy="220252"/>
            </a:xfrm>
            <a:custGeom>
              <a:rect b="b" l="l" r="r" t="t"/>
              <a:pathLst>
                <a:path extrusionOk="0" h="367086" w="914905">
                  <a:moveTo>
                    <a:pt x="684372" y="0"/>
                  </a:moveTo>
                  <a:cubicBezTo>
                    <a:pt x="648225" y="0"/>
                    <a:pt x="614489" y="13655"/>
                    <a:pt x="589588" y="39359"/>
                  </a:cubicBezTo>
                  <a:cubicBezTo>
                    <a:pt x="575932" y="53015"/>
                    <a:pt x="557458" y="61047"/>
                    <a:pt x="537377" y="61047"/>
                  </a:cubicBezTo>
                  <a:lnTo>
                    <a:pt x="379938" y="61047"/>
                  </a:lnTo>
                  <a:cubicBezTo>
                    <a:pt x="359857" y="61047"/>
                    <a:pt x="341383" y="53015"/>
                    <a:pt x="327727" y="39359"/>
                  </a:cubicBezTo>
                  <a:cubicBezTo>
                    <a:pt x="302826" y="13655"/>
                    <a:pt x="268287" y="0"/>
                    <a:pt x="232944" y="0"/>
                  </a:cubicBezTo>
                  <a:lnTo>
                    <a:pt x="0" y="0"/>
                  </a:lnTo>
                  <a:lnTo>
                    <a:pt x="0" y="30524"/>
                  </a:lnTo>
                  <a:cubicBezTo>
                    <a:pt x="0" y="215272"/>
                    <a:pt x="152618" y="367087"/>
                    <a:pt x="336563" y="367087"/>
                  </a:cubicBezTo>
                  <a:lnTo>
                    <a:pt x="579949" y="367087"/>
                  </a:lnTo>
                  <a:cubicBezTo>
                    <a:pt x="764697" y="367087"/>
                    <a:pt x="914906" y="214469"/>
                    <a:pt x="914906" y="30524"/>
                  </a:cubicBezTo>
                  <a:lnTo>
                    <a:pt x="914906" y="0"/>
                  </a:lnTo>
                  <a:lnTo>
                    <a:pt x="684372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4" name="Google Shape;5224;p45"/>
            <p:cNvSpPr/>
            <p:nvPr/>
          </p:nvSpPr>
          <p:spPr>
            <a:xfrm>
              <a:off x="7475456" y="2394842"/>
              <a:ext cx="274231" cy="220734"/>
            </a:xfrm>
            <a:custGeom>
              <a:rect b="b" l="l" r="r" t="t"/>
              <a:pathLst>
                <a:path extrusionOk="0" h="367890" w="457051">
                  <a:moveTo>
                    <a:pt x="457051" y="803"/>
                  </a:moveTo>
                  <a:lnTo>
                    <a:pt x="457051" y="31327"/>
                  </a:lnTo>
                  <a:cubicBezTo>
                    <a:pt x="457051" y="216075"/>
                    <a:pt x="306842" y="367890"/>
                    <a:pt x="122094" y="367890"/>
                  </a:cubicBezTo>
                  <a:lnTo>
                    <a:pt x="0" y="367890"/>
                  </a:lnTo>
                  <a:lnTo>
                    <a:pt x="0" y="61047"/>
                  </a:lnTo>
                  <a:lnTo>
                    <a:pt x="78718" y="61047"/>
                  </a:lnTo>
                  <a:cubicBezTo>
                    <a:pt x="98800" y="61047"/>
                    <a:pt x="117275" y="53015"/>
                    <a:pt x="130930" y="39359"/>
                  </a:cubicBezTo>
                  <a:cubicBezTo>
                    <a:pt x="155831" y="13655"/>
                    <a:pt x="190371" y="0"/>
                    <a:pt x="225714" y="0"/>
                  </a:cubicBezTo>
                  <a:lnTo>
                    <a:pt x="457051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5" name="Google Shape;5225;p45"/>
            <p:cNvSpPr/>
            <p:nvPr/>
          </p:nvSpPr>
          <p:spPr>
            <a:xfrm>
              <a:off x="7530337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6" name="Google Shape;5226;p45"/>
            <p:cNvSpPr/>
            <p:nvPr/>
          </p:nvSpPr>
          <p:spPr>
            <a:xfrm>
              <a:off x="7457644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7" name="Google Shape;5227;p45"/>
            <p:cNvSpPr/>
            <p:nvPr/>
          </p:nvSpPr>
          <p:spPr>
            <a:xfrm>
              <a:off x="7384470" y="2505084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8" name="Google Shape;5228;p45"/>
            <p:cNvSpPr/>
            <p:nvPr/>
          </p:nvSpPr>
          <p:spPr>
            <a:xfrm>
              <a:off x="7222717" y="1992867"/>
              <a:ext cx="178442" cy="147477"/>
            </a:xfrm>
            <a:custGeom>
              <a:rect b="b" l="l" r="r" t="t"/>
              <a:pathLst>
                <a:path extrusionOk="0" h="245795" w="297404">
                  <a:moveTo>
                    <a:pt x="255434" y="245796"/>
                  </a:moveTo>
                  <a:lnTo>
                    <a:pt x="0" y="245796"/>
                  </a:lnTo>
                  <a:lnTo>
                    <a:pt x="31327" y="198404"/>
                  </a:lnTo>
                  <a:cubicBezTo>
                    <a:pt x="61850" y="153421"/>
                    <a:pt x="61850" y="92374"/>
                    <a:pt x="31327" y="47392"/>
                  </a:cubicBezTo>
                  <a:lnTo>
                    <a:pt x="0" y="0"/>
                  </a:lnTo>
                  <a:lnTo>
                    <a:pt x="255434" y="0"/>
                  </a:lnTo>
                  <a:lnTo>
                    <a:pt x="264271" y="13655"/>
                  </a:lnTo>
                  <a:cubicBezTo>
                    <a:pt x="308450" y="79522"/>
                    <a:pt x="308450" y="166274"/>
                    <a:pt x="264271" y="232140"/>
                  </a:cubicBezTo>
                  <a:lnTo>
                    <a:pt x="255434" y="245796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9" name="Google Shape;5229;p45"/>
            <p:cNvSpPr/>
            <p:nvPr/>
          </p:nvSpPr>
          <p:spPr>
            <a:xfrm>
              <a:off x="7213089" y="2175801"/>
              <a:ext cx="238325" cy="183142"/>
            </a:xfrm>
            <a:custGeom>
              <a:rect b="b" l="l" r="r" t="t"/>
              <a:pathLst>
                <a:path extrusionOk="0" h="305236" w="397208">
                  <a:moveTo>
                    <a:pt x="329334" y="305236"/>
                  </a:moveTo>
                  <a:lnTo>
                    <a:pt x="0" y="305236"/>
                  </a:lnTo>
                  <a:lnTo>
                    <a:pt x="52211" y="253025"/>
                  </a:lnTo>
                  <a:cubicBezTo>
                    <a:pt x="107636" y="197600"/>
                    <a:pt x="107636" y="107636"/>
                    <a:pt x="52211" y="52211"/>
                  </a:cubicBezTo>
                  <a:lnTo>
                    <a:pt x="0" y="0"/>
                  </a:lnTo>
                  <a:lnTo>
                    <a:pt x="329334" y="0"/>
                  </a:lnTo>
                  <a:lnTo>
                    <a:pt x="338170" y="8836"/>
                  </a:lnTo>
                  <a:cubicBezTo>
                    <a:pt x="416889" y="87555"/>
                    <a:pt x="416889" y="216075"/>
                    <a:pt x="338170" y="295597"/>
                  </a:cubicBezTo>
                  <a:lnTo>
                    <a:pt x="329334" y="305236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0" name="Google Shape;5230;p45"/>
            <p:cNvSpPr/>
            <p:nvPr/>
          </p:nvSpPr>
          <p:spPr>
            <a:xfrm>
              <a:off x="7551518" y="1992867"/>
              <a:ext cx="178442" cy="147477"/>
            </a:xfrm>
            <a:custGeom>
              <a:rect b="b" l="l" r="r" t="t"/>
              <a:pathLst>
                <a:path extrusionOk="0" h="245795" w="297404">
                  <a:moveTo>
                    <a:pt x="255435" y="245796"/>
                  </a:moveTo>
                  <a:lnTo>
                    <a:pt x="0" y="245796"/>
                  </a:lnTo>
                  <a:lnTo>
                    <a:pt x="31327" y="198404"/>
                  </a:lnTo>
                  <a:cubicBezTo>
                    <a:pt x="61851" y="153421"/>
                    <a:pt x="61851" y="92374"/>
                    <a:pt x="31327" y="47392"/>
                  </a:cubicBezTo>
                  <a:lnTo>
                    <a:pt x="0" y="0"/>
                  </a:lnTo>
                  <a:lnTo>
                    <a:pt x="255435" y="0"/>
                  </a:lnTo>
                  <a:lnTo>
                    <a:pt x="264271" y="13655"/>
                  </a:lnTo>
                  <a:cubicBezTo>
                    <a:pt x="308450" y="79522"/>
                    <a:pt x="308450" y="166274"/>
                    <a:pt x="264271" y="232140"/>
                  </a:cubicBezTo>
                  <a:lnTo>
                    <a:pt x="255435" y="24579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1" name="Google Shape;5231;p45"/>
            <p:cNvSpPr/>
            <p:nvPr/>
          </p:nvSpPr>
          <p:spPr>
            <a:xfrm>
              <a:off x="7541408" y="2175801"/>
              <a:ext cx="238325" cy="183142"/>
            </a:xfrm>
            <a:custGeom>
              <a:rect b="b" l="l" r="r" t="t"/>
              <a:pathLst>
                <a:path extrusionOk="0" h="305236" w="397208">
                  <a:moveTo>
                    <a:pt x="329334" y="305236"/>
                  </a:moveTo>
                  <a:lnTo>
                    <a:pt x="0" y="305236"/>
                  </a:lnTo>
                  <a:lnTo>
                    <a:pt x="52211" y="253025"/>
                  </a:lnTo>
                  <a:cubicBezTo>
                    <a:pt x="107636" y="197600"/>
                    <a:pt x="107636" y="107636"/>
                    <a:pt x="52211" y="52211"/>
                  </a:cubicBezTo>
                  <a:lnTo>
                    <a:pt x="0" y="0"/>
                  </a:lnTo>
                  <a:lnTo>
                    <a:pt x="329334" y="0"/>
                  </a:lnTo>
                  <a:lnTo>
                    <a:pt x="338170" y="8836"/>
                  </a:lnTo>
                  <a:cubicBezTo>
                    <a:pt x="416889" y="87555"/>
                    <a:pt x="416889" y="216075"/>
                    <a:pt x="338170" y="295597"/>
                  </a:cubicBezTo>
                  <a:lnTo>
                    <a:pt x="329334" y="305236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45"/>
          <p:cNvGrpSpPr/>
          <p:nvPr/>
        </p:nvGrpSpPr>
        <p:grpSpPr>
          <a:xfrm>
            <a:off x="7087574" y="2886979"/>
            <a:ext cx="589142" cy="588983"/>
            <a:chOff x="7233308" y="2804519"/>
            <a:chExt cx="623233" cy="623065"/>
          </a:xfrm>
        </p:grpSpPr>
        <p:sp>
          <p:nvSpPr>
            <p:cNvPr id="5233" name="Google Shape;5233;p45"/>
            <p:cNvSpPr/>
            <p:nvPr/>
          </p:nvSpPr>
          <p:spPr>
            <a:xfrm>
              <a:off x="7306964" y="2877693"/>
              <a:ext cx="209167" cy="315679"/>
            </a:xfrm>
            <a:custGeom>
              <a:rect b="b" l="l" r="r" t="t"/>
              <a:pathLst>
                <a:path extrusionOk="0" h="526131" w="348612">
                  <a:moveTo>
                    <a:pt x="348612" y="272303"/>
                  </a:moveTo>
                  <a:lnTo>
                    <a:pt x="303629" y="363070"/>
                  </a:lnTo>
                  <a:lnTo>
                    <a:pt x="212059" y="424118"/>
                  </a:lnTo>
                  <a:lnTo>
                    <a:pt x="60244" y="526131"/>
                  </a:lnTo>
                  <a:lnTo>
                    <a:pt x="0" y="505246"/>
                  </a:lnTo>
                  <a:cubicBezTo>
                    <a:pt x="803" y="428937"/>
                    <a:pt x="23295" y="355841"/>
                    <a:pt x="65063" y="291581"/>
                  </a:cubicBezTo>
                  <a:cubicBezTo>
                    <a:pt x="101210" y="236960"/>
                    <a:pt x="121291" y="171093"/>
                    <a:pt x="121291" y="106029"/>
                  </a:cubicBezTo>
                  <a:lnTo>
                    <a:pt x="121291" y="61047"/>
                  </a:lnTo>
                  <a:lnTo>
                    <a:pt x="182338" y="0"/>
                  </a:lnTo>
                  <a:lnTo>
                    <a:pt x="243385" y="0"/>
                  </a:lnTo>
                  <a:lnTo>
                    <a:pt x="304433" y="61047"/>
                  </a:lnTo>
                  <a:lnTo>
                    <a:pt x="304433" y="106029"/>
                  </a:lnTo>
                  <a:cubicBezTo>
                    <a:pt x="303629" y="163060"/>
                    <a:pt x="319694" y="221698"/>
                    <a:pt x="348612" y="272303"/>
                  </a:cubicBezTo>
                  <a:lnTo>
                    <a:pt x="348612" y="27230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4" name="Google Shape;5234;p45"/>
            <p:cNvSpPr/>
            <p:nvPr/>
          </p:nvSpPr>
          <p:spPr>
            <a:xfrm>
              <a:off x="7316592" y="3218047"/>
              <a:ext cx="245795" cy="209167"/>
            </a:xfrm>
            <a:custGeom>
              <a:rect b="b" l="l" r="r" t="t"/>
              <a:pathLst>
                <a:path extrusionOk="0" h="348611" w="409659">
                  <a:moveTo>
                    <a:pt x="409659" y="9639"/>
                  </a:moveTo>
                  <a:lnTo>
                    <a:pt x="409659" y="348612"/>
                  </a:lnTo>
                  <a:lnTo>
                    <a:pt x="13655" y="348612"/>
                  </a:lnTo>
                  <a:lnTo>
                    <a:pt x="0" y="281942"/>
                  </a:lnTo>
                  <a:lnTo>
                    <a:pt x="89161" y="162257"/>
                  </a:lnTo>
                  <a:lnTo>
                    <a:pt x="195994" y="90768"/>
                  </a:lnTo>
                  <a:lnTo>
                    <a:pt x="332547" y="0"/>
                  </a:lnTo>
                  <a:lnTo>
                    <a:pt x="409659" y="96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5" name="Google Shape;5235;p45"/>
            <p:cNvSpPr/>
            <p:nvPr/>
          </p:nvSpPr>
          <p:spPr>
            <a:xfrm>
              <a:off x="7434055" y="2877212"/>
              <a:ext cx="81932" cy="254470"/>
            </a:xfrm>
            <a:custGeom>
              <a:rect b="b" l="l" r="r" t="t"/>
              <a:pathLst>
                <a:path extrusionOk="0" h="424117" w="136553">
                  <a:moveTo>
                    <a:pt x="91570" y="363070"/>
                  </a:moveTo>
                  <a:lnTo>
                    <a:pt x="0" y="424118"/>
                  </a:lnTo>
                  <a:lnTo>
                    <a:pt x="0" y="0"/>
                  </a:lnTo>
                  <a:lnTo>
                    <a:pt x="30523" y="0"/>
                  </a:lnTo>
                  <a:lnTo>
                    <a:pt x="91570" y="61047"/>
                  </a:lnTo>
                  <a:lnTo>
                    <a:pt x="91570" y="106029"/>
                  </a:lnTo>
                  <a:cubicBezTo>
                    <a:pt x="91570" y="164667"/>
                    <a:pt x="107635" y="222501"/>
                    <a:pt x="136553" y="273106"/>
                  </a:cubicBezTo>
                  <a:lnTo>
                    <a:pt x="91570" y="36307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6" name="Google Shape;5236;p45"/>
            <p:cNvSpPr/>
            <p:nvPr/>
          </p:nvSpPr>
          <p:spPr>
            <a:xfrm>
              <a:off x="7434536" y="3218047"/>
              <a:ext cx="127717" cy="209167"/>
            </a:xfrm>
            <a:custGeom>
              <a:rect b="b" l="l" r="r" t="t"/>
              <a:pathLst>
                <a:path extrusionOk="0" h="348611" w="212862">
                  <a:moveTo>
                    <a:pt x="212862" y="9639"/>
                  </a:moveTo>
                  <a:lnTo>
                    <a:pt x="212862" y="348612"/>
                  </a:lnTo>
                  <a:lnTo>
                    <a:pt x="0" y="348612"/>
                  </a:lnTo>
                  <a:lnTo>
                    <a:pt x="0" y="90768"/>
                  </a:lnTo>
                  <a:lnTo>
                    <a:pt x="136553" y="0"/>
                  </a:lnTo>
                  <a:lnTo>
                    <a:pt x="212862" y="96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7" name="Google Shape;5237;p45"/>
            <p:cNvSpPr/>
            <p:nvPr/>
          </p:nvSpPr>
          <p:spPr>
            <a:xfrm>
              <a:off x="7306964" y="3040408"/>
              <a:ext cx="255434" cy="347487"/>
            </a:xfrm>
            <a:custGeom>
              <a:rect b="b" l="l" r="r" t="t"/>
              <a:pathLst>
                <a:path extrusionOk="0" h="579145" w="425724">
                  <a:moveTo>
                    <a:pt x="425724" y="233747"/>
                  </a:moveTo>
                  <a:lnTo>
                    <a:pt x="425724" y="306040"/>
                  </a:lnTo>
                  <a:lnTo>
                    <a:pt x="212862" y="448215"/>
                  </a:lnTo>
                  <a:lnTo>
                    <a:pt x="16868" y="579146"/>
                  </a:lnTo>
                  <a:lnTo>
                    <a:pt x="4016" y="514886"/>
                  </a:lnTo>
                  <a:lnTo>
                    <a:pt x="0" y="493198"/>
                  </a:lnTo>
                  <a:lnTo>
                    <a:pt x="0" y="236960"/>
                  </a:lnTo>
                  <a:cubicBezTo>
                    <a:pt x="0" y="235353"/>
                    <a:pt x="803" y="233747"/>
                    <a:pt x="803" y="232944"/>
                  </a:cubicBezTo>
                  <a:lnTo>
                    <a:pt x="213665" y="90768"/>
                  </a:lnTo>
                  <a:lnTo>
                    <a:pt x="350218" y="0"/>
                  </a:lnTo>
                  <a:cubicBezTo>
                    <a:pt x="354235" y="6426"/>
                    <a:pt x="356645" y="12852"/>
                    <a:pt x="361464" y="18475"/>
                  </a:cubicBezTo>
                  <a:cubicBezTo>
                    <a:pt x="368694" y="29720"/>
                    <a:pt x="374316" y="40966"/>
                    <a:pt x="379938" y="52211"/>
                  </a:cubicBezTo>
                  <a:cubicBezTo>
                    <a:pt x="408856" y="108439"/>
                    <a:pt x="424117" y="170290"/>
                    <a:pt x="425724" y="233747"/>
                  </a:cubicBezTo>
                  <a:lnTo>
                    <a:pt x="425724" y="2337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8" name="Google Shape;5238;p45"/>
            <p:cNvSpPr/>
            <p:nvPr/>
          </p:nvSpPr>
          <p:spPr>
            <a:xfrm>
              <a:off x="7434536" y="3040890"/>
              <a:ext cx="127717" cy="268447"/>
            </a:xfrm>
            <a:custGeom>
              <a:rect b="b" l="l" r="r" t="t"/>
              <a:pathLst>
                <a:path extrusionOk="0" h="447412" w="212862">
                  <a:moveTo>
                    <a:pt x="212862" y="232944"/>
                  </a:moveTo>
                  <a:lnTo>
                    <a:pt x="212862" y="305236"/>
                  </a:lnTo>
                  <a:lnTo>
                    <a:pt x="0" y="447412"/>
                  </a:lnTo>
                  <a:lnTo>
                    <a:pt x="0" y="90768"/>
                  </a:lnTo>
                  <a:lnTo>
                    <a:pt x="136553" y="0"/>
                  </a:lnTo>
                  <a:cubicBezTo>
                    <a:pt x="140569" y="6426"/>
                    <a:pt x="142979" y="12852"/>
                    <a:pt x="147799" y="18475"/>
                  </a:cubicBezTo>
                  <a:cubicBezTo>
                    <a:pt x="155027" y="29720"/>
                    <a:pt x="160651" y="40966"/>
                    <a:pt x="166273" y="52211"/>
                  </a:cubicBezTo>
                  <a:cubicBezTo>
                    <a:pt x="195994" y="107636"/>
                    <a:pt x="211255" y="169487"/>
                    <a:pt x="212862" y="232944"/>
                  </a:cubicBezTo>
                  <a:lnTo>
                    <a:pt x="212862" y="232944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9" name="Google Shape;5239;p45"/>
            <p:cNvSpPr/>
            <p:nvPr/>
          </p:nvSpPr>
          <p:spPr>
            <a:xfrm>
              <a:off x="7233308" y="3171351"/>
              <a:ext cx="109885" cy="128199"/>
            </a:xfrm>
            <a:custGeom>
              <a:rect b="b" l="l" r="r" t="t"/>
              <a:pathLst>
                <a:path extrusionOk="0" h="213665" w="183142">
                  <a:moveTo>
                    <a:pt x="183142" y="152618"/>
                  </a:moveTo>
                  <a:lnTo>
                    <a:pt x="183142" y="213665"/>
                  </a:lnTo>
                  <a:lnTo>
                    <a:pt x="122095" y="213665"/>
                  </a:lnTo>
                  <a:lnTo>
                    <a:pt x="122095" y="152618"/>
                  </a:lnTo>
                  <a:cubicBezTo>
                    <a:pt x="122095" y="102013"/>
                    <a:pt x="81128" y="61047"/>
                    <a:pt x="30524" y="61047"/>
                  </a:cubicBezTo>
                  <a:lnTo>
                    <a:pt x="0" y="61047"/>
                  </a:lnTo>
                  <a:lnTo>
                    <a:pt x="0" y="0"/>
                  </a:lnTo>
                  <a:lnTo>
                    <a:pt x="30524" y="0"/>
                  </a:lnTo>
                  <a:cubicBezTo>
                    <a:pt x="80325" y="0"/>
                    <a:pt x="124504" y="24098"/>
                    <a:pt x="152618" y="61850"/>
                  </a:cubicBezTo>
                  <a:cubicBezTo>
                    <a:pt x="171896" y="86751"/>
                    <a:pt x="183142" y="118881"/>
                    <a:pt x="183142" y="152618"/>
                  </a:cubicBezTo>
                  <a:lnTo>
                    <a:pt x="183142" y="15261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0" name="Google Shape;5240;p45"/>
            <p:cNvSpPr/>
            <p:nvPr/>
          </p:nvSpPr>
          <p:spPr>
            <a:xfrm>
              <a:off x="7616027" y="3025485"/>
              <a:ext cx="235675" cy="146513"/>
            </a:xfrm>
            <a:custGeom>
              <a:rect b="b" l="l" r="r" t="t"/>
              <a:pathLst>
                <a:path extrusionOk="0" h="244189" w="392791">
                  <a:moveTo>
                    <a:pt x="392791" y="183142"/>
                  </a:moveTo>
                  <a:lnTo>
                    <a:pt x="317285" y="244189"/>
                  </a:lnTo>
                  <a:lnTo>
                    <a:pt x="55425" y="183142"/>
                  </a:lnTo>
                  <a:lnTo>
                    <a:pt x="0" y="122095"/>
                  </a:lnTo>
                  <a:lnTo>
                    <a:pt x="40966" y="0"/>
                  </a:lnTo>
                  <a:lnTo>
                    <a:pt x="332547" y="0"/>
                  </a:lnTo>
                  <a:lnTo>
                    <a:pt x="391988" y="179126"/>
                  </a:lnTo>
                  <a:cubicBezTo>
                    <a:pt x="391988" y="180732"/>
                    <a:pt x="391988" y="181535"/>
                    <a:pt x="392791" y="183142"/>
                  </a:cubicBezTo>
                  <a:lnTo>
                    <a:pt x="392791" y="18314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1" name="Google Shape;5241;p45"/>
            <p:cNvSpPr/>
            <p:nvPr/>
          </p:nvSpPr>
          <p:spPr>
            <a:xfrm>
              <a:off x="7727713" y="3025966"/>
              <a:ext cx="123861" cy="146031"/>
            </a:xfrm>
            <a:custGeom>
              <a:rect b="b" l="l" r="r" t="t"/>
              <a:pathLst>
                <a:path extrusionOk="0" h="243385" w="206435">
                  <a:moveTo>
                    <a:pt x="206436" y="182339"/>
                  </a:moveTo>
                  <a:lnTo>
                    <a:pt x="130930" y="243386"/>
                  </a:lnTo>
                  <a:lnTo>
                    <a:pt x="0" y="212862"/>
                  </a:lnTo>
                  <a:lnTo>
                    <a:pt x="0" y="0"/>
                  </a:lnTo>
                  <a:lnTo>
                    <a:pt x="145389" y="0"/>
                  </a:lnTo>
                  <a:lnTo>
                    <a:pt x="204830" y="179125"/>
                  </a:lnTo>
                  <a:cubicBezTo>
                    <a:pt x="205633" y="179929"/>
                    <a:pt x="205633" y="180732"/>
                    <a:pt x="206436" y="182339"/>
                  </a:cubicBezTo>
                  <a:lnTo>
                    <a:pt x="206436" y="1823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2" name="Google Shape;5242;p45"/>
            <p:cNvSpPr/>
            <p:nvPr/>
          </p:nvSpPr>
          <p:spPr>
            <a:xfrm>
              <a:off x="7708938" y="3226231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3" name="Google Shape;5243;p45"/>
            <p:cNvSpPr/>
            <p:nvPr/>
          </p:nvSpPr>
          <p:spPr>
            <a:xfrm>
              <a:off x="7727232" y="3226231"/>
              <a:ext cx="18314" cy="109403"/>
            </a:xfrm>
            <a:custGeom>
              <a:rect b="b" l="l" r="r" t="t"/>
              <a:pathLst>
                <a:path extrusionOk="0" h="182338" w="30523">
                  <a:moveTo>
                    <a:pt x="0" y="0"/>
                  </a:moveTo>
                  <a:lnTo>
                    <a:pt x="30524" y="0"/>
                  </a:lnTo>
                  <a:lnTo>
                    <a:pt x="30524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45"/>
            <p:cNvSpPr/>
            <p:nvPr/>
          </p:nvSpPr>
          <p:spPr>
            <a:xfrm>
              <a:off x="7608806" y="3309996"/>
              <a:ext cx="235675" cy="117114"/>
            </a:xfrm>
            <a:custGeom>
              <a:rect b="b" l="l" r="r" t="t"/>
              <a:pathLst>
                <a:path extrusionOk="0" h="195190" w="392791">
                  <a:moveTo>
                    <a:pt x="197600" y="0"/>
                  </a:moveTo>
                  <a:lnTo>
                    <a:pt x="0" y="195191"/>
                  </a:lnTo>
                  <a:lnTo>
                    <a:pt x="392791" y="195191"/>
                  </a:lnTo>
                  <a:lnTo>
                    <a:pt x="197600" y="0"/>
                  </a:lnTo>
                  <a:close/>
                  <a:moveTo>
                    <a:pt x="149405" y="134143"/>
                  </a:moveTo>
                  <a:lnTo>
                    <a:pt x="197600" y="85948"/>
                  </a:lnTo>
                  <a:lnTo>
                    <a:pt x="245795" y="134143"/>
                  </a:lnTo>
                  <a:lnTo>
                    <a:pt x="149405" y="134143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45"/>
            <p:cNvSpPr/>
            <p:nvPr/>
          </p:nvSpPr>
          <p:spPr>
            <a:xfrm>
              <a:off x="7727713" y="3309514"/>
              <a:ext cx="117114" cy="117596"/>
            </a:xfrm>
            <a:custGeom>
              <a:rect b="b" l="l" r="r" t="t"/>
              <a:pathLst>
                <a:path extrusionOk="0" h="195993" w="195190">
                  <a:moveTo>
                    <a:pt x="195190" y="195994"/>
                  </a:moveTo>
                  <a:lnTo>
                    <a:pt x="0" y="195994"/>
                  </a:lnTo>
                  <a:lnTo>
                    <a:pt x="0" y="134947"/>
                  </a:lnTo>
                  <a:lnTo>
                    <a:pt x="48195" y="134947"/>
                  </a:lnTo>
                  <a:lnTo>
                    <a:pt x="0" y="86752"/>
                  </a:lnTo>
                  <a:lnTo>
                    <a:pt x="0" y="0"/>
                  </a:lnTo>
                  <a:lnTo>
                    <a:pt x="195190" y="195994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45"/>
            <p:cNvSpPr/>
            <p:nvPr/>
          </p:nvSpPr>
          <p:spPr>
            <a:xfrm>
              <a:off x="7598215" y="3098658"/>
              <a:ext cx="258326" cy="182660"/>
            </a:xfrm>
            <a:custGeom>
              <a:rect b="b" l="l" r="r" t="t"/>
              <a:pathLst>
                <a:path extrusionOk="0" h="304433" w="430543">
                  <a:moveTo>
                    <a:pt x="422511" y="61047"/>
                  </a:moveTo>
                  <a:lnTo>
                    <a:pt x="347005" y="61047"/>
                  </a:lnTo>
                  <a:cubicBezTo>
                    <a:pt x="306842" y="61047"/>
                    <a:pt x="265074" y="52211"/>
                    <a:pt x="228927" y="33737"/>
                  </a:cubicBezTo>
                  <a:cubicBezTo>
                    <a:pt x="224911" y="31327"/>
                    <a:pt x="220092" y="29720"/>
                    <a:pt x="215271" y="28114"/>
                  </a:cubicBezTo>
                  <a:cubicBezTo>
                    <a:pt x="175109" y="9639"/>
                    <a:pt x="128521" y="0"/>
                    <a:pt x="84342" y="0"/>
                  </a:cubicBezTo>
                  <a:lnTo>
                    <a:pt x="28917" y="0"/>
                  </a:lnTo>
                  <a:lnTo>
                    <a:pt x="10442" y="57031"/>
                  </a:lnTo>
                  <a:cubicBezTo>
                    <a:pt x="9639" y="58637"/>
                    <a:pt x="9639" y="59441"/>
                    <a:pt x="8836" y="61047"/>
                  </a:cubicBezTo>
                  <a:cubicBezTo>
                    <a:pt x="2409" y="79522"/>
                    <a:pt x="0" y="97997"/>
                    <a:pt x="0" y="117275"/>
                  </a:cubicBezTo>
                  <a:cubicBezTo>
                    <a:pt x="0" y="220895"/>
                    <a:pt x="85948" y="304433"/>
                    <a:pt x="189568" y="304433"/>
                  </a:cubicBezTo>
                  <a:lnTo>
                    <a:pt x="240976" y="304433"/>
                  </a:lnTo>
                  <a:cubicBezTo>
                    <a:pt x="342989" y="304433"/>
                    <a:pt x="428134" y="222501"/>
                    <a:pt x="429741" y="122094"/>
                  </a:cubicBezTo>
                  <a:cubicBezTo>
                    <a:pt x="430544" y="120488"/>
                    <a:pt x="430544" y="118881"/>
                    <a:pt x="430544" y="117275"/>
                  </a:cubicBezTo>
                  <a:cubicBezTo>
                    <a:pt x="430544" y="97997"/>
                    <a:pt x="428134" y="79522"/>
                    <a:pt x="422511" y="61047"/>
                  </a:cubicBezTo>
                  <a:lnTo>
                    <a:pt x="422511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45"/>
            <p:cNvSpPr/>
            <p:nvPr/>
          </p:nvSpPr>
          <p:spPr>
            <a:xfrm>
              <a:off x="7727232" y="3115508"/>
              <a:ext cx="129163" cy="165791"/>
            </a:xfrm>
            <a:custGeom>
              <a:rect b="b" l="l" r="r" t="t"/>
              <a:pathLst>
                <a:path extrusionOk="0" h="276319" w="215272">
                  <a:moveTo>
                    <a:pt x="215272" y="89161"/>
                  </a:moveTo>
                  <a:cubicBezTo>
                    <a:pt x="215272" y="90768"/>
                    <a:pt x="215272" y="92374"/>
                    <a:pt x="214469" y="93981"/>
                  </a:cubicBezTo>
                  <a:cubicBezTo>
                    <a:pt x="212862" y="195191"/>
                    <a:pt x="126914" y="276319"/>
                    <a:pt x="25705" y="276319"/>
                  </a:cubicBezTo>
                  <a:lnTo>
                    <a:pt x="0" y="276319"/>
                  </a:lnTo>
                  <a:lnTo>
                    <a:pt x="0" y="0"/>
                  </a:lnTo>
                  <a:cubicBezTo>
                    <a:pt x="4016" y="1606"/>
                    <a:pt x="8837" y="3213"/>
                    <a:pt x="13656" y="5623"/>
                  </a:cubicBezTo>
                  <a:cubicBezTo>
                    <a:pt x="49802" y="24098"/>
                    <a:pt x="91571" y="32933"/>
                    <a:pt x="131734" y="32933"/>
                  </a:cubicBezTo>
                  <a:lnTo>
                    <a:pt x="207240" y="32933"/>
                  </a:lnTo>
                  <a:cubicBezTo>
                    <a:pt x="212862" y="51408"/>
                    <a:pt x="215272" y="69883"/>
                    <a:pt x="215272" y="89161"/>
                  </a:cubicBezTo>
                  <a:lnTo>
                    <a:pt x="215272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45"/>
            <p:cNvSpPr/>
            <p:nvPr/>
          </p:nvSpPr>
          <p:spPr>
            <a:xfrm>
              <a:off x="7379656" y="2822812"/>
              <a:ext cx="109403" cy="91088"/>
            </a:xfrm>
            <a:custGeom>
              <a:rect b="b" l="l" r="r" t="t"/>
              <a:pathLst>
                <a:path extrusionOk="0" h="151814" w="182338">
                  <a:moveTo>
                    <a:pt x="0" y="0"/>
                  </a:moveTo>
                  <a:lnTo>
                    <a:pt x="182338" y="0"/>
                  </a:lnTo>
                  <a:lnTo>
                    <a:pt x="182338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9" name="Google Shape;5249;p45"/>
            <p:cNvSpPr/>
            <p:nvPr/>
          </p:nvSpPr>
          <p:spPr>
            <a:xfrm>
              <a:off x="7434055" y="2822812"/>
              <a:ext cx="54942" cy="91088"/>
            </a:xfrm>
            <a:custGeom>
              <a:rect b="b" l="l" r="r" t="t"/>
              <a:pathLst>
                <a:path extrusionOk="0" h="151814" w="91570">
                  <a:moveTo>
                    <a:pt x="0" y="0"/>
                  </a:moveTo>
                  <a:lnTo>
                    <a:pt x="91571" y="0"/>
                  </a:lnTo>
                  <a:lnTo>
                    <a:pt x="91571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0" name="Google Shape;5250;p45"/>
            <p:cNvSpPr/>
            <p:nvPr/>
          </p:nvSpPr>
          <p:spPr>
            <a:xfrm>
              <a:off x="7343069" y="2804519"/>
              <a:ext cx="182660" cy="36628"/>
            </a:xfrm>
            <a:custGeom>
              <a:rect b="b" l="l" r="r" t="t"/>
              <a:pathLst>
                <a:path extrusionOk="0" h="61047" w="304433">
                  <a:moveTo>
                    <a:pt x="0" y="0"/>
                  </a:moveTo>
                  <a:lnTo>
                    <a:pt x="304434" y="0"/>
                  </a:lnTo>
                  <a:lnTo>
                    <a:pt x="30443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1" name="Google Shape;5251;p45"/>
            <p:cNvSpPr/>
            <p:nvPr/>
          </p:nvSpPr>
          <p:spPr>
            <a:xfrm>
              <a:off x="7434055" y="2804519"/>
              <a:ext cx="91088" cy="36628"/>
            </a:xfrm>
            <a:custGeom>
              <a:rect b="b" l="l" r="r" t="t"/>
              <a:pathLst>
                <a:path extrusionOk="0" h="61047" w="151814">
                  <a:moveTo>
                    <a:pt x="0" y="0"/>
                  </a:moveTo>
                  <a:lnTo>
                    <a:pt x="151816" y="0"/>
                  </a:lnTo>
                  <a:lnTo>
                    <a:pt x="151816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2" name="Google Shape;5252;p45"/>
            <p:cNvSpPr/>
            <p:nvPr/>
          </p:nvSpPr>
          <p:spPr>
            <a:xfrm>
              <a:off x="7324775" y="3208419"/>
              <a:ext cx="18314" cy="91088"/>
            </a:xfrm>
            <a:custGeom>
              <a:rect b="b" l="l" r="r" t="t"/>
              <a:pathLst>
                <a:path extrusionOk="0" h="151814" w="30524">
                  <a:moveTo>
                    <a:pt x="30524" y="90768"/>
                  </a:moveTo>
                  <a:lnTo>
                    <a:pt x="30524" y="151815"/>
                  </a:lnTo>
                  <a:lnTo>
                    <a:pt x="0" y="151815"/>
                  </a:lnTo>
                  <a:lnTo>
                    <a:pt x="0" y="0"/>
                  </a:lnTo>
                  <a:cubicBezTo>
                    <a:pt x="19278" y="24901"/>
                    <a:pt x="30524" y="57031"/>
                    <a:pt x="30524" y="90768"/>
                  </a:cubicBezTo>
                  <a:lnTo>
                    <a:pt x="30524" y="90768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3" name="Google Shape;5253;p45"/>
            <p:cNvSpPr/>
            <p:nvPr/>
          </p:nvSpPr>
          <p:spPr>
            <a:xfrm>
              <a:off x="7233308" y="3244525"/>
              <a:ext cx="183142" cy="109885"/>
            </a:xfrm>
            <a:custGeom>
              <a:rect b="b" l="l" r="r" t="t"/>
              <a:pathLst>
                <a:path extrusionOk="0" h="183141" w="305236">
                  <a:moveTo>
                    <a:pt x="305236" y="91571"/>
                  </a:moveTo>
                  <a:cubicBezTo>
                    <a:pt x="305236" y="142176"/>
                    <a:pt x="264271" y="183142"/>
                    <a:pt x="213665" y="183142"/>
                  </a:cubicBezTo>
                  <a:cubicBezTo>
                    <a:pt x="189568" y="183142"/>
                    <a:pt x="169486" y="174306"/>
                    <a:pt x="152618" y="159044"/>
                  </a:cubicBezTo>
                  <a:cubicBezTo>
                    <a:pt x="136553" y="173503"/>
                    <a:pt x="115669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15669" y="0"/>
                    <a:pt x="135750" y="8836"/>
                    <a:pt x="152618" y="24098"/>
                  </a:cubicBezTo>
                  <a:cubicBezTo>
                    <a:pt x="168683" y="9639"/>
                    <a:pt x="189568" y="0"/>
                    <a:pt x="213665" y="0"/>
                  </a:cubicBezTo>
                  <a:cubicBezTo>
                    <a:pt x="264271" y="0"/>
                    <a:pt x="305236" y="40966"/>
                    <a:pt x="305236" y="91571"/>
                  </a:cubicBezTo>
                  <a:lnTo>
                    <a:pt x="305236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4" name="Google Shape;5254;p45"/>
            <p:cNvSpPr/>
            <p:nvPr/>
          </p:nvSpPr>
          <p:spPr>
            <a:xfrm>
              <a:off x="7324775" y="3244525"/>
              <a:ext cx="91571" cy="109885"/>
            </a:xfrm>
            <a:custGeom>
              <a:rect b="b" l="l" r="r" t="t"/>
              <a:pathLst>
                <a:path extrusionOk="0" h="183141" w="152618">
                  <a:moveTo>
                    <a:pt x="152618" y="91571"/>
                  </a:moveTo>
                  <a:cubicBezTo>
                    <a:pt x="152618" y="142176"/>
                    <a:pt x="111652" y="183142"/>
                    <a:pt x="61047" y="183142"/>
                  </a:cubicBezTo>
                  <a:cubicBezTo>
                    <a:pt x="36949" y="183142"/>
                    <a:pt x="16868" y="174306"/>
                    <a:pt x="0" y="159044"/>
                  </a:cubicBezTo>
                  <a:lnTo>
                    <a:pt x="0" y="24098"/>
                  </a:lnTo>
                  <a:cubicBezTo>
                    <a:pt x="16065" y="9639"/>
                    <a:pt x="36949" y="0"/>
                    <a:pt x="61047" y="0"/>
                  </a:cubicBezTo>
                  <a:cubicBezTo>
                    <a:pt x="111652" y="0"/>
                    <a:pt x="152618" y="40966"/>
                    <a:pt x="152618" y="91571"/>
                  </a:cubicBezTo>
                  <a:lnTo>
                    <a:pt x="152618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5" name="Google Shape;5255;p45"/>
            <p:cNvSpPr/>
            <p:nvPr/>
          </p:nvSpPr>
          <p:spPr>
            <a:xfrm>
              <a:off x="7269895" y="3317699"/>
              <a:ext cx="109885" cy="109885"/>
            </a:xfrm>
            <a:custGeom>
              <a:rect b="b" l="l" r="r" t="t"/>
              <a:pathLst>
                <a:path extrusionOk="0" h="183141" w="183142">
                  <a:moveTo>
                    <a:pt x="91571" y="0"/>
                  </a:moveTo>
                  <a:cubicBezTo>
                    <a:pt x="40967" y="0"/>
                    <a:pt x="0" y="40966"/>
                    <a:pt x="0" y="91571"/>
                  </a:cubicBezTo>
                  <a:cubicBezTo>
                    <a:pt x="0" y="142176"/>
                    <a:pt x="40967" y="183142"/>
                    <a:pt x="91571" y="183142"/>
                  </a:cubicBezTo>
                  <a:cubicBezTo>
                    <a:pt x="142176" y="183142"/>
                    <a:pt x="183142" y="142176"/>
                    <a:pt x="183142" y="91571"/>
                  </a:cubicBez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6" name="Google Shape;5256;p45"/>
            <p:cNvSpPr/>
            <p:nvPr/>
          </p:nvSpPr>
          <p:spPr>
            <a:xfrm>
              <a:off x="7324775" y="3318173"/>
              <a:ext cx="54943" cy="109410"/>
            </a:xfrm>
            <a:custGeom>
              <a:rect b="b" l="l" r="r" t="t"/>
              <a:pathLst>
                <a:path extrusionOk="0" h="182350" w="91571">
                  <a:moveTo>
                    <a:pt x="91571" y="90779"/>
                  </a:moveTo>
                  <a:cubicBezTo>
                    <a:pt x="91571" y="141384"/>
                    <a:pt x="50605" y="182350"/>
                    <a:pt x="0" y="182350"/>
                  </a:cubicBezTo>
                  <a:lnTo>
                    <a:pt x="0" y="12"/>
                  </a:lnTo>
                  <a:cubicBezTo>
                    <a:pt x="50605" y="-792"/>
                    <a:pt x="91571" y="40174"/>
                    <a:pt x="91571" y="90779"/>
                  </a:cubicBezTo>
                  <a:lnTo>
                    <a:pt x="91571" y="9077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7" name="Google Shape;5257;p45"/>
          <p:cNvGrpSpPr/>
          <p:nvPr/>
        </p:nvGrpSpPr>
        <p:grpSpPr>
          <a:xfrm>
            <a:off x="2313391" y="2886408"/>
            <a:ext cx="589399" cy="589557"/>
            <a:chOff x="2182866" y="2756378"/>
            <a:chExt cx="623505" cy="623671"/>
          </a:xfrm>
        </p:grpSpPr>
        <p:sp>
          <p:nvSpPr>
            <p:cNvPr id="5258" name="Google Shape;5258;p45"/>
            <p:cNvSpPr/>
            <p:nvPr/>
          </p:nvSpPr>
          <p:spPr>
            <a:xfrm>
              <a:off x="2256040" y="2830515"/>
              <a:ext cx="36628" cy="127717"/>
            </a:xfrm>
            <a:custGeom>
              <a:rect b="b" l="l" r="r" t="t"/>
              <a:pathLst>
                <a:path extrusionOk="0" h="212862" w="61047">
                  <a:moveTo>
                    <a:pt x="0" y="61047"/>
                  </a:moveTo>
                  <a:lnTo>
                    <a:pt x="0" y="212862"/>
                  </a:lnTo>
                  <a:lnTo>
                    <a:pt x="61047" y="212862"/>
                  </a:lnTo>
                  <a:lnTo>
                    <a:pt x="61047" y="0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45"/>
            <p:cNvSpPr/>
            <p:nvPr/>
          </p:nvSpPr>
          <p:spPr>
            <a:xfrm>
              <a:off x="2696527" y="2830515"/>
              <a:ext cx="36628" cy="127717"/>
            </a:xfrm>
            <a:custGeom>
              <a:rect b="b" l="l" r="r" t="t"/>
              <a:pathLst>
                <a:path extrusionOk="0" h="212862" w="61047">
                  <a:moveTo>
                    <a:pt x="0" y="61047"/>
                  </a:moveTo>
                  <a:lnTo>
                    <a:pt x="0" y="212862"/>
                  </a:lnTo>
                  <a:lnTo>
                    <a:pt x="61047" y="212862"/>
                  </a:lnTo>
                  <a:lnTo>
                    <a:pt x="61047" y="0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45"/>
            <p:cNvSpPr/>
            <p:nvPr/>
          </p:nvSpPr>
          <p:spPr>
            <a:xfrm>
              <a:off x="2769220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61047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4"/>
                  </a:lnTo>
                  <a:lnTo>
                    <a:pt x="61047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1" name="Google Shape;5261;p45"/>
            <p:cNvSpPr/>
            <p:nvPr/>
          </p:nvSpPr>
          <p:spPr>
            <a:xfrm>
              <a:off x="2623353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61047" y="122094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2" name="Google Shape;5262;p45"/>
            <p:cNvSpPr/>
            <p:nvPr/>
          </p:nvSpPr>
          <p:spPr>
            <a:xfrm>
              <a:off x="2329213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61047"/>
                  </a:moveTo>
                  <a:lnTo>
                    <a:pt x="61047" y="0"/>
                  </a:lnTo>
                  <a:lnTo>
                    <a:pt x="0" y="0"/>
                  </a:lnTo>
                  <a:lnTo>
                    <a:pt x="0" y="122094"/>
                  </a:lnTo>
                  <a:lnTo>
                    <a:pt x="61047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3" name="Google Shape;5263;p45"/>
            <p:cNvSpPr/>
            <p:nvPr/>
          </p:nvSpPr>
          <p:spPr>
            <a:xfrm>
              <a:off x="2182866" y="2903689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0"/>
                  </a:moveTo>
                  <a:lnTo>
                    <a:pt x="0" y="0"/>
                  </a:lnTo>
                  <a:lnTo>
                    <a:pt x="0" y="61047"/>
                  </a:lnTo>
                  <a:lnTo>
                    <a:pt x="61047" y="122094"/>
                  </a:lnTo>
                  <a:lnTo>
                    <a:pt x="61047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4" name="Google Shape;5264;p45"/>
            <p:cNvSpPr/>
            <p:nvPr/>
          </p:nvSpPr>
          <p:spPr>
            <a:xfrm>
              <a:off x="2182866" y="3159316"/>
              <a:ext cx="146031" cy="220734"/>
            </a:xfrm>
            <a:custGeom>
              <a:rect b="b" l="l" r="r" t="t"/>
              <a:pathLst>
                <a:path extrusionOk="0" h="367890" w="243385">
                  <a:moveTo>
                    <a:pt x="183142" y="0"/>
                  </a:moveTo>
                  <a:lnTo>
                    <a:pt x="61047" y="0"/>
                  </a:lnTo>
                  <a:lnTo>
                    <a:pt x="0" y="61047"/>
                  </a:lnTo>
                  <a:lnTo>
                    <a:pt x="0" y="367890"/>
                  </a:lnTo>
                  <a:lnTo>
                    <a:pt x="182339" y="367890"/>
                  </a:lnTo>
                  <a:lnTo>
                    <a:pt x="243386" y="289974"/>
                  </a:lnTo>
                  <a:lnTo>
                    <a:pt x="243386" y="6185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5" name="Google Shape;5265;p45"/>
            <p:cNvSpPr/>
            <p:nvPr/>
          </p:nvSpPr>
          <p:spPr>
            <a:xfrm>
              <a:off x="2182866" y="2939794"/>
              <a:ext cx="183142" cy="255916"/>
            </a:xfrm>
            <a:custGeom>
              <a:rect b="b" l="l" r="r" t="t"/>
              <a:pathLst>
                <a:path extrusionOk="0" h="426527" w="305236">
                  <a:moveTo>
                    <a:pt x="61047" y="152618"/>
                  </a:moveTo>
                  <a:lnTo>
                    <a:pt x="0" y="122094"/>
                  </a:lnTo>
                  <a:lnTo>
                    <a:pt x="0" y="0"/>
                  </a:lnTo>
                  <a:lnTo>
                    <a:pt x="305236" y="0"/>
                  </a:lnTo>
                  <a:lnTo>
                    <a:pt x="305236" y="426528"/>
                  </a:lnTo>
                  <a:lnTo>
                    <a:pt x="803" y="426528"/>
                  </a:lnTo>
                  <a:lnTo>
                    <a:pt x="803" y="183142"/>
                  </a:lnTo>
                  <a:lnTo>
                    <a:pt x="61047" y="15261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6" name="Google Shape;5266;p45"/>
            <p:cNvSpPr/>
            <p:nvPr/>
          </p:nvSpPr>
          <p:spPr>
            <a:xfrm>
              <a:off x="2659459" y="3159316"/>
              <a:ext cx="146031" cy="220734"/>
            </a:xfrm>
            <a:custGeom>
              <a:rect b="b" l="l" r="r" t="t"/>
              <a:pathLst>
                <a:path extrusionOk="0" h="367890" w="243385">
                  <a:moveTo>
                    <a:pt x="183142" y="0"/>
                  </a:moveTo>
                  <a:lnTo>
                    <a:pt x="61047" y="0"/>
                  </a:lnTo>
                  <a:lnTo>
                    <a:pt x="0" y="61047"/>
                  </a:lnTo>
                  <a:lnTo>
                    <a:pt x="0" y="306843"/>
                  </a:lnTo>
                  <a:lnTo>
                    <a:pt x="61047" y="367890"/>
                  </a:lnTo>
                  <a:lnTo>
                    <a:pt x="243386" y="367890"/>
                  </a:lnTo>
                  <a:lnTo>
                    <a:pt x="243386" y="61047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7" name="Google Shape;5267;p45"/>
            <p:cNvSpPr/>
            <p:nvPr/>
          </p:nvSpPr>
          <p:spPr>
            <a:xfrm>
              <a:off x="2623353" y="2939794"/>
              <a:ext cx="182660" cy="255916"/>
            </a:xfrm>
            <a:custGeom>
              <a:rect b="b" l="l" r="r" t="t"/>
              <a:pathLst>
                <a:path extrusionOk="0" h="426527" w="304433">
                  <a:moveTo>
                    <a:pt x="243386" y="152618"/>
                  </a:moveTo>
                  <a:lnTo>
                    <a:pt x="304433" y="122094"/>
                  </a:lnTo>
                  <a:lnTo>
                    <a:pt x="304433" y="0"/>
                  </a:lnTo>
                  <a:lnTo>
                    <a:pt x="0" y="0"/>
                  </a:lnTo>
                  <a:lnTo>
                    <a:pt x="0" y="426528"/>
                  </a:lnTo>
                  <a:lnTo>
                    <a:pt x="304433" y="426528"/>
                  </a:lnTo>
                  <a:lnTo>
                    <a:pt x="304433" y="183142"/>
                  </a:lnTo>
                  <a:lnTo>
                    <a:pt x="243386" y="15261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8" name="Google Shape;5268;p45"/>
            <p:cNvSpPr/>
            <p:nvPr/>
          </p:nvSpPr>
          <p:spPr>
            <a:xfrm>
              <a:off x="2292145" y="3049555"/>
              <a:ext cx="404840" cy="330137"/>
            </a:xfrm>
            <a:custGeom>
              <a:rect b="b" l="l" r="r" t="t"/>
              <a:pathLst>
                <a:path extrusionOk="0" h="550228" w="674733">
                  <a:moveTo>
                    <a:pt x="674733" y="365480"/>
                  </a:moveTo>
                  <a:lnTo>
                    <a:pt x="613686" y="396004"/>
                  </a:lnTo>
                  <a:lnTo>
                    <a:pt x="674733" y="426528"/>
                  </a:lnTo>
                  <a:lnTo>
                    <a:pt x="674733" y="550229"/>
                  </a:lnTo>
                  <a:lnTo>
                    <a:pt x="428937" y="550229"/>
                  </a:lnTo>
                  <a:lnTo>
                    <a:pt x="367890" y="489181"/>
                  </a:lnTo>
                  <a:lnTo>
                    <a:pt x="306843" y="489181"/>
                  </a:lnTo>
                  <a:lnTo>
                    <a:pt x="245796" y="550229"/>
                  </a:lnTo>
                  <a:lnTo>
                    <a:pt x="0" y="550229"/>
                  </a:lnTo>
                  <a:lnTo>
                    <a:pt x="0" y="243386"/>
                  </a:lnTo>
                  <a:lnTo>
                    <a:pt x="61047" y="212862"/>
                  </a:lnTo>
                  <a:lnTo>
                    <a:pt x="0" y="182339"/>
                  </a:lnTo>
                  <a:lnTo>
                    <a:pt x="0" y="0"/>
                  </a:lnTo>
                  <a:lnTo>
                    <a:pt x="182339" y="0"/>
                  </a:lnTo>
                  <a:lnTo>
                    <a:pt x="182339" y="61047"/>
                  </a:lnTo>
                  <a:lnTo>
                    <a:pt x="244992" y="61047"/>
                  </a:lnTo>
                  <a:lnTo>
                    <a:pt x="244992" y="0"/>
                  </a:lnTo>
                  <a:lnTo>
                    <a:pt x="427331" y="0"/>
                  </a:lnTo>
                  <a:lnTo>
                    <a:pt x="427331" y="61047"/>
                  </a:lnTo>
                  <a:lnTo>
                    <a:pt x="488378" y="61047"/>
                  </a:lnTo>
                  <a:lnTo>
                    <a:pt x="488378" y="0"/>
                  </a:lnTo>
                  <a:lnTo>
                    <a:pt x="673127" y="0"/>
                  </a:lnTo>
                  <a:lnTo>
                    <a:pt x="673127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9" name="Google Shape;5269;p45"/>
            <p:cNvSpPr/>
            <p:nvPr/>
          </p:nvSpPr>
          <p:spPr>
            <a:xfrm>
              <a:off x="2494336" y="3049555"/>
              <a:ext cx="202420" cy="330137"/>
            </a:xfrm>
            <a:custGeom>
              <a:rect b="b" l="l" r="r" t="t"/>
              <a:pathLst>
                <a:path extrusionOk="0" h="550228" w="337366">
                  <a:moveTo>
                    <a:pt x="337367" y="365480"/>
                  </a:moveTo>
                  <a:lnTo>
                    <a:pt x="276319" y="396004"/>
                  </a:lnTo>
                  <a:lnTo>
                    <a:pt x="337367" y="426528"/>
                  </a:lnTo>
                  <a:lnTo>
                    <a:pt x="337367" y="550229"/>
                  </a:lnTo>
                  <a:lnTo>
                    <a:pt x="91571" y="550229"/>
                  </a:lnTo>
                  <a:lnTo>
                    <a:pt x="30524" y="489181"/>
                  </a:lnTo>
                  <a:lnTo>
                    <a:pt x="0" y="489181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91571" y="61047"/>
                  </a:lnTo>
                  <a:lnTo>
                    <a:pt x="152618" y="61047"/>
                  </a:lnTo>
                  <a:lnTo>
                    <a:pt x="152618" y="0"/>
                  </a:lnTo>
                  <a:lnTo>
                    <a:pt x="337367" y="0"/>
                  </a:lnTo>
                  <a:lnTo>
                    <a:pt x="337367" y="36548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0" name="Google Shape;5270;p45"/>
            <p:cNvSpPr/>
            <p:nvPr/>
          </p:nvSpPr>
          <p:spPr>
            <a:xfrm>
              <a:off x="2696527" y="2756378"/>
              <a:ext cx="109403" cy="110849"/>
            </a:xfrm>
            <a:custGeom>
              <a:rect b="b" l="l" r="r" t="t"/>
              <a:pathLst>
                <a:path extrusionOk="0" h="184748" w="182338">
                  <a:moveTo>
                    <a:pt x="30524" y="184748"/>
                  </a:moveTo>
                  <a:lnTo>
                    <a:pt x="0" y="184748"/>
                  </a:lnTo>
                  <a:lnTo>
                    <a:pt x="0" y="0"/>
                  </a:lnTo>
                  <a:lnTo>
                    <a:pt x="182338" y="0"/>
                  </a:lnTo>
                  <a:lnTo>
                    <a:pt x="182338" y="30524"/>
                  </a:lnTo>
                  <a:cubicBezTo>
                    <a:pt x="182338" y="114865"/>
                    <a:pt x="114062" y="184748"/>
                    <a:pt x="30524" y="184748"/>
                  </a:cubicBezTo>
                  <a:lnTo>
                    <a:pt x="30524" y="18474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1" name="Google Shape;5271;p45"/>
            <p:cNvSpPr/>
            <p:nvPr/>
          </p:nvSpPr>
          <p:spPr>
            <a:xfrm>
              <a:off x="2733114" y="301296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2" name="Google Shape;5272;p45"/>
            <p:cNvSpPr/>
            <p:nvPr/>
          </p:nvSpPr>
          <p:spPr>
            <a:xfrm>
              <a:off x="2256040" y="2756378"/>
              <a:ext cx="109885" cy="110849"/>
            </a:xfrm>
            <a:custGeom>
              <a:rect b="b" l="l" r="r" t="t"/>
              <a:pathLst>
                <a:path extrusionOk="0" h="184748" w="183141">
                  <a:moveTo>
                    <a:pt x="30524" y="184748"/>
                  </a:moveTo>
                  <a:lnTo>
                    <a:pt x="0" y="184748"/>
                  </a:lnTo>
                  <a:lnTo>
                    <a:pt x="0" y="0"/>
                  </a:lnTo>
                  <a:lnTo>
                    <a:pt x="183142" y="0"/>
                  </a:lnTo>
                  <a:lnTo>
                    <a:pt x="183142" y="30524"/>
                  </a:lnTo>
                  <a:cubicBezTo>
                    <a:pt x="183142" y="114865"/>
                    <a:pt x="114865" y="184748"/>
                    <a:pt x="30524" y="184748"/>
                  </a:cubicBezTo>
                  <a:lnTo>
                    <a:pt x="30524" y="18474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3" name="Google Shape;5273;p45"/>
            <p:cNvSpPr/>
            <p:nvPr/>
          </p:nvSpPr>
          <p:spPr>
            <a:xfrm>
              <a:off x="2183347" y="3012968"/>
              <a:ext cx="73256" cy="36628"/>
            </a:xfrm>
            <a:custGeom>
              <a:rect b="b" l="l" r="r" t="t"/>
              <a:pathLst>
                <a:path extrusionOk="0" h="61047" w="122094">
                  <a:moveTo>
                    <a:pt x="0" y="0"/>
                  </a:moveTo>
                  <a:lnTo>
                    <a:pt x="122095" y="0"/>
                  </a:lnTo>
                  <a:lnTo>
                    <a:pt x="12209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4" name="Google Shape;5274;p45"/>
            <p:cNvSpPr/>
            <p:nvPr/>
          </p:nvSpPr>
          <p:spPr>
            <a:xfrm>
              <a:off x="2439938" y="3232008"/>
              <a:ext cx="109403" cy="147477"/>
            </a:xfrm>
            <a:custGeom>
              <a:rect b="b" l="l" r="r" t="t"/>
              <a:pathLst>
                <a:path extrusionOk="0" h="245795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5" name="Google Shape;5275;p45"/>
            <p:cNvSpPr/>
            <p:nvPr/>
          </p:nvSpPr>
          <p:spPr>
            <a:xfrm>
              <a:off x="2494336" y="3232008"/>
              <a:ext cx="54942" cy="147477"/>
            </a:xfrm>
            <a:custGeom>
              <a:rect b="b" l="l" r="r" t="t"/>
              <a:pathLst>
                <a:path extrusionOk="0" h="245795" w="91570">
                  <a:moveTo>
                    <a:pt x="0" y="0"/>
                  </a:moveTo>
                  <a:lnTo>
                    <a:pt x="91571" y="0"/>
                  </a:lnTo>
                  <a:lnTo>
                    <a:pt x="91571" y="245796"/>
                  </a:lnTo>
                  <a:lnTo>
                    <a:pt x="0" y="245796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6" name="Google Shape;5276;p45"/>
          <p:cNvGrpSpPr/>
          <p:nvPr/>
        </p:nvGrpSpPr>
        <p:grpSpPr>
          <a:xfrm>
            <a:off x="4545985" y="1340261"/>
            <a:ext cx="589533" cy="483380"/>
            <a:chOff x="4544649" y="1165810"/>
            <a:chExt cx="623646" cy="511351"/>
          </a:xfrm>
        </p:grpSpPr>
        <p:sp>
          <p:nvSpPr>
            <p:cNvPr id="5277" name="Google Shape;5277;p45"/>
            <p:cNvSpPr/>
            <p:nvPr/>
          </p:nvSpPr>
          <p:spPr>
            <a:xfrm>
              <a:off x="4803165" y="1322268"/>
              <a:ext cx="51569" cy="53497"/>
            </a:xfrm>
            <a:custGeom>
              <a:rect b="b" l="l" r="r" t="t"/>
              <a:pathLst>
                <a:path extrusionOk="0" h="89161" w="85948">
                  <a:moveTo>
                    <a:pt x="31327" y="89161"/>
                  </a:moveTo>
                  <a:lnTo>
                    <a:pt x="0" y="27311"/>
                  </a:lnTo>
                  <a:lnTo>
                    <a:pt x="54621" y="0"/>
                  </a:lnTo>
                  <a:lnTo>
                    <a:pt x="85948" y="61851"/>
                  </a:lnTo>
                  <a:lnTo>
                    <a:pt x="31327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8" name="Google Shape;5278;p45"/>
            <p:cNvSpPr/>
            <p:nvPr/>
          </p:nvSpPr>
          <p:spPr>
            <a:xfrm>
              <a:off x="4858045" y="1322268"/>
              <a:ext cx="52532" cy="53497"/>
            </a:xfrm>
            <a:custGeom>
              <a:rect b="b" l="l" r="r" t="t"/>
              <a:pathLst>
                <a:path extrusionOk="0" h="89161" w="87554">
                  <a:moveTo>
                    <a:pt x="56228" y="89161"/>
                  </a:moveTo>
                  <a:lnTo>
                    <a:pt x="0" y="61851"/>
                  </a:lnTo>
                  <a:lnTo>
                    <a:pt x="32933" y="0"/>
                  </a:lnTo>
                  <a:lnTo>
                    <a:pt x="87554" y="27311"/>
                  </a:lnTo>
                  <a:lnTo>
                    <a:pt x="56228" y="8916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45"/>
            <p:cNvSpPr/>
            <p:nvPr/>
          </p:nvSpPr>
          <p:spPr>
            <a:xfrm>
              <a:off x="4917258" y="1165810"/>
              <a:ext cx="141212" cy="67955"/>
            </a:xfrm>
            <a:custGeom>
              <a:rect b="b" l="l" r="r" t="t"/>
              <a:pathLst>
                <a:path extrusionOk="0" h="113258" w="235353">
                  <a:moveTo>
                    <a:pt x="69883" y="0"/>
                  </a:moveTo>
                  <a:lnTo>
                    <a:pt x="0" y="69883"/>
                  </a:lnTo>
                  <a:lnTo>
                    <a:pt x="43376" y="113259"/>
                  </a:lnTo>
                  <a:lnTo>
                    <a:pt x="95587" y="61047"/>
                  </a:lnTo>
                  <a:lnTo>
                    <a:pt x="235353" y="61047"/>
                  </a:lnTo>
                  <a:lnTo>
                    <a:pt x="174306" y="0"/>
                  </a:lnTo>
                  <a:lnTo>
                    <a:pt x="69883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45"/>
            <p:cNvSpPr/>
            <p:nvPr/>
          </p:nvSpPr>
          <p:spPr>
            <a:xfrm>
              <a:off x="4655373" y="1165810"/>
              <a:ext cx="141212" cy="67955"/>
            </a:xfrm>
            <a:custGeom>
              <a:rect b="b" l="l" r="r" t="t"/>
              <a:pathLst>
                <a:path extrusionOk="0" h="113258" w="235353">
                  <a:moveTo>
                    <a:pt x="164667" y="0"/>
                  </a:moveTo>
                  <a:lnTo>
                    <a:pt x="61048" y="0"/>
                  </a:lnTo>
                  <a:lnTo>
                    <a:pt x="0" y="61047"/>
                  </a:lnTo>
                  <a:lnTo>
                    <a:pt x="139766" y="61047"/>
                  </a:lnTo>
                  <a:lnTo>
                    <a:pt x="191978" y="113259"/>
                  </a:lnTo>
                  <a:lnTo>
                    <a:pt x="235354" y="69883"/>
                  </a:lnTo>
                  <a:lnTo>
                    <a:pt x="164667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1" name="Google Shape;5281;p45"/>
            <p:cNvSpPr/>
            <p:nvPr/>
          </p:nvSpPr>
          <p:spPr>
            <a:xfrm>
              <a:off x="4544649" y="1165810"/>
              <a:ext cx="623646" cy="511351"/>
            </a:xfrm>
            <a:custGeom>
              <a:rect b="b" l="l" r="r" t="t"/>
              <a:pathLst>
                <a:path extrusionOk="0" h="852252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852252"/>
                  </a:lnTo>
                  <a:lnTo>
                    <a:pt x="0" y="85225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45"/>
            <p:cNvSpPr/>
            <p:nvPr/>
          </p:nvSpPr>
          <p:spPr>
            <a:xfrm>
              <a:off x="4966843" y="1275571"/>
              <a:ext cx="200974" cy="182177"/>
            </a:xfrm>
            <a:custGeom>
              <a:rect b="b" l="l" r="r" t="t"/>
              <a:pathLst>
                <a:path extrusionOk="0" h="303629" w="334956">
                  <a:moveTo>
                    <a:pt x="334957" y="140569"/>
                  </a:moveTo>
                  <a:lnTo>
                    <a:pt x="334957" y="151815"/>
                  </a:lnTo>
                  <a:cubicBezTo>
                    <a:pt x="334957" y="236157"/>
                    <a:pt x="266680" y="303630"/>
                    <a:pt x="183142" y="303630"/>
                  </a:cubicBezTo>
                  <a:lnTo>
                    <a:pt x="145389" y="303630"/>
                  </a:lnTo>
                  <a:lnTo>
                    <a:pt x="0" y="182339"/>
                  </a:lnTo>
                  <a:cubicBezTo>
                    <a:pt x="28917" y="143782"/>
                    <a:pt x="73899" y="120488"/>
                    <a:pt x="122095" y="120488"/>
                  </a:cubicBezTo>
                  <a:lnTo>
                    <a:pt x="152618" y="120488"/>
                  </a:lnTo>
                  <a:lnTo>
                    <a:pt x="152618" y="0"/>
                  </a:lnTo>
                  <a:lnTo>
                    <a:pt x="236960" y="0"/>
                  </a:lnTo>
                  <a:lnTo>
                    <a:pt x="334957" y="14056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3" name="Google Shape;5283;p45"/>
            <p:cNvSpPr/>
            <p:nvPr/>
          </p:nvSpPr>
          <p:spPr>
            <a:xfrm>
              <a:off x="4544649" y="1276052"/>
              <a:ext cx="202420" cy="182177"/>
            </a:xfrm>
            <a:custGeom>
              <a:rect b="b" l="l" r="r" t="t"/>
              <a:pathLst>
                <a:path extrusionOk="0" h="303629" w="337366">
                  <a:moveTo>
                    <a:pt x="337367" y="182339"/>
                  </a:moveTo>
                  <a:lnTo>
                    <a:pt x="191978" y="303630"/>
                  </a:lnTo>
                  <a:lnTo>
                    <a:pt x="154225" y="303630"/>
                  </a:lnTo>
                  <a:cubicBezTo>
                    <a:pt x="69883" y="303630"/>
                    <a:pt x="0" y="235353"/>
                    <a:pt x="0" y="151815"/>
                  </a:cubicBezTo>
                  <a:lnTo>
                    <a:pt x="0" y="140569"/>
                  </a:lnTo>
                  <a:lnTo>
                    <a:pt x="100407" y="0"/>
                  </a:lnTo>
                  <a:lnTo>
                    <a:pt x="184748" y="0"/>
                  </a:lnTo>
                  <a:lnTo>
                    <a:pt x="184748" y="120488"/>
                  </a:lnTo>
                  <a:lnTo>
                    <a:pt x="215272" y="120488"/>
                  </a:lnTo>
                  <a:cubicBezTo>
                    <a:pt x="263468" y="120488"/>
                    <a:pt x="309253" y="143782"/>
                    <a:pt x="337367" y="182339"/>
                  </a:cubicBezTo>
                  <a:lnTo>
                    <a:pt x="337367" y="182339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4" name="Google Shape;5284;p45"/>
            <p:cNvSpPr/>
            <p:nvPr/>
          </p:nvSpPr>
          <p:spPr>
            <a:xfrm>
              <a:off x="4613490" y="1348263"/>
              <a:ext cx="486772" cy="227963"/>
            </a:xfrm>
            <a:custGeom>
              <a:rect b="b" l="l" r="r" t="t"/>
              <a:pathLst>
                <a:path extrusionOk="0" h="379938" w="811286">
                  <a:moveTo>
                    <a:pt x="811286" y="177519"/>
                  </a:moveTo>
                  <a:lnTo>
                    <a:pt x="798434" y="199207"/>
                  </a:lnTo>
                  <a:cubicBezTo>
                    <a:pt x="796827" y="200813"/>
                    <a:pt x="771926" y="242583"/>
                    <a:pt x="729354" y="293991"/>
                  </a:cubicBezTo>
                  <a:lnTo>
                    <a:pt x="621718" y="376726"/>
                  </a:lnTo>
                  <a:lnTo>
                    <a:pt x="404840" y="378332"/>
                  </a:lnTo>
                  <a:lnTo>
                    <a:pt x="191977" y="379939"/>
                  </a:lnTo>
                  <a:lnTo>
                    <a:pt x="84342" y="297204"/>
                  </a:lnTo>
                  <a:cubicBezTo>
                    <a:pt x="40163" y="244189"/>
                    <a:pt x="14458" y="200813"/>
                    <a:pt x="12852" y="199207"/>
                  </a:cubicBezTo>
                  <a:lnTo>
                    <a:pt x="0" y="177519"/>
                  </a:lnTo>
                  <a:lnTo>
                    <a:pt x="18475" y="160651"/>
                  </a:lnTo>
                  <a:cubicBezTo>
                    <a:pt x="25704" y="154225"/>
                    <a:pt x="193584" y="0"/>
                    <a:pt x="404840" y="0"/>
                  </a:cubicBezTo>
                  <a:cubicBezTo>
                    <a:pt x="616095" y="0"/>
                    <a:pt x="786385" y="154225"/>
                    <a:pt x="792811" y="159847"/>
                  </a:cubicBezTo>
                  <a:lnTo>
                    <a:pt x="811286" y="17751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5" name="Google Shape;5285;p45"/>
            <p:cNvSpPr/>
            <p:nvPr/>
          </p:nvSpPr>
          <p:spPr>
            <a:xfrm>
              <a:off x="4856120" y="1348263"/>
              <a:ext cx="243868" cy="226999"/>
            </a:xfrm>
            <a:custGeom>
              <a:rect b="b" l="l" r="r" t="t"/>
              <a:pathLst>
                <a:path extrusionOk="0" h="378332" w="406446">
                  <a:moveTo>
                    <a:pt x="406447" y="177519"/>
                  </a:moveTo>
                  <a:lnTo>
                    <a:pt x="393594" y="199207"/>
                  </a:lnTo>
                  <a:cubicBezTo>
                    <a:pt x="391988" y="200813"/>
                    <a:pt x="367087" y="242583"/>
                    <a:pt x="324515" y="293991"/>
                  </a:cubicBezTo>
                  <a:lnTo>
                    <a:pt x="216878" y="376726"/>
                  </a:lnTo>
                  <a:lnTo>
                    <a:pt x="0" y="378332"/>
                  </a:lnTo>
                  <a:lnTo>
                    <a:pt x="0" y="0"/>
                  </a:lnTo>
                  <a:cubicBezTo>
                    <a:pt x="211256" y="0"/>
                    <a:pt x="381545" y="154225"/>
                    <a:pt x="387971" y="159847"/>
                  </a:cubicBezTo>
                  <a:lnTo>
                    <a:pt x="406447" y="17751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6" name="Google Shape;5286;p45"/>
            <p:cNvSpPr/>
            <p:nvPr/>
          </p:nvSpPr>
          <p:spPr>
            <a:xfrm>
              <a:off x="4769948" y="1426251"/>
              <a:ext cx="75666" cy="99282"/>
            </a:xfrm>
            <a:custGeom>
              <a:rect b="b" l="l" r="r" t="t"/>
              <a:pathLst>
                <a:path extrusionOk="0" h="165470" w="126110">
                  <a:moveTo>
                    <a:pt x="43375" y="165470"/>
                  </a:moveTo>
                  <a:lnTo>
                    <a:pt x="0" y="122095"/>
                  </a:lnTo>
                  <a:lnTo>
                    <a:pt x="39359" y="82735"/>
                  </a:lnTo>
                  <a:lnTo>
                    <a:pt x="0" y="43376"/>
                  </a:lnTo>
                  <a:lnTo>
                    <a:pt x="43375" y="0"/>
                  </a:lnTo>
                  <a:lnTo>
                    <a:pt x="126110" y="82735"/>
                  </a:lnTo>
                  <a:lnTo>
                    <a:pt x="43375" y="16547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7" name="Google Shape;5287;p45"/>
            <p:cNvSpPr/>
            <p:nvPr/>
          </p:nvSpPr>
          <p:spPr>
            <a:xfrm>
              <a:off x="4866711" y="1426733"/>
              <a:ext cx="76630" cy="98800"/>
            </a:xfrm>
            <a:custGeom>
              <a:rect b="b" l="l" r="r" t="t"/>
              <a:pathLst>
                <a:path extrusionOk="0" h="164666" w="127717">
                  <a:moveTo>
                    <a:pt x="84342" y="164667"/>
                  </a:moveTo>
                  <a:lnTo>
                    <a:pt x="0" y="81932"/>
                  </a:lnTo>
                  <a:lnTo>
                    <a:pt x="84342" y="0"/>
                  </a:lnTo>
                  <a:lnTo>
                    <a:pt x="127718" y="43376"/>
                  </a:lnTo>
                  <a:lnTo>
                    <a:pt x="88358" y="82735"/>
                  </a:lnTo>
                  <a:lnTo>
                    <a:pt x="127718" y="122095"/>
                  </a:lnTo>
                  <a:lnTo>
                    <a:pt x="84342" y="16466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8" name="Google Shape;5288;p45"/>
            <p:cNvSpPr/>
            <p:nvPr/>
          </p:nvSpPr>
          <p:spPr>
            <a:xfrm>
              <a:off x="4618786" y="1494611"/>
              <a:ext cx="146036" cy="91571"/>
            </a:xfrm>
            <a:custGeom>
              <a:rect b="b" l="l" r="r" t="t"/>
              <a:pathLst>
                <a:path extrusionOk="0" h="152618" w="243394">
                  <a:moveTo>
                    <a:pt x="122095" y="0"/>
                  </a:moveTo>
                  <a:cubicBezTo>
                    <a:pt x="54621" y="0"/>
                    <a:pt x="0" y="54621"/>
                    <a:pt x="0" y="122095"/>
                  </a:cubicBezTo>
                  <a:lnTo>
                    <a:pt x="0" y="152618"/>
                  </a:lnTo>
                  <a:lnTo>
                    <a:pt x="243386" y="152618"/>
                  </a:lnTo>
                  <a:lnTo>
                    <a:pt x="243386" y="122095"/>
                  </a:lnTo>
                  <a:cubicBezTo>
                    <a:pt x="244189" y="54621"/>
                    <a:pt x="189568" y="0"/>
                    <a:pt x="122095" y="0"/>
                  </a:cubicBezTo>
                  <a:lnTo>
                    <a:pt x="122095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9" name="Google Shape;5289;p45"/>
            <p:cNvSpPr/>
            <p:nvPr/>
          </p:nvSpPr>
          <p:spPr>
            <a:xfrm>
              <a:off x="4948550" y="1494611"/>
              <a:ext cx="146031" cy="109403"/>
            </a:xfrm>
            <a:custGeom>
              <a:rect b="b" l="l" r="r" t="t"/>
              <a:pathLst>
                <a:path extrusionOk="0" h="182338" w="243385">
                  <a:moveTo>
                    <a:pt x="91571" y="182339"/>
                  </a:moveTo>
                  <a:lnTo>
                    <a:pt x="0" y="182339"/>
                  </a:lnTo>
                  <a:lnTo>
                    <a:pt x="0" y="151815"/>
                  </a:lnTo>
                  <a:cubicBezTo>
                    <a:pt x="0" y="68277"/>
                    <a:pt x="68277" y="0"/>
                    <a:pt x="151815" y="0"/>
                  </a:cubicBezTo>
                  <a:lnTo>
                    <a:pt x="243386" y="0"/>
                  </a:lnTo>
                  <a:lnTo>
                    <a:pt x="243386" y="30524"/>
                  </a:lnTo>
                  <a:cubicBezTo>
                    <a:pt x="243386" y="114062"/>
                    <a:pt x="175109" y="182339"/>
                    <a:pt x="91571" y="182339"/>
                  </a:cubicBezTo>
                  <a:lnTo>
                    <a:pt x="91571" y="18233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0" name="Google Shape;5290;p45"/>
            <p:cNvSpPr/>
            <p:nvPr/>
          </p:nvSpPr>
          <p:spPr>
            <a:xfrm>
              <a:off x="4544649" y="1165810"/>
              <a:ext cx="251097" cy="193744"/>
            </a:xfrm>
            <a:custGeom>
              <a:rect b="b" l="l" r="r" t="t"/>
              <a:pathLst>
                <a:path extrusionOk="0" h="322907" w="418495">
                  <a:moveTo>
                    <a:pt x="376726" y="130930"/>
                  </a:moveTo>
                  <a:lnTo>
                    <a:pt x="337367" y="170290"/>
                  </a:lnTo>
                  <a:lnTo>
                    <a:pt x="245796" y="78719"/>
                  </a:lnTo>
                  <a:lnTo>
                    <a:pt x="245796" y="0"/>
                  </a:lnTo>
                  <a:lnTo>
                    <a:pt x="215272" y="0"/>
                  </a:lnTo>
                  <a:cubicBezTo>
                    <a:pt x="97997" y="0"/>
                    <a:pt x="0" y="95587"/>
                    <a:pt x="0" y="212862"/>
                  </a:cubicBezTo>
                  <a:lnTo>
                    <a:pt x="0" y="322908"/>
                  </a:lnTo>
                  <a:lnTo>
                    <a:pt x="161454" y="243386"/>
                  </a:lnTo>
                  <a:lnTo>
                    <a:pt x="349415" y="243386"/>
                  </a:lnTo>
                  <a:lnTo>
                    <a:pt x="418495" y="173503"/>
                  </a:lnTo>
                  <a:lnTo>
                    <a:pt x="376726" y="13093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1" name="Google Shape;5291;p45"/>
            <p:cNvSpPr/>
            <p:nvPr/>
          </p:nvSpPr>
          <p:spPr>
            <a:xfrm>
              <a:off x="4917739" y="1165810"/>
              <a:ext cx="250133" cy="193744"/>
            </a:xfrm>
            <a:custGeom>
              <a:rect b="b" l="l" r="r" t="t"/>
              <a:pathLst>
                <a:path extrusionOk="0" h="322907" w="416888">
                  <a:moveTo>
                    <a:pt x="204027" y="0"/>
                  </a:moveTo>
                  <a:lnTo>
                    <a:pt x="173503" y="0"/>
                  </a:lnTo>
                  <a:lnTo>
                    <a:pt x="173503" y="78719"/>
                  </a:lnTo>
                  <a:lnTo>
                    <a:pt x="81932" y="170290"/>
                  </a:lnTo>
                  <a:lnTo>
                    <a:pt x="42573" y="130930"/>
                  </a:lnTo>
                  <a:lnTo>
                    <a:pt x="0" y="173503"/>
                  </a:lnTo>
                  <a:lnTo>
                    <a:pt x="69080" y="243386"/>
                  </a:lnTo>
                  <a:lnTo>
                    <a:pt x="257041" y="243386"/>
                  </a:lnTo>
                  <a:lnTo>
                    <a:pt x="416889" y="322908"/>
                  </a:lnTo>
                  <a:lnTo>
                    <a:pt x="416889" y="213665"/>
                  </a:lnTo>
                  <a:cubicBezTo>
                    <a:pt x="416889" y="95587"/>
                    <a:pt x="321301" y="0"/>
                    <a:pt x="204027" y="0"/>
                  </a:cubicBezTo>
                  <a:lnTo>
                    <a:pt x="204027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2" name="Google Shape;5292;p45"/>
            <p:cNvSpPr/>
            <p:nvPr/>
          </p:nvSpPr>
          <p:spPr>
            <a:xfrm>
              <a:off x="4587976" y="1598595"/>
              <a:ext cx="538340" cy="78558"/>
            </a:xfrm>
            <a:custGeom>
              <a:rect b="b" l="l" r="r" t="t"/>
              <a:pathLst>
                <a:path extrusionOk="0" h="130930" w="897234">
                  <a:moveTo>
                    <a:pt x="897234" y="0"/>
                  </a:moveTo>
                  <a:lnTo>
                    <a:pt x="767107" y="130930"/>
                  </a:lnTo>
                  <a:lnTo>
                    <a:pt x="130931" y="130930"/>
                  </a:lnTo>
                  <a:lnTo>
                    <a:pt x="0" y="0"/>
                  </a:lnTo>
                  <a:lnTo>
                    <a:pt x="897234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3" name="Google Shape;5293;p45"/>
            <p:cNvSpPr/>
            <p:nvPr/>
          </p:nvSpPr>
          <p:spPr>
            <a:xfrm>
              <a:off x="4856601" y="1598595"/>
              <a:ext cx="269411" cy="78558"/>
            </a:xfrm>
            <a:custGeom>
              <a:rect b="b" l="l" r="r" t="t"/>
              <a:pathLst>
                <a:path extrusionOk="0" h="130930" w="449018">
                  <a:moveTo>
                    <a:pt x="449018" y="0"/>
                  </a:moveTo>
                  <a:lnTo>
                    <a:pt x="318891" y="130930"/>
                  </a:lnTo>
                  <a:lnTo>
                    <a:pt x="0" y="130930"/>
                  </a:lnTo>
                  <a:lnTo>
                    <a:pt x="0" y="0"/>
                  </a:lnTo>
                  <a:lnTo>
                    <a:pt x="4490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4" name="Google Shape;5294;p45"/>
            <p:cNvSpPr/>
            <p:nvPr/>
          </p:nvSpPr>
          <p:spPr>
            <a:xfrm>
              <a:off x="4544649" y="1567304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5" name="Google Shape;5295;p45"/>
            <p:cNvSpPr/>
            <p:nvPr/>
          </p:nvSpPr>
          <p:spPr>
            <a:xfrm>
              <a:off x="4856120" y="1567304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6" name="Google Shape;5296;p45"/>
          <p:cNvGrpSpPr/>
          <p:nvPr/>
        </p:nvGrpSpPr>
        <p:grpSpPr>
          <a:xfrm>
            <a:off x="2298374" y="3674828"/>
            <a:ext cx="589533" cy="588905"/>
            <a:chOff x="2166979" y="3623873"/>
            <a:chExt cx="623646" cy="622982"/>
          </a:xfrm>
        </p:grpSpPr>
        <p:sp>
          <p:nvSpPr>
            <p:cNvPr id="5297" name="Google Shape;5297;p45"/>
            <p:cNvSpPr/>
            <p:nvPr/>
          </p:nvSpPr>
          <p:spPr>
            <a:xfrm>
              <a:off x="2423569" y="3623873"/>
              <a:ext cx="109885" cy="128199"/>
            </a:xfrm>
            <a:custGeom>
              <a:rect b="b" l="l" r="r" t="t"/>
              <a:pathLst>
                <a:path extrusionOk="0" h="213665" w="183141">
                  <a:moveTo>
                    <a:pt x="183142" y="61047"/>
                  </a:moveTo>
                  <a:lnTo>
                    <a:pt x="183142" y="122095"/>
                  </a:lnTo>
                  <a:lnTo>
                    <a:pt x="122095" y="122095"/>
                  </a:lnTo>
                  <a:lnTo>
                    <a:pt x="122095" y="213665"/>
                  </a:lnTo>
                  <a:lnTo>
                    <a:pt x="61047" y="213665"/>
                  </a:lnTo>
                  <a:lnTo>
                    <a:pt x="61047" y="122095"/>
                  </a:lnTo>
                  <a:lnTo>
                    <a:pt x="0" y="122095"/>
                  </a:lnTo>
                  <a:lnTo>
                    <a:pt x="0" y="61047"/>
                  </a:lnTo>
                  <a:lnTo>
                    <a:pt x="61047" y="61047"/>
                  </a:lnTo>
                  <a:lnTo>
                    <a:pt x="61047" y="0"/>
                  </a:lnTo>
                  <a:lnTo>
                    <a:pt x="122095" y="0"/>
                  </a:lnTo>
                  <a:lnTo>
                    <a:pt x="122095" y="61047"/>
                  </a:lnTo>
                  <a:lnTo>
                    <a:pt x="18314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8" name="Google Shape;5298;p45"/>
            <p:cNvSpPr/>
            <p:nvPr/>
          </p:nvSpPr>
          <p:spPr>
            <a:xfrm>
              <a:off x="2478450" y="3624355"/>
              <a:ext cx="54942" cy="127717"/>
            </a:xfrm>
            <a:custGeom>
              <a:rect b="b" l="l" r="r" t="t"/>
              <a:pathLst>
                <a:path extrusionOk="0" h="212862" w="91570">
                  <a:moveTo>
                    <a:pt x="30524" y="212862"/>
                  </a:moveTo>
                  <a:lnTo>
                    <a:pt x="0" y="212862"/>
                  </a:lnTo>
                  <a:lnTo>
                    <a:pt x="0" y="0"/>
                  </a:lnTo>
                  <a:lnTo>
                    <a:pt x="30524" y="0"/>
                  </a:lnTo>
                  <a:lnTo>
                    <a:pt x="30524" y="61048"/>
                  </a:lnTo>
                  <a:lnTo>
                    <a:pt x="91571" y="61048"/>
                  </a:lnTo>
                  <a:lnTo>
                    <a:pt x="91571" y="122095"/>
                  </a:lnTo>
                  <a:lnTo>
                    <a:pt x="30524" y="122095"/>
                  </a:lnTo>
                  <a:lnTo>
                    <a:pt x="30524" y="212862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9" name="Google Shape;5299;p45"/>
            <p:cNvSpPr/>
            <p:nvPr/>
          </p:nvSpPr>
          <p:spPr>
            <a:xfrm>
              <a:off x="2424051" y="3725932"/>
              <a:ext cx="109403" cy="136874"/>
            </a:xfrm>
            <a:custGeom>
              <a:rect b="b" l="l" r="r" t="t"/>
              <a:pathLst>
                <a:path extrusionOk="0" h="228123" w="182338">
                  <a:moveTo>
                    <a:pt x="182338" y="91571"/>
                  </a:moveTo>
                  <a:lnTo>
                    <a:pt x="182338" y="228124"/>
                  </a:lnTo>
                  <a:lnTo>
                    <a:pt x="0" y="228124"/>
                  </a:lnTo>
                  <a:lnTo>
                    <a:pt x="0" y="91571"/>
                  </a:lnTo>
                  <a:lnTo>
                    <a:pt x="91571" y="0"/>
                  </a:lnTo>
                  <a:lnTo>
                    <a:pt x="182338" y="91571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0" name="Google Shape;5300;p45"/>
            <p:cNvSpPr/>
            <p:nvPr/>
          </p:nvSpPr>
          <p:spPr>
            <a:xfrm>
              <a:off x="2478450" y="3725932"/>
              <a:ext cx="54942" cy="136874"/>
            </a:xfrm>
            <a:custGeom>
              <a:rect b="b" l="l" r="r" t="t"/>
              <a:pathLst>
                <a:path extrusionOk="0" h="228123" w="91570">
                  <a:moveTo>
                    <a:pt x="91571" y="91571"/>
                  </a:moveTo>
                  <a:lnTo>
                    <a:pt x="91571" y="228124"/>
                  </a:lnTo>
                  <a:lnTo>
                    <a:pt x="0" y="228124"/>
                  </a:lnTo>
                  <a:lnTo>
                    <a:pt x="0" y="0"/>
                  </a:lnTo>
                  <a:lnTo>
                    <a:pt x="91571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1" name="Google Shape;5301;p45"/>
            <p:cNvSpPr/>
            <p:nvPr/>
          </p:nvSpPr>
          <p:spPr>
            <a:xfrm>
              <a:off x="2314290" y="3843876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4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4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2" name="Google Shape;5302;p45"/>
            <p:cNvSpPr/>
            <p:nvPr/>
          </p:nvSpPr>
          <p:spPr>
            <a:xfrm>
              <a:off x="2606504" y="3844358"/>
              <a:ext cx="36146" cy="73256"/>
            </a:xfrm>
            <a:custGeom>
              <a:rect b="b" l="l" r="r" t="t"/>
              <a:pathLst>
                <a:path extrusionOk="0" h="122094" w="60244">
                  <a:moveTo>
                    <a:pt x="60244" y="61047"/>
                  </a:moveTo>
                  <a:lnTo>
                    <a:pt x="60244" y="0"/>
                  </a:lnTo>
                  <a:lnTo>
                    <a:pt x="0" y="0"/>
                  </a:lnTo>
                  <a:lnTo>
                    <a:pt x="0" y="122095"/>
                  </a:lnTo>
                  <a:lnTo>
                    <a:pt x="60244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3" name="Google Shape;5303;p45"/>
            <p:cNvSpPr/>
            <p:nvPr/>
          </p:nvSpPr>
          <p:spPr>
            <a:xfrm>
              <a:off x="2314290" y="3880944"/>
              <a:ext cx="109403" cy="164345"/>
            </a:xfrm>
            <a:custGeom>
              <a:rect b="b" l="l" r="r" t="t"/>
              <a:pathLst>
                <a:path extrusionOk="0" h="273909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73909"/>
                  </a:lnTo>
                  <a:lnTo>
                    <a:pt x="0" y="273909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4" name="Google Shape;5304;p45"/>
            <p:cNvSpPr/>
            <p:nvPr/>
          </p:nvSpPr>
          <p:spPr>
            <a:xfrm>
              <a:off x="2533330" y="3880944"/>
              <a:ext cx="109403" cy="164345"/>
            </a:xfrm>
            <a:custGeom>
              <a:rect b="b" l="l" r="r" t="t"/>
              <a:pathLst>
                <a:path extrusionOk="0" h="273909" w="182338">
                  <a:moveTo>
                    <a:pt x="0" y="0"/>
                  </a:moveTo>
                  <a:lnTo>
                    <a:pt x="182339" y="0"/>
                  </a:lnTo>
                  <a:lnTo>
                    <a:pt x="182339" y="273909"/>
                  </a:lnTo>
                  <a:lnTo>
                    <a:pt x="0" y="273909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5" name="Google Shape;5305;p45"/>
            <p:cNvSpPr/>
            <p:nvPr/>
          </p:nvSpPr>
          <p:spPr>
            <a:xfrm>
              <a:off x="2387464" y="3844358"/>
              <a:ext cx="182660" cy="200974"/>
            </a:xfrm>
            <a:custGeom>
              <a:rect b="b" l="l" r="r" t="t"/>
              <a:pathLst>
                <a:path extrusionOk="0" h="334956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334957"/>
                  </a:lnTo>
                  <a:lnTo>
                    <a:pt x="0" y="33495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6" name="Google Shape;5306;p45"/>
            <p:cNvSpPr/>
            <p:nvPr/>
          </p:nvSpPr>
          <p:spPr>
            <a:xfrm>
              <a:off x="2478450" y="3844358"/>
              <a:ext cx="91088" cy="200974"/>
            </a:xfrm>
            <a:custGeom>
              <a:rect b="b" l="l" r="r" t="t"/>
              <a:pathLst>
                <a:path extrusionOk="0" h="334956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334957"/>
                  </a:lnTo>
                  <a:lnTo>
                    <a:pt x="0" y="33495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7" name="Google Shape;5307;p45"/>
            <p:cNvSpPr/>
            <p:nvPr/>
          </p:nvSpPr>
          <p:spPr>
            <a:xfrm>
              <a:off x="2203566" y="4026811"/>
              <a:ext cx="550389" cy="202420"/>
            </a:xfrm>
            <a:custGeom>
              <a:rect b="b" l="l" r="r" t="t"/>
              <a:pathLst>
                <a:path extrusionOk="0" h="337366" w="917315">
                  <a:moveTo>
                    <a:pt x="917316" y="30524"/>
                  </a:moveTo>
                  <a:lnTo>
                    <a:pt x="917316" y="337367"/>
                  </a:lnTo>
                  <a:lnTo>
                    <a:pt x="0" y="337367"/>
                  </a:lnTo>
                  <a:lnTo>
                    <a:pt x="0" y="30524"/>
                  </a:lnTo>
                  <a:lnTo>
                    <a:pt x="306843" y="30524"/>
                  </a:lnTo>
                  <a:lnTo>
                    <a:pt x="367890" y="0"/>
                  </a:lnTo>
                  <a:lnTo>
                    <a:pt x="550229" y="0"/>
                  </a:lnTo>
                  <a:lnTo>
                    <a:pt x="611276" y="30524"/>
                  </a:lnTo>
                  <a:lnTo>
                    <a:pt x="917316" y="30524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8" name="Google Shape;5308;p45"/>
            <p:cNvSpPr/>
            <p:nvPr/>
          </p:nvSpPr>
          <p:spPr>
            <a:xfrm>
              <a:off x="2478450" y="4027292"/>
              <a:ext cx="275194" cy="201938"/>
            </a:xfrm>
            <a:custGeom>
              <a:rect b="b" l="l" r="r" t="t"/>
              <a:pathLst>
                <a:path extrusionOk="0" h="336563" w="458657">
                  <a:moveTo>
                    <a:pt x="458658" y="29720"/>
                  </a:moveTo>
                  <a:lnTo>
                    <a:pt x="458658" y="336563"/>
                  </a:lnTo>
                  <a:lnTo>
                    <a:pt x="0" y="336563"/>
                  </a:lnTo>
                  <a:lnTo>
                    <a:pt x="0" y="0"/>
                  </a:lnTo>
                  <a:lnTo>
                    <a:pt x="91571" y="0"/>
                  </a:lnTo>
                  <a:lnTo>
                    <a:pt x="152618" y="30524"/>
                  </a:lnTo>
                  <a:lnTo>
                    <a:pt x="458658" y="3052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9" name="Google Shape;5309;p45"/>
            <p:cNvSpPr/>
            <p:nvPr/>
          </p:nvSpPr>
          <p:spPr>
            <a:xfrm>
              <a:off x="2277703" y="4099503"/>
              <a:ext cx="109410" cy="129163"/>
            </a:xfrm>
            <a:custGeom>
              <a:rect b="b" l="l" r="r" t="t"/>
              <a:pathLst>
                <a:path extrusionOk="0" h="215271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215272"/>
                  </a:lnTo>
                  <a:lnTo>
                    <a:pt x="182339" y="215272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0" name="Google Shape;5310;p45"/>
            <p:cNvSpPr/>
            <p:nvPr/>
          </p:nvSpPr>
          <p:spPr>
            <a:xfrm>
              <a:off x="2424051" y="4099503"/>
              <a:ext cx="109403" cy="129163"/>
            </a:xfrm>
            <a:custGeom>
              <a:rect b="b" l="l" r="r" t="t"/>
              <a:pathLst>
                <a:path extrusionOk="0" h="215271" w="182338">
                  <a:moveTo>
                    <a:pt x="182338" y="91571"/>
                  </a:moveTo>
                  <a:lnTo>
                    <a:pt x="182338" y="215272"/>
                  </a:lnTo>
                  <a:lnTo>
                    <a:pt x="0" y="215272"/>
                  </a:lnTo>
                  <a:lnTo>
                    <a:pt x="0" y="91571"/>
                  </a:lnTo>
                  <a:cubicBezTo>
                    <a:pt x="0" y="40966"/>
                    <a:pt x="40966" y="0"/>
                    <a:pt x="91571" y="0"/>
                  </a:cubicBezTo>
                  <a:cubicBezTo>
                    <a:pt x="141373" y="0"/>
                    <a:pt x="182338" y="40966"/>
                    <a:pt x="182338" y="91571"/>
                  </a:cubicBezTo>
                  <a:lnTo>
                    <a:pt x="182338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1" name="Google Shape;5311;p45"/>
            <p:cNvSpPr/>
            <p:nvPr/>
          </p:nvSpPr>
          <p:spPr>
            <a:xfrm>
              <a:off x="2569436" y="4099503"/>
              <a:ext cx="109410" cy="129163"/>
            </a:xfrm>
            <a:custGeom>
              <a:rect b="b" l="l" r="r" t="t"/>
              <a:pathLst>
                <a:path extrusionOk="0" h="215271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215272"/>
                  </a:lnTo>
                  <a:lnTo>
                    <a:pt x="182339" y="215272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2" name="Google Shape;5312;p45"/>
            <p:cNvSpPr/>
            <p:nvPr/>
          </p:nvSpPr>
          <p:spPr>
            <a:xfrm>
              <a:off x="2478450" y="4099503"/>
              <a:ext cx="54942" cy="129163"/>
            </a:xfrm>
            <a:custGeom>
              <a:rect b="b" l="l" r="r" t="t"/>
              <a:pathLst>
                <a:path extrusionOk="0" h="215271" w="91570">
                  <a:moveTo>
                    <a:pt x="91571" y="91571"/>
                  </a:moveTo>
                  <a:lnTo>
                    <a:pt x="91571" y="215272"/>
                  </a:lnTo>
                  <a:lnTo>
                    <a:pt x="0" y="215272"/>
                  </a:ln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lnTo>
                    <a:pt x="91571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3" name="Google Shape;5313;p45"/>
            <p:cNvSpPr/>
            <p:nvPr/>
          </p:nvSpPr>
          <p:spPr>
            <a:xfrm>
              <a:off x="2460156" y="391705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4" name="Google Shape;5314;p45"/>
            <p:cNvSpPr/>
            <p:nvPr/>
          </p:nvSpPr>
          <p:spPr>
            <a:xfrm>
              <a:off x="2478450" y="3917050"/>
              <a:ext cx="18314" cy="36628"/>
            </a:xfrm>
            <a:custGeom>
              <a:rect b="b" l="l" r="r" t="t"/>
              <a:pathLst>
                <a:path extrusionOk="0" h="61047" w="30523">
                  <a:moveTo>
                    <a:pt x="0" y="0"/>
                  </a:moveTo>
                  <a:lnTo>
                    <a:pt x="30524" y="0"/>
                  </a:lnTo>
                  <a:lnTo>
                    <a:pt x="30524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5" name="Google Shape;5315;p45"/>
            <p:cNvSpPr/>
            <p:nvPr/>
          </p:nvSpPr>
          <p:spPr>
            <a:xfrm>
              <a:off x="2166979" y="421022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6" name="Google Shape;5316;p45"/>
            <p:cNvSpPr/>
            <p:nvPr/>
          </p:nvSpPr>
          <p:spPr>
            <a:xfrm>
              <a:off x="2478450" y="421022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7" name="Google Shape;5317;p45"/>
            <p:cNvSpPr/>
            <p:nvPr/>
          </p:nvSpPr>
          <p:spPr>
            <a:xfrm>
              <a:off x="2167942" y="3988299"/>
              <a:ext cx="622682" cy="75184"/>
            </a:xfrm>
            <a:custGeom>
              <a:rect b="b" l="l" r="r" t="t"/>
              <a:pathLst>
                <a:path extrusionOk="0" h="125307" w="1037803">
                  <a:moveTo>
                    <a:pt x="1037804" y="64260"/>
                  </a:moveTo>
                  <a:lnTo>
                    <a:pt x="1037804" y="125307"/>
                  </a:lnTo>
                  <a:lnTo>
                    <a:pt x="632964" y="125307"/>
                  </a:lnTo>
                  <a:lnTo>
                    <a:pt x="518902" y="68277"/>
                  </a:lnTo>
                  <a:lnTo>
                    <a:pt x="404840" y="125307"/>
                  </a:lnTo>
                  <a:lnTo>
                    <a:pt x="0" y="125307"/>
                  </a:lnTo>
                  <a:lnTo>
                    <a:pt x="0" y="64260"/>
                  </a:lnTo>
                  <a:lnTo>
                    <a:pt x="390381" y="64260"/>
                  </a:lnTo>
                  <a:lnTo>
                    <a:pt x="519705" y="0"/>
                  </a:lnTo>
                  <a:lnTo>
                    <a:pt x="649029" y="64260"/>
                  </a:lnTo>
                  <a:lnTo>
                    <a:pt x="1037804" y="6426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8" name="Google Shape;5318;p45"/>
            <p:cNvSpPr/>
            <p:nvPr/>
          </p:nvSpPr>
          <p:spPr>
            <a:xfrm>
              <a:off x="2478931" y="3988299"/>
              <a:ext cx="311341" cy="75184"/>
            </a:xfrm>
            <a:custGeom>
              <a:rect b="b" l="l" r="r" t="t"/>
              <a:pathLst>
                <a:path extrusionOk="0" h="125307" w="518901">
                  <a:moveTo>
                    <a:pt x="518902" y="64260"/>
                  </a:moveTo>
                  <a:lnTo>
                    <a:pt x="518902" y="125307"/>
                  </a:lnTo>
                  <a:lnTo>
                    <a:pt x="114062" y="125307"/>
                  </a:lnTo>
                  <a:lnTo>
                    <a:pt x="0" y="68277"/>
                  </a:lnTo>
                  <a:lnTo>
                    <a:pt x="0" y="0"/>
                  </a:lnTo>
                  <a:lnTo>
                    <a:pt x="129324" y="64260"/>
                  </a:lnTo>
                  <a:lnTo>
                    <a:pt x="518902" y="6426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9" name="Google Shape;5319;p45"/>
          <p:cNvGrpSpPr/>
          <p:nvPr/>
        </p:nvGrpSpPr>
        <p:grpSpPr>
          <a:xfrm>
            <a:off x="1466953" y="2121361"/>
            <a:ext cx="589533" cy="518942"/>
            <a:chOff x="1287449" y="2004421"/>
            <a:chExt cx="623646" cy="548971"/>
          </a:xfrm>
        </p:grpSpPr>
        <p:sp>
          <p:nvSpPr>
            <p:cNvPr id="5320" name="Google Shape;5320;p45"/>
            <p:cNvSpPr/>
            <p:nvPr/>
          </p:nvSpPr>
          <p:spPr>
            <a:xfrm>
              <a:off x="1287449" y="2022715"/>
              <a:ext cx="110849" cy="292544"/>
            </a:xfrm>
            <a:custGeom>
              <a:rect b="b" l="l" r="r" t="t"/>
              <a:pathLst>
                <a:path extrusionOk="0" h="487574" w="184748">
                  <a:moveTo>
                    <a:pt x="61047" y="487575"/>
                  </a:moveTo>
                  <a:lnTo>
                    <a:pt x="61047" y="285958"/>
                  </a:lnTo>
                  <a:cubicBezTo>
                    <a:pt x="138963" y="211256"/>
                    <a:pt x="184748" y="108439"/>
                    <a:pt x="184748" y="0"/>
                  </a:cubicBezTo>
                  <a:lnTo>
                    <a:pt x="123701" y="0"/>
                  </a:lnTo>
                  <a:cubicBezTo>
                    <a:pt x="123701" y="94784"/>
                    <a:pt x="81129" y="186355"/>
                    <a:pt x="10442" y="249812"/>
                  </a:cubicBezTo>
                  <a:lnTo>
                    <a:pt x="0" y="259451"/>
                  </a:lnTo>
                  <a:lnTo>
                    <a:pt x="0" y="457051"/>
                  </a:lnTo>
                  <a:lnTo>
                    <a:pt x="61047" y="48757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1" name="Google Shape;5321;p45"/>
            <p:cNvSpPr/>
            <p:nvPr/>
          </p:nvSpPr>
          <p:spPr>
            <a:xfrm>
              <a:off x="1287449" y="2405914"/>
              <a:ext cx="623646" cy="147477"/>
            </a:xfrm>
            <a:custGeom>
              <a:rect b="b" l="l" r="r" t="t"/>
              <a:pathLst>
                <a:path extrusionOk="0" h="245795" w="1039410">
                  <a:moveTo>
                    <a:pt x="1008886" y="61047"/>
                  </a:moveTo>
                  <a:cubicBezTo>
                    <a:pt x="995231" y="61047"/>
                    <a:pt x="982379" y="57834"/>
                    <a:pt x="974347" y="46589"/>
                  </a:cubicBezTo>
                  <a:cubicBezTo>
                    <a:pt x="955069" y="17671"/>
                    <a:pt x="921332" y="0"/>
                    <a:pt x="885989" y="0"/>
                  </a:cubicBezTo>
                  <a:cubicBezTo>
                    <a:pt x="851449" y="0"/>
                    <a:pt x="819319" y="16868"/>
                    <a:pt x="800041" y="46589"/>
                  </a:cubicBezTo>
                  <a:cubicBezTo>
                    <a:pt x="783975" y="70686"/>
                    <a:pt x="745419" y="70686"/>
                    <a:pt x="728551" y="46589"/>
                  </a:cubicBezTo>
                  <a:cubicBezTo>
                    <a:pt x="709273" y="17671"/>
                    <a:pt x="677143" y="0"/>
                    <a:pt x="641800" y="0"/>
                  </a:cubicBezTo>
                  <a:cubicBezTo>
                    <a:pt x="607260" y="0"/>
                    <a:pt x="575130" y="16868"/>
                    <a:pt x="555851" y="46589"/>
                  </a:cubicBezTo>
                  <a:cubicBezTo>
                    <a:pt x="547016" y="59441"/>
                    <a:pt x="533360" y="65063"/>
                    <a:pt x="518902" y="65063"/>
                  </a:cubicBezTo>
                  <a:cubicBezTo>
                    <a:pt x="506050" y="64260"/>
                    <a:pt x="493198" y="58637"/>
                    <a:pt x="485165" y="46589"/>
                  </a:cubicBezTo>
                  <a:cubicBezTo>
                    <a:pt x="465887" y="17671"/>
                    <a:pt x="433757" y="0"/>
                    <a:pt x="398414" y="0"/>
                  </a:cubicBezTo>
                  <a:cubicBezTo>
                    <a:pt x="363874" y="0"/>
                    <a:pt x="331744" y="16868"/>
                    <a:pt x="312466" y="46589"/>
                  </a:cubicBezTo>
                  <a:cubicBezTo>
                    <a:pt x="296401" y="70686"/>
                    <a:pt x="257844" y="70686"/>
                    <a:pt x="240976" y="46589"/>
                  </a:cubicBezTo>
                  <a:cubicBezTo>
                    <a:pt x="221698" y="17671"/>
                    <a:pt x="189568" y="0"/>
                    <a:pt x="154225" y="0"/>
                  </a:cubicBezTo>
                  <a:cubicBezTo>
                    <a:pt x="119685" y="0"/>
                    <a:pt x="85948" y="16868"/>
                    <a:pt x="66670" y="46589"/>
                  </a:cubicBezTo>
                  <a:cubicBezTo>
                    <a:pt x="57834" y="58637"/>
                    <a:pt x="44982" y="61047"/>
                    <a:pt x="30524" y="61850"/>
                  </a:cubicBezTo>
                  <a:lnTo>
                    <a:pt x="0" y="61047"/>
                  </a:lnTo>
                  <a:lnTo>
                    <a:pt x="2410" y="245795"/>
                  </a:lnTo>
                  <a:lnTo>
                    <a:pt x="1039410" y="245795"/>
                  </a:lnTo>
                  <a:lnTo>
                    <a:pt x="1039410" y="61047"/>
                  </a:lnTo>
                  <a:lnTo>
                    <a:pt x="1008886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2" name="Google Shape;5322;p45"/>
            <p:cNvSpPr/>
            <p:nvPr/>
          </p:nvSpPr>
          <p:spPr>
            <a:xfrm>
              <a:off x="1287449" y="2296635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3" name="Google Shape;5323;p45"/>
            <p:cNvSpPr/>
            <p:nvPr/>
          </p:nvSpPr>
          <p:spPr>
            <a:xfrm>
              <a:off x="1361585" y="2314929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4" name="Google Shape;5324;p45"/>
            <p:cNvSpPr/>
            <p:nvPr/>
          </p:nvSpPr>
          <p:spPr>
            <a:xfrm>
              <a:off x="1799666" y="2314929"/>
              <a:ext cx="36628" cy="109403"/>
            </a:xfrm>
            <a:custGeom>
              <a:rect b="b" l="l" r="r" t="t"/>
              <a:pathLst>
                <a:path extrusionOk="0" h="182338" w="61047">
                  <a:moveTo>
                    <a:pt x="0" y="0"/>
                  </a:moveTo>
                  <a:lnTo>
                    <a:pt x="61047" y="0"/>
                  </a:lnTo>
                  <a:lnTo>
                    <a:pt x="61047" y="182339"/>
                  </a:ln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5" name="Google Shape;5325;p45"/>
            <p:cNvSpPr/>
            <p:nvPr/>
          </p:nvSpPr>
          <p:spPr>
            <a:xfrm>
              <a:off x="1580626" y="2242236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61047" y="0"/>
                  </a:lnTo>
                  <a:lnTo>
                    <a:pt x="61047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6" name="Google Shape;5326;p45"/>
            <p:cNvSpPr/>
            <p:nvPr/>
          </p:nvSpPr>
          <p:spPr>
            <a:xfrm>
              <a:off x="1434759" y="2178209"/>
              <a:ext cx="36628" cy="136874"/>
            </a:xfrm>
            <a:custGeom>
              <a:rect b="b" l="l" r="r" t="t"/>
              <a:pathLst>
                <a:path extrusionOk="0" h="228124" w="61047">
                  <a:moveTo>
                    <a:pt x="0" y="0"/>
                  </a:moveTo>
                  <a:lnTo>
                    <a:pt x="61047" y="0"/>
                  </a:lnTo>
                  <a:lnTo>
                    <a:pt x="61047" y="228124"/>
                  </a:lnTo>
                  <a:lnTo>
                    <a:pt x="0" y="22812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7" name="Google Shape;5327;p45"/>
            <p:cNvSpPr/>
            <p:nvPr/>
          </p:nvSpPr>
          <p:spPr>
            <a:xfrm>
              <a:off x="1507451" y="2227312"/>
              <a:ext cx="36628" cy="87715"/>
            </a:xfrm>
            <a:custGeom>
              <a:rect b="b" l="l" r="r" t="t"/>
              <a:pathLst>
                <a:path extrusionOk="0" h="146192" w="61047">
                  <a:moveTo>
                    <a:pt x="0" y="0"/>
                  </a:moveTo>
                  <a:lnTo>
                    <a:pt x="61047" y="0"/>
                  </a:lnTo>
                  <a:lnTo>
                    <a:pt x="61047" y="146192"/>
                  </a:lnTo>
                  <a:lnTo>
                    <a:pt x="0" y="14619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8" name="Google Shape;5328;p45"/>
            <p:cNvSpPr/>
            <p:nvPr/>
          </p:nvSpPr>
          <p:spPr>
            <a:xfrm>
              <a:off x="1598919" y="2242236"/>
              <a:ext cx="18314" cy="73256"/>
            </a:xfrm>
            <a:custGeom>
              <a:rect b="b" l="l" r="r" t="t"/>
              <a:pathLst>
                <a:path extrusionOk="0" h="122094" w="30523">
                  <a:moveTo>
                    <a:pt x="0" y="0"/>
                  </a:moveTo>
                  <a:lnTo>
                    <a:pt x="30524" y="0"/>
                  </a:lnTo>
                  <a:lnTo>
                    <a:pt x="30524" y="122094"/>
                  </a:lnTo>
                  <a:lnTo>
                    <a:pt x="0" y="12209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9" name="Google Shape;5329;p45"/>
            <p:cNvSpPr/>
            <p:nvPr/>
          </p:nvSpPr>
          <p:spPr>
            <a:xfrm>
              <a:off x="1653318" y="2227312"/>
              <a:ext cx="36628" cy="87715"/>
            </a:xfrm>
            <a:custGeom>
              <a:rect b="b" l="l" r="r" t="t"/>
              <a:pathLst>
                <a:path extrusionOk="0" h="146192" w="61047">
                  <a:moveTo>
                    <a:pt x="0" y="0"/>
                  </a:moveTo>
                  <a:lnTo>
                    <a:pt x="61047" y="0"/>
                  </a:lnTo>
                  <a:lnTo>
                    <a:pt x="61047" y="146192"/>
                  </a:lnTo>
                  <a:lnTo>
                    <a:pt x="0" y="14619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0" name="Google Shape;5330;p45"/>
            <p:cNvSpPr/>
            <p:nvPr/>
          </p:nvSpPr>
          <p:spPr>
            <a:xfrm>
              <a:off x="1726492" y="2178209"/>
              <a:ext cx="36628" cy="136874"/>
            </a:xfrm>
            <a:custGeom>
              <a:rect b="b" l="l" r="r" t="t"/>
              <a:pathLst>
                <a:path extrusionOk="0" h="228124" w="61047">
                  <a:moveTo>
                    <a:pt x="0" y="0"/>
                  </a:moveTo>
                  <a:lnTo>
                    <a:pt x="61047" y="0"/>
                  </a:lnTo>
                  <a:lnTo>
                    <a:pt x="61047" y="228124"/>
                  </a:lnTo>
                  <a:lnTo>
                    <a:pt x="0" y="22812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1" name="Google Shape;5331;p45"/>
            <p:cNvSpPr/>
            <p:nvPr/>
          </p:nvSpPr>
          <p:spPr>
            <a:xfrm>
              <a:off x="1799666" y="2023196"/>
              <a:ext cx="110849" cy="292063"/>
            </a:xfrm>
            <a:custGeom>
              <a:rect b="b" l="l" r="r" t="t"/>
              <a:pathLst>
                <a:path extrusionOk="0" h="486771" w="184748">
                  <a:moveTo>
                    <a:pt x="123701" y="486772"/>
                  </a:moveTo>
                  <a:lnTo>
                    <a:pt x="184748" y="456248"/>
                  </a:lnTo>
                  <a:lnTo>
                    <a:pt x="184748" y="258648"/>
                  </a:lnTo>
                  <a:lnTo>
                    <a:pt x="174306" y="249812"/>
                  </a:lnTo>
                  <a:cubicBezTo>
                    <a:pt x="103620" y="186355"/>
                    <a:pt x="61047" y="95587"/>
                    <a:pt x="61047" y="0"/>
                  </a:cubicBezTo>
                  <a:lnTo>
                    <a:pt x="0" y="0"/>
                  </a:lnTo>
                  <a:cubicBezTo>
                    <a:pt x="0" y="107636"/>
                    <a:pt x="46589" y="211256"/>
                    <a:pt x="123701" y="285958"/>
                  </a:cubicBezTo>
                  <a:lnTo>
                    <a:pt x="123701" y="48677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2" name="Google Shape;5332;p45"/>
            <p:cNvSpPr/>
            <p:nvPr/>
          </p:nvSpPr>
          <p:spPr>
            <a:xfrm>
              <a:off x="1598919" y="2405914"/>
              <a:ext cx="311823" cy="147477"/>
            </a:xfrm>
            <a:custGeom>
              <a:rect b="b" l="l" r="r" t="t"/>
              <a:pathLst>
                <a:path extrusionOk="0" h="245795" w="519705">
                  <a:moveTo>
                    <a:pt x="519705" y="61047"/>
                  </a:moveTo>
                  <a:lnTo>
                    <a:pt x="519705" y="245795"/>
                  </a:lnTo>
                  <a:lnTo>
                    <a:pt x="0" y="245795"/>
                  </a:lnTo>
                  <a:lnTo>
                    <a:pt x="0" y="65063"/>
                  </a:lnTo>
                  <a:cubicBezTo>
                    <a:pt x="14459" y="65867"/>
                    <a:pt x="28917" y="59441"/>
                    <a:pt x="36950" y="46589"/>
                  </a:cubicBezTo>
                  <a:cubicBezTo>
                    <a:pt x="56228" y="17671"/>
                    <a:pt x="88358" y="0"/>
                    <a:pt x="122898" y="0"/>
                  </a:cubicBezTo>
                  <a:cubicBezTo>
                    <a:pt x="158241" y="0"/>
                    <a:pt x="189568" y="16868"/>
                    <a:pt x="209649" y="46589"/>
                  </a:cubicBezTo>
                  <a:cubicBezTo>
                    <a:pt x="225714" y="70686"/>
                    <a:pt x="264270" y="70686"/>
                    <a:pt x="281139" y="46589"/>
                  </a:cubicBezTo>
                  <a:cubicBezTo>
                    <a:pt x="300417" y="17671"/>
                    <a:pt x="332547" y="0"/>
                    <a:pt x="367087" y="0"/>
                  </a:cubicBezTo>
                  <a:cubicBezTo>
                    <a:pt x="402430" y="0"/>
                    <a:pt x="436167" y="16868"/>
                    <a:pt x="455445" y="46589"/>
                  </a:cubicBezTo>
                  <a:cubicBezTo>
                    <a:pt x="463477" y="57834"/>
                    <a:pt x="476329" y="61047"/>
                    <a:pt x="489985" y="61047"/>
                  </a:cubicBezTo>
                  <a:lnTo>
                    <a:pt x="519705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3" name="Google Shape;5333;p45"/>
            <p:cNvSpPr/>
            <p:nvPr/>
          </p:nvSpPr>
          <p:spPr>
            <a:xfrm>
              <a:off x="1361585" y="2004902"/>
              <a:ext cx="474722" cy="310377"/>
            </a:xfrm>
            <a:custGeom>
              <a:rect b="b" l="l" r="r" t="t"/>
              <a:pathLst>
                <a:path extrusionOk="0" h="517295" w="791204">
                  <a:moveTo>
                    <a:pt x="791205" y="0"/>
                  </a:moveTo>
                  <a:lnTo>
                    <a:pt x="791205" y="517295"/>
                  </a:lnTo>
                  <a:lnTo>
                    <a:pt x="730158" y="517295"/>
                  </a:lnTo>
                  <a:lnTo>
                    <a:pt x="730158" y="220092"/>
                  </a:lnTo>
                  <a:cubicBezTo>
                    <a:pt x="658668" y="341383"/>
                    <a:pt x="532557" y="425724"/>
                    <a:pt x="395201" y="425724"/>
                  </a:cubicBezTo>
                  <a:cubicBezTo>
                    <a:pt x="257844" y="425724"/>
                    <a:pt x="132537" y="341383"/>
                    <a:pt x="61047" y="220092"/>
                  </a:cubicBezTo>
                  <a:lnTo>
                    <a:pt x="61047" y="517295"/>
                  </a:lnTo>
                  <a:lnTo>
                    <a:pt x="0" y="517295"/>
                  </a:lnTo>
                  <a:lnTo>
                    <a:pt x="0" y="0"/>
                  </a:lnTo>
                  <a:lnTo>
                    <a:pt x="61047" y="0"/>
                  </a:lnTo>
                  <a:cubicBezTo>
                    <a:pt x="61047" y="195191"/>
                    <a:pt x="217682" y="365480"/>
                    <a:pt x="396004" y="365480"/>
                  </a:cubicBezTo>
                  <a:cubicBezTo>
                    <a:pt x="574326" y="365480"/>
                    <a:pt x="730961" y="195191"/>
                    <a:pt x="730961" y="0"/>
                  </a:cubicBezTo>
                  <a:lnTo>
                    <a:pt x="791205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4" name="Google Shape;5334;p45"/>
            <p:cNvSpPr/>
            <p:nvPr/>
          </p:nvSpPr>
          <p:spPr>
            <a:xfrm>
              <a:off x="1598919" y="2004421"/>
              <a:ext cx="237602" cy="310377"/>
            </a:xfrm>
            <a:custGeom>
              <a:rect b="b" l="l" r="r" t="t"/>
              <a:pathLst>
                <a:path extrusionOk="0" h="517295" w="396004">
                  <a:moveTo>
                    <a:pt x="0" y="426528"/>
                  </a:moveTo>
                  <a:lnTo>
                    <a:pt x="0" y="365480"/>
                  </a:lnTo>
                  <a:cubicBezTo>
                    <a:pt x="178322" y="365480"/>
                    <a:pt x="334957" y="195191"/>
                    <a:pt x="334957" y="0"/>
                  </a:cubicBezTo>
                  <a:lnTo>
                    <a:pt x="396004" y="0"/>
                  </a:lnTo>
                  <a:lnTo>
                    <a:pt x="396004" y="517295"/>
                  </a:lnTo>
                  <a:lnTo>
                    <a:pt x="334957" y="517295"/>
                  </a:lnTo>
                  <a:lnTo>
                    <a:pt x="334957" y="220091"/>
                  </a:lnTo>
                  <a:cubicBezTo>
                    <a:pt x="263467" y="342186"/>
                    <a:pt x="136553" y="426528"/>
                    <a:pt x="0" y="426528"/>
                  </a:cubicBezTo>
                  <a:lnTo>
                    <a:pt x="0" y="42652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5" name="Google Shape;5335;p45"/>
            <p:cNvSpPr/>
            <p:nvPr/>
          </p:nvSpPr>
          <p:spPr>
            <a:xfrm>
              <a:off x="1598919" y="2296635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6" name="Google Shape;5336;p45"/>
          <p:cNvGrpSpPr/>
          <p:nvPr/>
        </p:nvGrpSpPr>
        <p:grpSpPr>
          <a:xfrm>
            <a:off x="5445211" y="2886913"/>
            <a:ext cx="589532" cy="589047"/>
            <a:chOff x="5495910" y="2848327"/>
            <a:chExt cx="623645" cy="623133"/>
          </a:xfrm>
        </p:grpSpPr>
        <p:sp>
          <p:nvSpPr>
            <p:cNvPr id="5337" name="Google Shape;5337;p45"/>
            <p:cNvSpPr/>
            <p:nvPr/>
          </p:nvSpPr>
          <p:spPr>
            <a:xfrm>
              <a:off x="5496873" y="2876249"/>
              <a:ext cx="619308" cy="595211"/>
            </a:xfrm>
            <a:custGeom>
              <a:rect b="b" l="l" r="r" t="t"/>
              <a:pathLst>
                <a:path extrusionOk="0" h="992018" w="1032180">
                  <a:moveTo>
                    <a:pt x="1032181" y="535770"/>
                  </a:moveTo>
                  <a:cubicBezTo>
                    <a:pt x="1024148" y="600031"/>
                    <a:pt x="1004870" y="661881"/>
                    <a:pt x="975953" y="716502"/>
                  </a:cubicBezTo>
                  <a:lnTo>
                    <a:pt x="617702" y="982379"/>
                  </a:lnTo>
                  <a:cubicBezTo>
                    <a:pt x="585572" y="988805"/>
                    <a:pt x="551835" y="992018"/>
                    <a:pt x="517295" y="992018"/>
                  </a:cubicBezTo>
                  <a:cubicBezTo>
                    <a:pt x="481952" y="992018"/>
                    <a:pt x="448215" y="988002"/>
                    <a:pt x="414479" y="981576"/>
                  </a:cubicBezTo>
                  <a:lnTo>
                    <a:pt x="58637" y="715699"/>
                  </a:lnTo>
                  <a:cubicBezTo>
                    <a:pt x="27310" y="657062"/>
                    <a:pt x="7229" y="591998"/>
                    <a:pt x="0" y="522918"/>
                  </a:cubicBezTo>
                  <a:lnTo>
                    <a:pt x="140569" y="114062"/>
                  </a:lnTo>
                  <a:cubicBezTo>
                    <a:pt x="185551" y="66670"/>
                    <a:pt x="241779" y="27311"/>
                    <a:pt x="302023" y="0"/>
                  </a:cubicBezTo>
                  <a:lnTo>
                    <a:pt x="732567" y="0"/>
                  </a:lnTo>
                  <a:cubicBezTo>
                    <a:pt x="796827" y="28917"/>
                    <a:pt x="854662" y="70686"/>
                    <a:pt x="900447" y="122095"/>
                  </a:cubicBezTo>
                  <a:lnTo>
                    <a:pt x="1032181" y="53577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8" name="Google Shape;5338;p45"/>
            <p:cNvSpPr/>
            <p:nvPr/>
          </p:nvSpPr>
          <p:spPr>
            <a:xfrm>
              <a:off x="5806899" y="2876730"/>
              <a:ext cx="308931" cy="594728"/>
            </a:xfrm>
            <a:custGeom>
              <a:rect b="b" l="l" r="r" t="t"/>
              <a:pathLst>
                <a:path extrusionOk="0" h="991214" w="514885">
                  <a:moveTo>
                    <a:pt x="514886" y="534967"/>
                  </a:moveTo>
                  <a:cubicBezTo>
                    <a:pt x="506853" y="599227"/>
                    <a:pt x="487575" y="661078"/>
                    <a:pt x="458658" y="715699"/>
                  </a:cubicBezTo>
                  <a:lnTo>
                    <a:pt x="100407" y="981576"/>
                  </a:lnTo>
                  <a:cubicBezTo>
                    <a:pt x="68277" y="988002"/>
                    <a:pt x="34540" y="991215"/>
                    <a:pt x="0" y="991215"/>
                  </a:cubicBezTo>
                  <a:lnTo>
                    <a:pt x="0" y="0"/>
                  </a:lnTo>
                  <a:lnTo>
                    <a:pt x="215272" y="0"/>
                  </a:lnTo>
                  <a:cubicBezTo>
                    <a:pt x="279532" y="28917"/>
                    <a:pt x="337367" y="70686"/>
                    <a:pt x="383152" y="122095"/>
                  </a:cubicBezTo>
                  <a:lnTo>
                    <a:pt x="514886" y="53496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9" name="Google Shape;5339;p45"/>
            <p:cNvSpPr/>
            <p:nvPr/>
          </p:nvSpPr>
          <p:spPr>
            <a:xfrm>
              <a:off x="5495910" y="2848809"/>
              <a:ext cx="623645" cy="616898"/>
            </a:xfrm>
            <a:custGeom>
              <a:rect b="b" l="l" r="r" t="t"/>
              <a:pathLst>
                <a:path extrusionOk="0" h="1028164" w="1039409">
                  <a:moveTo>
                    <a:pt x="706863" y="490788"/>
                  </a:moveTo>
                  <a:lnTo>
                    <a:pt x="651438" y="652242"/>
                  </a:lnTo>
                  <a:lnTo>
                    <a:pt x="730961" y="762288"/>
                  </a:lnTo>
                  <a:lnTo>
                    <a:pt x="977560" y="762288"/>
                  </a:lnTo>
                  <a:cubicBezTo>
                    <a:pt x="906070" y="897234"/>
                    <a:pt x="774336" y="998444"/>
                    <a:pt x="619308" y="1028165"/>
                  </a:cubicBezTo>
                  <a:lnTo>
                    <a:pt x="688388" y="806467"/>
                  </a:lnTo>
                  <a:lnTo>
                    <a:pt x="603243" y="689191"/>
                  </a:lnTo>
                  <a:lnTo>
                    <a:pt x="432150" y="689191"/>
                  </a:lnTo>
                  <a:lnTo>
                    <a:pt x="347809" y="804860"/>
                  </a:lnTo>
                  <a:lnTo>
                    <a:pt x="416085" y="1028165"/>
                  </a:lnTo>
                  <a:cubicBezTo>
                    <a:pt x="262664" y="996837"/>
                    <a:pt x="132537" y="896431"/>
                    <a:pt x="60244" y="762288"/>
                  </a:cubicBezTo>
                  <a:lnTo>
                    <a:pt x="303630" y="762288"/>
                  </a:lnTo>
                  <a:lnTo>
                    <a:pt x="385562" y="649832"/>
                  </a:lnTo>
                  <a:lnTo>
                    <a:pt x="334153" y="487575"/>
                  </a:lnTo>
                  <a:lnTo>
                    <a:pt x="191174" y="438576"/>
                  </a:lnTo>
                  <a:lnTo>
                    <a:pt x="2410" y="569507"/>
                  </a:lnTo>
                  <a:cubicBezTo>
                    <a:pt x="803" y="552638"/>
                    <a:pt x="0" y="535770"/>
                    <a:pt x="0" y="518902"/>
                  </a:cubicBezTo>
                  <a:cubicBezTo>
                    <a:pt x="0" y="380742"/>
                    <a:pt x="54621" y="253025"/>
                    <a:pt x="142979" y="160651"/>
                  </a:cubicBezTo>
                  <a:lnTo>
                    <a:pt x="210453" y="381545"/>
                  </a:lnTo>
                  <a:lnTo>
                    <a:pt x="354235" y="430544"/>
                  </a:lnTo>
                  <a:lnTo>
                    <a:pt x="489181" y="329334"/>
                  </a:lnTo>
                  <a:lnTo>
                    <a:pt x="489181" y="183945"/>
                  </a:lnTo>
                  <a:lnTo>
                    <a:pt x="304433" y="47392"/>
                  </a:lnTo>
                  <a:cubicBezTo>
                    <a:pt x="369497" y="16868"/>
                    <a:pt x="442593" y="0"/>
                    <a:pt x="519705" y="0"/>
                  </a:cubicBezTo>
                  <a:cubicBezTo>
                    <a:pt x="596817" y="0"/>
                    <a:pt x="669110" y="16868"/>
                    <a:pt x="734977" y="47392"/>
                  </a:cubicBezTo>
                  <a:lnTo>
                    <a:pt x="550229" y="182338"/>
                  </a:lnTo>
                  <a:lnTo>
                    <a:pt x="550229" y="330137"/>
                  </a:lnTo>
                  <a:lnTo>
                    <a:pt x="689191" y="433757"/>
                  </a:lnTo>
                  <a:lnTo>
                    <a:pt x="830564" y="389578"/>
                  </a:lnTo>
                  <a:lnTo>
                    <a:pt x="903660" y="169486"/>
                  </a:lnTo>
                  <a:cubicBezTo>
                    <a:pt x="988002" y="261057"/>
                    <a:pt x="1039410" y="385562"/>
                    <a:pt x="1039410" y="519705"/>
                  </a:cubicBezTo>
                  <a:cubicBezTo>
                    <a:pt x="1039410" y="541393"/>
                    <a:pt x="1037804" y="561474"/>
                    <a:pt x="1035394" y="582359"/>
                  </a:cubicBezTo>
                  <a:lnTo>
                    <a:pt x="849039" y="447412"/>
                  </a:lnTo>
                  <a:lnTo>
                    <a:pt x="706863" y="49078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0" name="Google Shape;5340;p45"/>
            <p:cNvSpPr/>
            <p:nvPr/>
          </p:nvSpPr>
          <p:spPr>
            <a:xfrm>
              <a:off x="5806899" y="2848327"/>
              <a:ext cx="311823" cy="617380"/>
            </a:xfrm>
            <a:custGeom>
              <a:rect b="b" l="l" r="r" t="t"/>
              <a:pathLst>
                <a:path extrusionOk="0" h="1028967" w="519705">
                  <a:moveTo>
                    <a:pt x="187962" y="491591"/>
                  </a:moveTo>
                  <a:lnTo>
                    <a:pt x="132537" y="653045"/>
                  </a:lnTo>
                  <a:lnTo>
                    <a:pt x="212059" y="763091"/>
                  </a:lnTo>
                  <a:lnTo>
                    <a:pt x="458658" y="763091"/>
                  </a:lnTo>
                  <a:cubicBezTo>
                    <a:pt x="387168" y="898037"/>
                    <a:pt x="255435" y="999247"/>
                    <a:pt x="100407" y="1028968"/>
                  </a:cubicBezTo>
                  <a:lnTo>
                    <a:pt x="169487" y="807270"/>
                  </a:lnTo>
                  <a:lnTo>
                    <a:pt x="84342" y="689995"/>
                  </a:lnTo>
                  <a:lnTo>
                    <a:pt x="0" y="689995"/>
                  </a:lnTo>
                  <a:lnTo>
                    <a:pt x="0" y="0"/>
                  </a:lnTo>
                  <a:cubicBezTo>
                    <a:pt x="77113" y="0"/>
                    <a:pt x="149405" y="16868"/>
                    <a:pt x="215272" y="47392"/>
                  </a:cubicBezTo>
                  <a:lnTo>
                    <a:pt x="30524" y="182338"/>
                  </a:lnTo>
                  <a:lnTo>
                    <a:pt x="30524" y="330137"/>
                  </a:lnTo>
                  <a:lnTo>
                    <a:pt x="169487" y="433757"/>
                  </a:lnTo>
                  <a:lnTo>
                    <a:pt x="310859" y="389578"/>
                  </a:lnTo>
                  <a:lnTo>
                    <a:pt x="383955" y="169487"/>
                  </a:lnTo>
                  <a:cubicBezTo>
                    <a:pt x="468297" y="261057"/>
                    <a:pt x="519705" y="385562"/>
                    <a:pt x="519705" y="519705"/>
                  </a:cubicBezTo>
                  <a:cubicBezTo>
                    <a:pt x="519705" y="541393"/>
                    <a:pt x="518099" y="561474"/>
                    <a:pt x="515689" y="582359"/>
                  </a:cubicBezTo>
                  <a:lnTo>
                    <a:pt x="329334" y="447412"/>
                  </a:lnTo>
                  <a:lnTo>
                    <a:pt x="187962" y="49159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1" name="Google Shape;5341;p45"/>
          <p:cNvSpPr/>
          <p:nvPr/>
        </p:nvSpPr>
        <p:spPr>
          <a:xfrm>
            <a:off x="2738980" y="2556571"/>
            <a:ext cx="77950" cy="83875"/>
          </a:xfrm>
          <a:custGeom>
            <a:rect b="b" l="l" r="r" t="t"/>
            <a:pathLst>
              <a:path extrusionOk="0" h="147798" w="137356">
                <a:moveTo>
                  <a:pt x="0" y="43376"/>
                </a:moveTo>
                <a:lnTo>
                  <a:pt x="104423" y="147799"/>
                </a:lnTo>
                <a:cubicBezTo>
                  <a:pt x="116472" y="130127"/>
                  <a:pt x="127717" y="112455"/>
                  <a:pt x="137356" y="94784"/>
                </a:cubicBezTo>
                <a:lnTo>
                  <a:pt x="42572" y="0"/>
                </a:lnTo>
                <a:lnTo>
                  <a:pt x="0" y="43376"/>
                </a:lnTo>
                <a:close/>
              </a:path>
            </a:pathLst>
          </a:custGeom>
          <a:solidFill>
            <a:srgbClr val="F57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2" name="Google Shape;5342;p45"/>
          <p:cNvGrpSpPr/>
          <p:nvPr/>
        </p:nvGrpSpPr>
        <p:grpSpPr>
          <a:xfrm>
            <a:off x="2274254" y="2052507"/>
            <a:ext cx="588588" cy="587793"/>
            <a:chOff x="2141465" y="1994627"/>
            <a:chExt cx="622647" cy="621805"/>
          </a:xfrm>
        </p:grpSpPr>
        <p:sp>
          <p:nvSpPr>
            <p:cNvPr id="5343" name="Google Shape;5343;p45"/>
            <p:cNvSpPr/>
            <p:nvPr/>
          </p:nvSpPr>
          <p:spPr>
            <a:xfrm>
              <a:off x="2141465" y="2489197"/>
              <a:ext cx="127717" cy="127235"/>
            </a:xfrm>
            <a:custGeom>
              <a:rect b="b" l="l" r="r" t="t"/>
              <a:pathLst>
                <a:path extrusionOk="0" h="212058" w="212862">
                  <a:moveTo>
                    <a:pt x="136553" y="212059"/>
                  </a:moveTo>
                  <a:lnTo>
                    <a:pt x="0" y="75506"/>
                  </a:lnTo>
                  <a:lnTo>
                    <a:pt x="105226" y="0"/>
                  </a:lnTo>
                  <a:lnTo>
                    <a:pt x="198404" y="7229"/>
                  </a:lnTo>
                  <a:lnTo>
                    <a:pt x="199207" y="12852"/>
                  </a:lnTo>
                  <a:lnTo>
                    <a:pt x="212862" y="107636"/>
                  </a:lnTo>
                  <a:lnTo>
                    <a:pt x="136553" y="21205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4" name="Google Shape;5344;p45"/>
            <p:cNvSpPr/>
            <p:nvPr/>
          </p:nvSpPr>
          <p:spPr>
            <a:xfrm>
              <a:off x="2182866" y="2496900"/>
              <a:ext cx="86269" cy="119524"/>
            </a:xfrm>
            <a:custGeom>
              <a:rect b="b" l="l" r="r" t="t"/>
              <a:pathLst>
                <a:path extrusionOk="0" h="199206" w="143782">
                  <a:moveTo>
                    <a:pt x="143782" y="94784"/>
                  </a:moveTo>
                  <a:lnTo>
                    <a:pt x="68277" y="199207"/>
                  </a:lnTo>
                  <a:lnTo>
                    <a:pt x="0" y="130930"/>
                  </a:lnTo>
                  <a:lnTo>
                    <a:pt x="130930" y="0"/>
                  </a:lnTo>
                  <a:lnTo>
                    <a:pt x="143782" y="94784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5" name="Google Shape;5345;p45"/>
            <p:cNvSpPr/>
            <p:nvPr/>
          </p:nvSpPr>
          <p:spPr>
            <a:xfrm>
              <a:off x="2257002" y="1994627"/>
              <a:ext cx="507109" cy="507179"/>
            </a:xfrm>
            <a:custGeom>
              <a:rect b="b" l="l" r="r" t="t"/>
              <a:pathLst>
                <a:path extrusionOk="0" h="845299" w="845182">
                  <a:moveTo>
                    <a:pt x="498821" y="646896"/>
                  </a:moveTo>
                  <a:cubicBezTo>
                    <a:pt x="421708" y="724008"/>
                    <a:pt x="342186" y="791482"/>
                    <a:pt x="267483" y="845300"/>
                  </a:cubicBezTo>
                  <a:lnTo>
                    <a:pt x="0" y="577816"/>
                  </a:lnTo>
                  <a:cubicBezTo>
                    <a:pt x="53818" y="502310"/>
                    <a:pt x="120488" y="423592"/>
                    <a:pt x="198404" y="346479"/>
                  </a:cubicBezTo>
                  <a:cubicBezTo>
                    <a:pt x="227321" y="317562"/>
                    <a:pt x="257041" y="289448"/>
                    <a:pt x="286762" y="262941"/>
                  </a:cubicBezTo>
                  <a:lnTo>
                    <a:pt x="348612" y="282219"/>
                  </a:lnTo>
                  <a:lnTo>
                    <a:pt x="333350" y="223581"/>
                  </a:lnTo>
                  <a:cubicBezTo>
                    <a:pt x="402430" y="165747"/>
                    <a:pt x="470707" y="116749"/>
                    <a:pt x="533360" y="79799"/>
                  </a:cubicBezTo>
                  <a:lnTo>
                    <a:pt x="606456" y="109519"/>
                  </a:lnTo>
                  <a:lnTo>
                    <a:pt x="589588" y="49275"/>
                  </a:lnTo>
                  <a:cubicBezTo>
                    <a:pt x="696421" y="-3739"/>
                    <a:pt x="781566" y="-16591"/>
                    <a:pt x="821729" y="23571"/>
                  </a:cubicBezTo>
                  <a:cubicBezTo>
                    <a:pt x="868317" y="70160"/>
                    <a:pt x="843416" y="179403"/>
                    <a:pt x="765501" y="311136"/>
                  </a:cubicBezTo>
                  <a:lnTo>
                    <a:pt x="692405" y="281416"/>
                  </a:lnTo>
                  <a:lnTo>
                    <a:pt x="732567" y="364151"/>
                  </a:lnTo>
                  <a:cubicBezTo>
                    <a:pt x="692405" y="426001"/>
                    <a:pt x="640997" y="491868"/>
                    <a:pt x="582359" y="557735"/>
                  </a:cubicBezTo>
                  <a:lnTo>
                    <a:pt x="520508" y="538457"/>
                  </a:lnTo>
                  <a:lnTo>
                    <a:pt x="541393" y="601914"/>
                  </a:lnTo>
                  <a:cubicBezTo>
                    <a:pt x="526934" y="617176"/>
                    <a:pt x="513279" y="631634"/>
                    <a:pt x="498821" y="646896"/>
                  </a:cubicBezTo>
                  <a:lnTo>
                    <a:pt x="498821" y="64689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6" name="Google Shape;5346;p45"/>
            <p:cNvSpPr/>
            <p:nvPr/>
          </p:nvSpPr>
          <p:spPr>
            <a:xfrm>
              <a:off x="2336916" y="2008753"/>
              <a:ext cx="426623" cy="493037"/>
            </a:xfrm>
            <a:custGeom>
              <a:rect b="b" l="l" r="r" t="t"/>
              <a:pathLst>
                <a:path extrusionOk="0" h="821728" w="711039">
                  <a:moveTo>
                    <a:pt x="365480" y="623325"/>
                  </a:moveTo>
                  <a:cubicBezTo>
                    <a:pt x="288368" y="700437"/>
                    <a:pt x="208846" y="767910"/>
                    <a:pt x="134143" y="821728"/>
                  </a:cubicBezTo>
                  <a:lnTo>
                    <a:pt x="0" y="687585"/>
                  </a:lnTo>
                  <a:lnTo>
                    <a:pt x="687585" y="0"/>
                  </a:lnTo>
                  <a:cubicBezTo>
                    <a:pt x="734174" y="46589"/>
                    <a:pt x="709273" y="155831"/>
                    <a:pt x="631357" y="287565"/>
                  </a:cubicBezTo>
                  <a:lnTo>
                    <a:pt x="558261" y="257844"/>
                  </a:lnTo>
                  <a:lnTo>
                    <a:pt x="598424" y="340580"/>
                  </a:lnTo>
                  <a:cubicBezTo>
                    <a:pt x="558261" y="402430"/>
                    <a:pt x="506853" y="468297"/>
                    <a:pt x="448215" y="534164"/>
                  </a:cubicBezTo>
                  <a:lnTo>
                    <a:pt x="386365" y="514886"/>
                  </a:lnTo>
                  <a:lnTo>
                    <a:pt x="407250" y="578343"/>
                  </a:lnTo>
                  <a:cubicBezTo>
                    <a:pt x="393594" y="593604"/>
                    <a:pt x="379939" y="608063"/>
                    <a:pt x="365480" y="623325"/>
                  </a:cubicBezTo>
                  <a:lnTo>
                    <a:pt x="365480" y="62332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7" name="Google Shape;5347;p45"/>
            <p:cNvSpPr/>
            <p:nvPr/>
          </p:nvSpPr>
          <p:spPr>
            <a:xfrm>
              <a:off x="2555957" y="2150287"/>
              <a:ext cx="77594" cy="77594"/>
            </a:xfrm>
            <a:custGeom>
              <a:rect b="b" l="l" r="r" t="t"/>
              <a:pathLst>
                <a:path extrusionOk="0" h="129323" w="129323">
                  <a:moveTo>
                    <a:pt x="0" y="43376"/>
                  </a:moveTo>
                  <a:lnTo>
                    <a:pt x="43376" y="0"/>
                  </a:lnTo>
                  <a:lnTo>
                    <a:pt x="129324" y="85948"/>
                  </a:lnTo>
                  <a:lnTo>
                    <a:pt x="85948" y="129324"/>
                  </a:lnTo>
                  <a:lnTo>
                    <a:pt x="0" y="43376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8" name="Google Shape;5348;p45"/>
            <p:cNvSpPr/>
            <p:nvPr/>
          </p:nvSpPr>
          <p:spPr>
            <a:xfrm>
              <a:off x="2576656" y="2024640"/>
              <a:ext cx="82414" cy="74702"/>
            </a:xfrm>
            <a:custGeom>
              <a:rect b="b" l="l" r="r" t="t"/>
              <a:pathLst>
                <a:path extrusionOk="0" h="124504" w="137356">
                  <a:moveTo>
                    <a:pt x="137356" y="81129"/>
                  </a:moveTo>
                  <a:lnTo>
                    <a:pt x="56228" y="0"/>
                  </a:lnTo>
                  <a:cubicBezTo>
                    <a:pt x="37753" y="8836"/>
                    <a:pt x="19278" y="18475"/>
                    <a:pt x="0" y="29720"/>
                  </a:cubicBezTo>
                  <a:lnTo>
                    <a:pt x="94784" y="124504"/>
                  </a:lnTo>
                  <a:lnTo>
                    <a:pt x="137356" y="81129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9" name="Google Shape;5349;p45"/>
            <p:cNvSpPr/>
            <p:nvPr/>
          </p:nvSpPr>
          <p:spPr>
            <a:xfrm>
              <a:off x="2428865" y="2128142"/>
              <a:ext cx="101210" cy="99764"/>
            </a:xfrm>
            <a:custGeom>
              <a:rect b="b" l="l" r="r" t="t"/>
              <a:pathLst>
                <a:path extrusionOk="0" h="166273" w="168683">
                  <a:moveTo>
                    <a:pt x="168683" y="122898"/>
                  </a:moveTo>
                  <a:lnTo>
                    <a:pt x="45785" y="0"/>
                  </a:lnTo>
                  <a:cubicBezTo>
                    <a:pt x="30524" y="12852"/>
                    <a:pt x="15262" y="25704"/>
                    <a:pt x="0" y="40163"/>
                  </a:cubicBezTo>
                  <a:lnTo>
                    <a:pt x="126111" y="166273"/>
                  </a:lnTo>
                  <a:lnTo>
                    <a:pt x="168683" y="12289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0" name="Google Shape;5350;p45"/>
            <p:cNvSpPr/>
            <p:nvPr/>
          </p:nvSpPr>
          <p:spPr>
            <a:xfrm>
              <a:off x="2504446" y="2253308"/>
              <a:ext cx="101692" cy="103138"/>
            </a:xfrm>
            <a:custGeom>
              <a:rect b="b" l="l" r="r" t="t"/>
              <a:pathLst>
                <a:path extrusionOk="0" h="171896" w="169486">
                  <a:moveTo>
                    <a:pt x="0" y="43376"/>
                  </a:moveTo>
                  <a:lnTo>
                    <a:pt x="128520" y="171896"/>
                  </a:lnTo>
                  <a:cubicBezTo>
                    <a:pt x="142979" y="156634"/>
                    <a:pt x="156634" y="142176"/>
                    <a:pt x="169486" y="126914"/>
                  </a:cubicBezTo>
                  <a:lnTo>
                    <a:pt x="42572" y="0"/>
                  </a:lnTo>
                  <a:lnTo>
                    <a:pt x="0" y="4337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1" name="Google Shape;5351;p45"/>
            <p:cNvSpPr/>
            <p:nvPr/>
          </p:nvSpPr>
          <p:spPr>
            <a:xfrm>
              <a:off x="2396611" y="2248494"/>
              <a:ext cx="81932" cy="82414"/>
            </a:xfrm>
            <a:custGeom>
              <a:rect b="b" l="l" r="r" t="t"/>
              <a:pathLst>
                <a:path extrusionOk="0" h="137356" w="136553">
                  <a:moveTo>
                    <a:pt x="0" y="42572"/>
                  </a:moveTo>
                  <a:lnTo>
                    <a:pt x="42572" y="0"/>
                  </a:lnTo>
                  <a:lnTo>
                    <a:pt x="136553" y="93981"/>
                  </a:lnTo>
                  <a:lnTo>
                    <a:pt x="93981" y="137356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2" name="Google Shape;5352;p45"/>
            <p:cNvSpPr/>
            <p:nvPr/>
          </p:nvSpPr>
          <p:spPr>
            <a:xfrm>
              <a:off x="2568473" y="2163285"/>
              <a:ext cx="64099" cy="64581"/>
            </a:xfrm>
            <a:custGeom>
              <a:rect b="b" l="l" r="r" t="t"/>
              <a:pathLst>
                <a:path extrusionOk="0" h="107635" w="106832">
                  <a:moveTo>
                    <a:pt x="0" y="42572"/>
                  </a:moveTo>
                  <a:lnTo>
                    <a:pt x="42572" y="0"/>
                  </a:lnTo>
                  <a:lnTo>
                    <a:pt x="106833" y="64260"/>
                  </a:lnTo>
                  <a:lnTo>
                    <a:pt x="63457" y="107636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3" name="Google Shape;5353;p45"/>
            <p:cNvSpPr/>
            <p:nvPr/>
          </p:nvSpPr>
          <p:spPr>
            <a:xfrm>
              <a:off x="2439937" y="2292302"/>
              <a:ext cx="38556" cy="39038"/>
            </a:xfrm>
            <a:custGeom>
              <a:rect b="b" l="l" r="r" t="t"/>
              <a:pathLst>
                <a:path extrusionOk="0" h="65063" w="64260">
                  <a:moveTo>
                    <a:pt x="0" y="42572"/>
                  </a:moveTo>
                  <a:lnTo>
                    <a:pt x="42572" y="0"/>
                  </a:lnTo>
                  <a:lnTo>
                    <a:pt x="64260" y="21688"/>
                  </a:lnTo>
                  <a:lnTo>
                    <a:pt x="21688" y="65064"/>
                  </a:lnTo>
                  <a:lnTo>
                    <a:pt x="0" y="4257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4" name="Google Shape;5354;p45"/>
            <p:cNvSpPr/>
            <p:nvPr/>
          </p:nvSpPr>
          <p:spPr>
            <a:xfrm>
              <a:off x="2204048" y="2476681"/>
              <a:ext cx="38556" cy="39038"/>
            </a:xfrm>
            <a:custGeom>
              <a:rect b="b" l="l" r="r" t="t"/>
              <a:pathLst>
                <a:path extrusionOk="0" h="65063" w="64260">
                  <a:moveTo>
                    <a:pt x="28917" y="0"/>
                  </a:moveTo>
                  <a:lnTo>
                    <a:pt x="64260" y="49802"/>
                  </a:lnTo>
                  <a:lnTo>
                    <a:pt x="43376" y="65064"/>
                  </a:lnTo>
                  <a:lnTo>
                    <a:pt x="10442" y="32130"/>
                  </a:lnTo>
                  <a:cubicBezTo>
                    <a:pt x="7229" y="28917"/>
                    <a:pt x="3213" y="24901"/>
                    <a:pt x="0" y="20885"/>
                  </a:cubicBezTo>
                  <a:lnTo>
                    <a:pt x="289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5" name="Google Shape;5355;p45"/>
            <p:cNvSpPr/>
            <p:nvPr/>
          </p:nvSpPr>
          <p:spPr>
            <a:xfrm>
              <a:off x="2274815" y="2375293"/>
              <a:ext cx="357608" cy="209357"/>
            </a:xfrm>
            <a:custGeom>
              <a:rect b="b" l="l" r="r" t="t"/>
              <a:pathLst>
                <a:path extrusionOk="0" h="348928" w="596013">
                  <a:moveTo>
                    <a:pt x="511672" y="56717"/>
                  </a:moveTo>
                  <a:cubicBezTo>
                    <a:pt x="422511" y="12538"/>
                    <a:pt x="324514" y="-6740"/>
                    <a:pt x="226517" y="2095"/>
                  </a:cubicBezTo>
                  <a:cubicBezTo>
                    <a:pt x="208846" y="3702"/>
                    <a:pt x="191174" y="6112"/>
                    <a:pt x="173503" y="9325"/>
                  </a:cubicBezTo>
                  <a:lnTo>
                    <a:pt x="0" y="307332"/>
                  </a:lnTo>
                  <a:cubicBezTo>
                    <a:pt x="83538" y="369985"/>
                    <a:pt x="204026" y="361150"/>
                    <a:pt x="279532" y="285644"/>
                  </a:cubicBezTo>
                  <a:lnTo>
                    <a:pt x="312466" y="252710"/>
                  </a:lnTo>
                  <a:cubicBezTo>
                    <a:pt x="371906" y="193270"/>
                    <a:pt x="445806" y="147484"/>
                    <a:pt x="526131" y="120977"/>
                  </a:cubicBezTo>
                  <a:lnTo>
                    <a:pt x="596014" y="97683"/>
                  </a:lnTo>
                  <a:lnTo>
                    <a:pt x="511672" y="5671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6" name="Google Shape;5356;p45"/>
            <p:cNvSpPr/>
            <p:nvPr/>
          </p:nvSpPr>
          <p:spPr>
            <a:xfrm>
              <a:off x="2172988" y="2074225"/>
              <a:ext cx="257174" cy="486771"/>
            </a:xfrm>
            <a:custGeom>
              <a:rect b="b" l="l" r="r" t="t"/>
              <a:pathLst>
                <a:path extrusionOk="0" h="811285" w="428624">
                  <a:moveTo>
                    <a:pt x="396420" y="504443"/>
                  </a:moveTo>
                  <a:cubicBezTo>
                    <a:pt x="404453" y="481952"/>
                    <a:pt x="410879" y="458658"/>
                    <a:pt x="415698" y="435363"/>
                  </a:cubicBezTo>
                  <a:cubicBezTo>
                    <a:pt x="442206" y="313269"/>
                    <a:pt x="428551" y="183142"/>
                    <a:pt x="369110" y="65867"/>
                  </a:cubicBezTo>
                  <a:lnTo>
                    <a:pt x="336176" y="0"/>
                  </a:lnTo>
                  <a:lnTo>
                    <a:pt x="312882" y="69883"/>
                  </a:lnTo>
                  <a:cubicBezTo>
                    <a:pt x="286375" y="150208"/>
                    <a:pt x="240589" y="224108"/>
                    <a:pt x="181148" y="283549"/>
                  </a:cubicBezTo>
                  <a:lnTo>
                    <a:pt x="62267" y="402430"/>
                  </a:lnTo>
                  <a:cubicBezTo>
                    <a:pt x="-17255" y="481952"/>
                    <a:pt x="-20468" y="608866"/>
                    <a:pt x="51825" y="692405"/>
                  </a:cubicBezTo>
                  <a:cubicBezTo>
                    <a:pt x="55038" y="696421"/>
                    <a:pt x="59054" y="700437"/>
                    <a:pt x="62267" y="703650"/>
                  </a:cubicBezTo>
                  <a:lnTo>
                    <a:pt x="169903" y="811286"/>
                  </a:lnTo>
                  <a:lnTo>
                    <a:pt x="263884" y="717305"/>
                  </a:lnTo>
                  <a:cubicBezTo>
                    <a:pt x="324128" y="657061"/>
                    <a:pt x="370716" y="582359"/>
                    <a:pt x="396420" y="504443"/>
                  </a:cubicBezTo>
                  <a:lnTo>
                    <a:pt x="396420" y="50444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7" name="Google Shape;5357;p45"/>
          <p:cNvGrpSpPr/>
          <p:nvPr/>
        </p:nvGrpSpPr>
        <p:grpSpPr>
          <a:xfrm>
            <a:off x="3876116" y="2051201"/>
            <a:ext cx="448443" cy="589101"/>
            <a:chOff x="3836018" y="1952429"/>
            <a:chExt cx="474392" cy="623189"/>
          </a:xfrm>
        </p:grpSpPr>
        <p:sp>
          <p:nvSpPr>
            <p:cNvPr id="5358" name="Google Shape;5358;p45"/>
            <p:cNvSpPr/>
            <p:nvPr/>
          </p:nvSpPr>
          <p:spPr>
            <a:xfrm>
              <a:off x="3892824" y="2062671"/>
              <a:ext cx="361464" cy="329173"/>
            </a:xfrm>
            <a:custGeom>
              <a:rect b="b" l="l" r="r" t="t"/>
              <a:pathLst>
                <a:path extrusionOk="0" h="548622" w="602440">
                  <a:moveTo>
                    <a:pt x="602440" y="487575"/>
                  </a:moveTo>
                  <a:lnTo>
                    <a:pt x="544606" y="548622"/>
                  </a:lnTo>
                  <a:lnTo>
                    <a:pt x="57834" y="548622"/>
                  </a:lnTo>
                  <a:lnTo>
                    <a:pt x="0" y="487575"/>
                  </a:lnTo>
                  <a:lnTo>
                    <a:pt x="20081" y="287565"/>
                  </a:lnTo>
                  <a:lnTo>
                    <a:pt x="30524" y="138963"/>
                  </a:lnTo>
                  <a:lnTo>
                    <a:pt x="99603" y="0"/>
                  </a:lnTo>
                  <a:lnTo>
                    <a:pt x="502837" y="0"/>
                  </a:lnTo>
                  <a:lnTo>
                    <a:pt x="571917" y="138963"/>
                  </a:lnTo>
                  <a:lnTo>
                    <a:pt x="582359" y="287565"/>
                  </a:lnTo>
                  <a:lnTo>
                    <a:pt x="602440" y="48757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9" name="Google Shape;5359;p45"/>
            <p:cNvSpPr/>
            <p:nvPr/>
          </p:nvSpPr>
          <p:spPr>
            <a:xfrm>
              <a:off x="4073352" y="2063153"/>
              <a:ext cx="180732" cy="328691"/>
            </a:xfrm>
            <a:custGeom>
              <a:rect b="b" l="l" r="r" t="t"/>
              <a:pathLst>
                <a:path extrusionOk="0" h="547819" w="301220">
                  <a:moveTo>
                    <a:pt x="301220" y="486772"/>
                  </a:moveTo>
                  <a:lnTo>
                    <a:pt x="243386" y="547819"/>
                  </a:lnTo>
                  <a:lnTo>
                    <a:pt x="0" y="547819"/>
                  </a:lnTo>
                  <a:lnTo>
                    <a:pt x="0" y="0"/>
                  </a:lnTo>
                  <a:lnTo>
                    <a:pt x="201616" y="0"/>
                  </a:lnTo>
                  <a:lnTo>
                    <a:pt x="270697" y="138963"/>
                  </a:lnTo>
                  <a:lnTo>
                    <a:pt x="281139" y="287565"/>
                  </a:lnTo>
                  <a:lnTo>
                    <a:pt x="301220" y="486772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0" name="Google Shape;5360;p45"/>
            <p:cNvSpPr/>
            <p:nvPr/>
          </p:nvSpPr>
          <p:spPr>
            <a:xfrm>
              <a:off x="3870198" y="2355367"/>
              <a:ext cx="405803" cy="220252"/>
            </a:xfrm>
            <a:custGeom>
              <a:rect b="b" l="l" r="r" t="t"/>
              <a:pathLst>
                <a:path extrusionOk="0" h="367086" w="676339">
                  <a:moveTo>
                    <a:pt x="676340" y="367087"/>
                  </a:moveTo>
                  <a:lnTo>
                    <a:pt x="429741" y="367087"/>
                  </a:lnTo>
                  <a:lnTo>
                    <a:pt x="368694" y="273909"/>
                  </a:lnTo>
                  <a:lnTo>
                    <a:pt x="307646" y="273909"/>
                  </a:lnTo>
                  <a:lnTo>
                    <a:pt x="246599" y="367087"/>
                  </a:lnTo>
                  <a:lnTo>
                    <a:pt x="0" y="367087"/>
                  </a:lnTo>
                  <a:lnTo>
                    <a:pt x="36146" y="0"/>
                  </a:lnTo>
                  <a:lnTo>
                    <a:pt x="638587" y="0"/>
                  </a:lnTo>
                  <a:lnTo>
                    <a:pt x="676340" y="36708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1" name="Google Shape;5361;p45"/>
            <p:cNvSpPr/>
            <p:nvPr/>
          </p:nvSpPr>
          <p:spPr>
            <a:xfrm>
              <a:off x="4072870" y="2355367"/>
              <a:ext cx="202902" cy="220252"/>
            </a:xfrm>
            <a:custGeom>
              <a:rect b="b" l="l" r="r" t="t"/>
              <a:pathLst>
                <a:path extrusionOk="0" h="367086" w="338170">
                  <a:moveTo>
                    <a:pt x="338170" y="367087"/>
                  </a:moveTo>
                  <a:lnTo>
                    <a:pt x="91571" y="367087"/>
                  </a:lnTo>
                  <a:lnTo>
                    <a:pt x="30524" y="273909"/>
                  </a:lnTo>
                  <a:lnTo>
                    <a:pt x="0" y="273909"/>
                  </a:lnTo>
                  <a:lnTo>
                    <a:pt x="0" y="0"/>
                  </a:lnTo>
                  <a:lnTo>
                    <a:pt x="301220" y="0"/>
                  </a:lnTo>
                  <a:lnTo>
                    <a:pt x="338170" y="36708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2" name="Google Shape;5362;p45"/>
            <p:cNvSpPr/>
            <p:nvPr/>
          </p:nvSpPr>
          <p:spPr>
            <a:xfrm>
              <a:off x="4018471" y="2464646"/>
              <a:ext cx="109403" cy="110849"/>
            </a:xfrm>
            <a:custGeom>
              <a:rect b="b" l="l" r="r" t="t"/>
              <a:pathLst>
                <a:path extrusionOk="0" h="184748" w="182338">
                  <a:moveTo>
                    <a:pt x="182339" y="91571"/>
                  </a:moveTo>
                  <a:lnTo>
                    <a:pt x="182339" y="184748"/>
                  </a:lnTo>
                  <a:lnTo>
                    <a:pt x="0" y="184748"/>
                  </a:lnTo>
                  <a:lnTo>
                    <a:pt x="0" y="91571"/>
                  </a:lnTo>
                  <a:cubicBezTo>
                    <a:pt x="0" y="40966"/>
                    <a:pt x="40966" y="0"/>
                    <a:pt x="91571" y="0"/>
                  </a:cubicBezTo>
                  <a:cubicBezTo>
                    <a:pt x="142176" y="0"/>
                    <a:pt x="182339" y="40966"/>
                    <a:pt x="182339" y="91571"/>
                  </a:cubicBezTo>
                  <a:lnTo>
                    <a:pt x="182339" y="915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3" name="Google Shape;5363;p45"/>
            <p:cNvSpPr/>
            <p:nvPr/>
          </p:nvSpPr>
          <p:spPr>
            <a:xfrm>
              <a:off x="3999696" y="2117552"/>
              <a:ext cx="146513" cy="146513"/>
            </a:xfrm>
            <a:custGeom>
              <a:rect b="b" l="l" r="r" t="t"/>
              <a:pathLst>
                <a:path extrusionOk="0" h="244189" w="244188">
                  <a:moveTo>
                    <a:pt x="244189" y="91571"/>
                  </a:moveTo>
                  <a:lnTo>
                    <a:pt x="244189" y="152618"/>
                  </a:lnTo>
                  <a:lnTo>
                    <a:pt x="152618" y="152618"/>
                  </a:lnTo>
                  <a:lnTo>
                    <a:pt x="152618" y="244189"/>
                  </a:lnTo>
                  <a:lnTo>
                    <a:pt x="91571" y="244189"/>
                  </a:lnTo>
                  <a:lnTo>
                    <a:pt x="91571" y="152618"/>
                  </a:lnTo>
                  <a:lnTo>
                    <a:pt x="0" y="152618"/>
                  </a:lnTo>
                  <a:lnTo>
                    <a:pt x="0" y="91571"/>
                  </a:lnTo>
                  <a:lnTo>
                    <a:pt x="91571" y="91571"/>
                  </a:lnTo>
                  <a:lnTo>
                    <a:pt x="91571" y="0"/>
                  </a:lnTo>
                  <a:lnTo>
                    <a:pt x="152618" y="0"/>
                  </a:lnTo>
                  <a:lnTo>
                    <a:pt x="152618" y="91571"/>
                  </a:lnTo>
                  <a:lnTo>
                    <a:pt x="244189" y="9157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4" name="Google Shape;5364;p45"/>
            <p:cNvSpPr/>
            <p:nvPr/>
          </p:nvSpPr>
          <p:spPr>
            <a:xfrm>
              <a:off x="4072870" y="2464646"/>
              <a:ext cx="54943" cy="110849"/>
            </a:xfrm>
            <a:custGeom>
              <a:rect b="b" l="l" r="r" t="t"/>
              <a:pathLst>
                <a:path extrusionOk="0" h="184748" w="91571">
                  <a:moveTo>
                    <a:pt x="91571" y="91571"/>
                  </a:moveTo>
                  <a:lnTo>
                    <a:pt x="91571" y="184748"/>
                  </a:lnTo>
                  <a:lnTo>
                    <a:pt x="0" y="184748"/>
                  </a:lnTo>
                  <a:lnTo>
                    <a:pt x="0" y="0"/>
                  </a:lnTo>
                  <a:cubicBezTo>
                    <a:pt x="51408" y="0"/>
                    <a:pt x="91571" y="40966"/>
                    <a:pt x="91571" y="91571"/>
                  </a:cubicBezTo>
                  <a:lnTo>
                    <a:pt x="91571" y="9157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5" name="Google Shape;5365;p45"/>
            <p:cNvSpPr/>
            <p:nvPr/>
          </p:nvSpPr>
          <p:spPr>
            <a:xfrm>
              <a:off x="4072870" y="2118033"/>
              <a:ext cx="73256" cy="146031"/>
            </a:xfrm>
            <a:custGeom>
              <a:rect b="b" l="l" r="r" t="t"/>
              <a:pathLst>
                <a:path extrusionOk="0" h="243385" w="122094">
                  <a:moveTo>
                    <a:pt x="122095" y="90768"/>
                  </a:moveTo>
                  <a:lnTo>
                    <a:pt x="122095" y="151815"/>
                  </a:lnTo>
                  <a:lnTo>
                    <a:pt x="30524" y="151815"/>
                  </a:lnTo>
                  <a:lnTo>
                    <a:pt x="30524" y="243386"/>
                  </a:lnTo>
                  <a:lnTo>
                    <a:pt x="0" y="243386"/>
                  </a:lnTo>
                  <a:lnTo>
                    <a:pt x="0" y="0"/>
                  </a:lnTo>
                  <a:lnTo>
                    <a:pt x="30524" y="0"/>
                  </a:lnTo>
                  <a:lnTo>
                    <a:pt x="30524" y="91571"/>
                  </a:lnTo>
                  <a:lnTo>
                    <a:pt x="122095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6" name="Google Shape;5366;p45"/>
            <p:cNvSpPr/>
            <p:nvPr/>
          </p:nvSpPr>
          <p:spPr>
            <a:xfrm>
              <a:off x="3836018" y="2115626"/>
              <a:ext cx="182659" cy="150851"/>
            </a:xfrm>
            <a:custGeom>
              <a:rect b="b" l="l" r="r" t="t"/>
              <a:pathLst>
                <a:path extrusionOk="0" h="251418" w="304432">
                  <a:moveTo>
                    <a:pt x="0" y="251418"/>
                  </a:moveTo>
                  <a:lnTo>
                    <a:pt x="0" y="0"/>
                  </a:lnTo>
                  <a:lnTo>
                    <a:pt x="304433" y="37753"/>
                  </a:lnTo>
                  <a:lnTo>
                    <a:pt x="304433" y="213665"/>
                  </a:lnTo>
                  <a:lnTo>
                    <a:pt x="0" y="25141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7" name="Google Shape;5367;p45"/>
            <p:cNvSpPr/>
            <p:nvPr/>
          </p:nvSpPr>
          <p:spPr>
            <a:xfrm>
              <a:off x="4127750" y="2115626"/>
              <a:ext cx="182660" cy="150851"/>
            </a:xfrm>
            <a:custGeom>
              <a:rect b="b" l="l" r="r" t="t"/>
              <a:pathLst>
                <a:path extrusionOk="0" h="251418" w="304433">
                  <a:moveTo>
                    <a:pt x="304433" y="251418"/>
                  </a:moveTo>
                  <a:lnTo>
                    <a:pt x="0" y="213665"/>
                  </a:lnTo>
                  <a:lnTo>
                    <a:pt x="0" y="37753"/>
                  </a:lnTo>
                  <a:lnTo>
                    <a:pt x="304433" y="0"/>
                  </a:lnTo>
                  <a:lnTo>
                    <a:pt x="304433" y="25141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8" name="Google Shape;5368;p45"/>
            <p:cNvSpPr/>
            <p:nvPr/>
          </p:nvSpPr>
          <p:spPr>
            <a:xfrm>
              <a:off x="3997771" y="1952429"/>
              <a:ext cx="151333" cy="184105"/>
            </a:xfrm>
            <a:custGeom>
              <a:rect b="b" l="l" r="r" t="t"/>
              <a:pathLst>
                <a:path extrusionOk="0" h="306842" w="252221">
                  <a:moveTo>
                    <a:pt x="0" y="0"/>
                  </a:moveTo>
                  <a:lnTo>
                    <a:pt x="38556" y="306843"/>
                  </a:lnTo>
                  <a:lnTo>
                    <a:pt x="213665" y="306843"/>
                  </a:lnTo>
                  <a:lnTo>
                    <a:pt x="2522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9" name="Google Shape;5369;p45"/>
            <p:cNvSpPr/>
            <p:nvPr/>
          </p:nvSpPr>
          <p:spPr>
            <a:xfrm>
              <a:off x="3997771" y="2245606"/>
              <a:ext cx="151333" cy="182660"/>
            </a:xfrm>
            <a:custGeom>
              <a:rect b="b" l="l" r="r" t="t"/>
              <a:pathLst>
                <a:path extrusionOk="0" h="304433" w="252221">
                  <a:moveTo>
                    <a:pt x="213665" y="0"/>
                  </a:moveTo>
                  <a:lnTo>
                    <a:pt x="38556" y="0"/>
                  </a:lnTo>
                  <a:lnTo>
                    <a:pt x="0" y="304433"/>
                  </a:lnTo>
                  <a:lnTo>
                    <a:pt x="252222" y="304433"/>
                  </a:lnTo>
                  <a:lnTo>
                    <a:pt x="213665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70" name="Google Shape;5370;p45"/>
          <p:cNvGrpSpPr/>
          <p:nvPr/>
        </p:nvGrpSpPr>
        <p:grpSpPr>
          <a:xfrm>
            <a:off x="5341454" y="2051419"/>
            <a:ext cx="588902" cy="588880"/>
            <a:chOff x="5386149" y="2011161"/>
            <a:chExt cx="622979" cy="622956"/>
          </a:xfrm>
        </p:grpSpPr>
        <p:sp>
          <p:nvSpPr>
            <p:cNvPr id="5371" name="Google Shape;5371;p45"/>
            <p:cNvSpPr/>
            <p:nvPr/>
          </p:nvSpPr>
          <p:spPr>
            <a:xfrm>
              <a:off x="5549828" y="2194576"/>
              <a:ext cx="459300" cy="439540"/>
            </a:xfrm>
            <a:custGeom>
              <a:rect b="b" l="l" r="r" t="t"/>
              <a:pathLst>
                <a:path extrusionOk="0" h="732567" w="765500">
                  <a:moveTo>
                    <a:pt x="704453" y="0"/>
                  </a:moveTo>
                  <a:lnTo>
                    <a:pt x="704453" y="152618"/>
                  </a:lnTo>
                  <a:cubicBezTo>
                    <a:pt x="678749" y="133340"/>
                    <a:pt x="647422" y="122095"/>
                    <a:pt x="612882" y="122095"/>
                  </a:cubicBezTo>
                  <a:lnTo>
                    <a:pt x="194387" y="122095"/>
                  </a:lnTo>
                  <a:lnTo>
                    <a:pt x="182338" y="122095"/>
                  </a:lnTo>
                  <a:lnTo>
                    <a:pt x="0" y="122095"/>
                  </a:lnTo>
                  <a:lnTo>
                    <a:pt x="0" y="183142"/>
                  </a:lnTo>
                  <a:lnTo>
                    <a:pt x="96390" y="183142"/>
                  </a:lnTo>
                  <a:cubicBezTo>
                    <a:pt x="93177" y="192781"/>
                    <a:pt x="90768" y="203223"/>
                    <a:pt x="90768" y="213665"/>
                  </a:cubicBezTo>
                  <a:cubicBezTo>
                    <a:pt x="90768" y="264271"/>
                    <a:pt x="131733" y="305236"/>
                    <a:pt x="182338" y="305236"/>
                  </a:cubicBezTo>
                  <a:lnTo>
                    <a:pt x="212862" y="305236"/>
                  </a:lnTo>
                  <a:lnTo>
                    <a:pt x="212862" y="244189"/>
                  </a:lnTo>
                  <a:lnTo>
                    <a:pt x="182338" y="244189"/>
                  </a:lnTo>
                  <a:cubicBezTo>
                    <a:pt x="165470" y="244189"/>
                    <a:pt x="151815" y="230534"/>
                    <a:pt x="151815" y="213665"/>
                  </a:cubicBezTo>
                  <a:cubicBezTo>
                    <a:pt x="151815" y="196797"/>
                    <a:pt x="165470" y="183142"/>
                    <a:pt x="182338" y="183142"/>
                  </a:cubicBezTo>
                  <a:lnTo>
                    <a:pt x="194387" y="183142"/>
                  </a:lnTo>
                  <a:cubicBezTo>
                    <a:pt x="214468" y="183142"/>
                    <a:pt x="233747" y="193584"/>
                    <a:pt x="244992" y="210452"/>
                  </a:cubicBezTo>
                  <a:lnTo>
                    <a:pt x="418495" y="464281"/>
                  </a:lnTo>
                  <a:cubicBezTo>
                    <a:pt x="453838" y="517295"/>
                    <a:pt x="512476" y="548622"/>
                    <a:pt x="575932" y="548622"/>
                  </a:cubicBezTo>
                  <a:cubicBezTo>
                    <a:pt x="625734" y="548622"/>
                    <a:pt x="670717" y="529344"/>
                    <a:pt x="704453" y="498017"/>
                  </a:cubicBezTo>
                  <a:lnTo>
                    <a:pt x="704453" y="732567"/>
                  </a:lnTo>
                  <a:lnTo>
                    <a:pt x="765501" y="732567"/>
                  </a:lnTo>
                  <a:lnTo>
                    <a:pt x="765501" y="359054"/>
                  </a:lnTo>
                  <a:lnTo>
                    <a:pt x="765501" y="273909"/>
                  </a:lnTo>
                  <a:lnTo>
                    <a:pt x="765501" y="0"/>
                  </a:lnTo>
                  <a:lnTo>
                    <a:pt x="704453" y="0"/>
                  </a:lnTo>
                  <a:close/>
                  <a:moveTo>
                    <a:pt x="576736" y="487575"/>
                  </a:moveTo>
                  <a:cubicBezTo>
                    <a:pt x="534164" y="487575"/>
                    <a:pt x="494001" y="465887"/>
                    <a:pt x="469903" y="430544"/>
                  </a:cubicBezTo>
                  <a:lnTo>
                    <a:pt x="302826" y="183142"/>
                  </a:lnTo>
                  <a:lnTo>
                    <a:pt x="491591" y="183142"/>
                  </a:lnTo>
                  <a:cubicBezTo>
                    <a:pt x="472313" y="208846"/>
                    <a:pt x="461067" y="240173"/>
                    <a:pt x="461067" y="274713"/>
                  </a:cubicBezTo>
                  <a:cubicBezTo>
                    <a:pt x="461067" y="325318"/>
                    <a:pt x="502033" y="366284"/>
                    <a:pt x="552638" y="366284"/>
                  </a:cubicBezTo>
                  <a:cubicBezTo>
                    <a:pt x="603243" y="366284"/>
                    <a:pt x="644209" y="325318"/>
                    <a:pt x="644209" y="274713"/>
                  </a:cubicBezTo>
                  <a:lnTo>
                    <a:pt x="644209" y="244189"/>
                  </a:lnTo>
                  <a:lnTo>
                    <a:pt x="583162" y="244189"/>
                  </a:lnTo>
                  <a:lnTo>
                    <a:pt x="583162" y="274713"/>
                  </a:lnTo>
                  <a:cubicBezTo>
                    <a:pt x="583162" y="291581"/>
                    <a:pt x="569507" y="305236"/>
                    <a:pt x="552638" y="305236"/>
                  </a:cubicBezTo>
                  <a:cubicBezTo>
                    <a:pt x="535770" y="305236"/>
                    <a:pt x="522115" y="291581"/>
                    <a:pt x="522115" y="274713"/>
                  </a:cubicBezTo>
                  <a:cubicBezTo>
                    <a:pt x="522115" y="224108"/>
                    <a:pt x="563081" y="183142"/>
                    <a:pt x="613685" y="183142"/>
                  </a:cubicBezTo>
                  <a:cubicBezTo>
                    <a:pt x="664290" y="183142"/>
                    <a:pt x="705257" y="224108"/>
                    <a:pt x="705257" y="274713"/>
                  </a:cubicBezTo>
                  <a:lnTo>
                    <a:pt x="705257" y="359858"/>
                  </a:lnTo>
                  <a:cubicBezTo>
                    <a:pt x="704453" y="429741"/>
                    <a:pt x="647422" y="487575"/>
                    <a:pt x="576736" y="487575"/>
                  </a:cubicBez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2" name="Google Shape;5372;p45"/>
            <p:cNvSpPr/>
            <p:nvPr/>
          </p:nvSpPr>
          <p:spPr>
            <a:xfrm>
              <a:off x="5495429" y="232263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3" name="Google Shape;5373;p45"/>
            <p:cNvSpPr/>
            <p:nvPr/>
          </p:nvSpPr>
          <p:spPr>
            <a:xfrm>
              <a:off x="5513721" y="232263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4" name="Google Shape;5374;p45"/>
            <p:cNvSpPr/>
            <p:nvPr/>
          </p:nvSpPr>
          <p:spPr>
            <a:xfrm>
              <a:off x="5458842" y="2231163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61047"/>
                  </a:moveTo>
                  <a:lnTo>
                    <a:pt x="183142" y="91571"/>
                  </a:ln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lnTo>
                    <a:pt x="0" y="61047"/>
                  </a:lnTo>
                  <a:lnTo>
                    <a:pt x="91571" y="0"/>
                  </a:lnTo>
                  <a:lnTo>
                    <a:pt x="183142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5" name="Google Shape;5375;p45"/>
            <p:cNvSpPr/>
            <p:nvPr/>
          </p:nvSpPr>
          <p:spPr>
            <a:xfrm>
              <a:off x="5513722" y="2231163"/>
              <a:ext cx="54942" cy="109885"/>
            </a:xfrm>
            <a:custGeom>
              <a:rect b="b" l="l" r="r" t="t"/>
              <a:pathLst>
                <a:path extrusionOk="0" h="183141" w="91570">
                  <a:moveTo>
                    <a:pt x="0" y="0"/>
                  </a:moveTo>
                  <a:lnTo>
                    <a:pt x="91571" y="61047"/>
                  </a:lnTo>
                  <a:lnTo>
                    <a:pt x="91571" y="91571"/>
                  </a:lnTo>
                  <a:cubicBezTo>
                    <a:pt x="91571" y="142176"/>
                    <a:pt x="50605" y="183142"/>
                    <a:pt x="0" y="1831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6" name="Google Shape;5376;p45"/>
            <p:cNvSpPr/>
            <p:nvPr/>
          </p:nvSpPr>
          <p:spPr>
            <a:xfrm>
              <a:off x="5495429" y="201116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7" name="Google Shape;5377;p45"/>
            <p:cNvSpPr/>
            <p:nvPr/>
          </p:nvSpPr>
          <p:spPr>
            <a:xfrm>
              <a:off x="5513721" y="201116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8" name="Google Shape;5378;p45"/>
            <p:cNvSpPr/>
            <p:nvPr/>
          </p:nvSpPr>
          <p:spPr>
            <a:xfrm>
              <a:off x="5424662" y="2047748"/>
              <a:ext cx="178804" cy="84341"/>
            </a:xfrm>
            <a:custGeom>
              <a:rect b="b" l="l" r="r" t="t"/>
              <a:pathLst>
                <a:path extrusionOk="0" h="140569" w="298006">
                  <a:moveTo>
                    <a:pt x="298007" y="140569"/>
                  </a:moveTo>
                  <a:lnTo>
                    <a:pt x="0" y="140569"/>
                  </a:lnTo>
                  <a:lnTo>
                    <a:pt x="69080" y="0"/>
                  </a:lnTo>
                  <a:lnTo>
                    <a:pt x="228927" y="0"/>
                  </a:lnTo>
                  <a:lnTo>
                    <a:pt x="298007" y="140569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9" name="Google Shape;5379;p45"/>
            <p:cNvSpPr/>
            <p:nvPr/>
          </p:nvSpPr>
          <p:spPr>
            <a:xfrm>
              <a:off x="5513722" y="2047748"/>
              <a:ext cx="89642" cy="84341"/>
            </a:xfrm>
            <a:custGeom>
              <a:rect b="b" l="l" r="r" t="t"/>
              <a:pathLst>
                <a:path extrusionOk="0" h="140569" w="149404">
                  <a:moveTo>
                    <a:pt x="149405" y="140569"/>
                  </a:moveTo>
                  <a:lnTo>
                    <a:pt x="0" y="140569"/>
                  </a:lnTo>
                  <a:lnTo>
                    <a:pt x="0" y="0"/>
                  </a:lnTo>
                  <a:lnTo>
                    <a:pt x="79522" y="0"/>
                  </a:lnTo>
                  <a:lnTo>
                    <a:pt x="149405" y="140569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0" name="Google Shape;5380;p45"/>
            <p:cNvSpPr/>
            <p:nvPr/>
          </p:nvSpPr>
          <p:spPr>
            <a:xfrm>
              <a:off x="5422254" y="2140177"/>
              <a:ext cx="182659" cy="127717"/>
            </a:xfrm>
            <a:custGeom>
              <a:rect b="b" l="l" r="r" t="t"/>
              <a:pathLst>
                <a:path extrusionOk="0" h="212862" w="304432">
                  <a:moveTo>
                    <a:pt x="304433" y="0"/>
                  </a:moveTo>
                  <a:lnTo>
                    <a:pt x="243386" y="212862"/>
                  </a:lnTo>
                  <a:lnTo>
                    <a:pt x="61047" y="212862"/>
                  </a:lnTo>
                  <a:lnTo>
                    <a:pt x="0" y="0"/>
                  </a:lnTo>
                  <a:lnTo>
                    <a:pt x="304433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1" name="Google Shape;5381;p45"/>
            <p:cNvSpPr/>
            <p:nvPr/>
          </p:nvSpPr>
          <p:spPr>
            <a:xfrm>
              <a:off x="5513240" y="2140177"/>
              <a:ext cx="91571" cy="127717"/>
            </a:xfrm>
            <a:custGeom>
              <a:rect b="b" l="l" r="r" t="t"/>
              <a:pathLst>
                <a:path extrusionOk="0" h="212862" w="152618">
                  <a:moveTo>
                    <a:pt x="152618" y="0"/>
                  </a:moveTo>
                  <a:lnTo>
                    <a:pt x="91571" y="212862"/>
                  </a:lnTo>
                  <a:lnTo>
                    <a:pt x="0" y="212862"/>
                  </a:lnTo>
                  <a:lnTo>
                    <a:pt x="0" y="0"/>
                  </a:lnTo>
                  <a:lnTo>
                    <a:pt x="152618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2" name="Google Shape;5382;p45"/>
            <p:cNvSpPr/>
            <p:nvPr/>
          </p:nvSpPr>
          <p:spPr>
            <a:xfrm>
              <a:off x="5386149" y="2121884"/>
              <a:ext cx="255916" cy="36628"/>
            </a:xfrm>
            <a:custGeom>
              <a:rect b="b" l="l" r="r" t="t"/>
              <a:pathLst>
                <a:path extrusionOk="0" h="61047" w="426527">
                  <a:moveTo>
                    <a:pt x="0" y="0"/>
                  </a:moveTo>
                  <a:lnTo>
                    <a:pt x="426528" y="0"/>
                  </a:lnTo>
                  <a:lnTo>
                    <a:pt x="42652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3" name="Google Shape;5383;p45"/>
            <p:cNvSpPr/>
            <p:nvPr/>
          </p:nvSpPr>
          <p:spPr>
            <a:xfrm>
              <a:off x="5513721" y="2121884"/>
              <a:ext cx="127717" cy="36628"/>
            </a:xfrm>
            <a:custGeom>
              <a:rect b="b" l="l" r="r" t="t"/>
              <a:pathLst>
                <a:path extrusionOk="0" h="61047" w="212862">
                  <a:moveTo>
                    <a:pt x="0" y="0"/>
                  </a:moveTo>
                  <a:lnTo>
                    <a:pt x="212862" y="0"/>
                  </a:lnTo>
                  <a:lnTo>
                    <a:pt x="212862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4" name="Google Shape;5384;p45"/>
          <p:cNvGrpSpPr/>
          <p:nvPr/>
        </p:nvGrpSpPr>
        <p:grpSpPr>
          <a:xfrm>
            <a:off x="4521866" y="2191214"/>
            <a:ext cx="612286" cy="449089"/>
            <a:chOff x="4519135" y="2048229"/>
            <a:chExt cx="647716" cy="475076"/>
          </a:xfrm>
        </p:grpSpPr>
        <p:sp>
          <p:nvSpPr>
            <p:cNvPr id="5385" name="Google Shape;5385;p45"/>
            <p:cNvSpPr/>
            <p:nvPr/>
          </p:nvSpPr>
          <p:spPr>
            <a:xfrm>
              <a:off x="4543205" y="2048710"/>
              <a:ext cx="623646" cy="473277"/>
            </a:xfrm>
            <a:custGeom>
              <a:rect b="b" l="l" r="r" t="t"/>
              <a:pathLst>
                <a:path extrusionOk="0" h="788795" w="1039410">
                  <a:moveTo>
                    <a:pt x="1039410" y="194387"/>
                  </a:moveTo>
                  <a:lnTo>
                    <a:pt x="1039410" y="578343"/>
                  </a:lnTo>
                  <a:cubicBezTo>
                    <a:pt x="1039410" y="685175"/>
                    <a:pt x="957478" y="774336"/>
                    <a:pt x="854662" y="788795"/>
                  </a:cubicBezTo>
                  <a:lnTo>
                    <a:pt x="0" y="188765"/>
                  </a:lnTo>
                  <a:lnTo>
                    <a:pt x="428134" y="90768"/>
                  </a:lnTo>
                  <a:lnTo>
                    <a:pt x="799237" y="4820"/>
                  </a:lnTo>
                  <a:cubicBezTo>
                    <a:pt x="812893" y="1606"/>
                    <a:pt x="828155" y="0"/>
                    <a:pt x="843416" y="0"/>
                  </a:cubicBezTo>
                  <a:cubicBezTo>
                    <a:pt x="950249" y="0"/>
                    <a:pt x="1039410" y="87555"/>
                    <a:pt x="1039410" y="194387"/>
                  </a:cubicBezTo>
                  <a:lnTo>
                    <a:pt x="1039410" y="194387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6" name="Google Shape;5386;p45"/>
            <p:cNvSpPr/>
            <p:nvPr/>
          </p:nvSpPr>
          <p:spPr>
            <a:xfrm>
              <a:off x="4799795" y="2048229"/>
              <a:ext cx="366766" cy="473759"/>
            </a:xfrm>
            <a:custGeom>
              <a:rect b="b" l="l" r="r" t="t"/>
              <a:pathLst>
                <a:path extrusionOk="0" h="789598" w="611276">
                  <a:moveTo>
                    <a:pt x="611276" y="195191"/>
                  </a:moveTo>
                  <a:lnTo>
                    <a:pt x="611276" y="579146"/>
                  </a:lnTo>
                  <a:cubicBezTo>
                    <a:pt x="611276" y="685979"/>
                    <a:pt x="529344" y="775140"/>
                    <a:pt x="426528" y="789598"/>
                  </a:cubicBezTo>
                  <a:lnTo>
                    <a:pt x="0" y="489181"/>
                  </a:lnTo>
                  <a:lnTo>
                    <a:pt x="0" y="90768"/>
                  </a:lnTo>
                  <a:lnTo>
                    <a:pt x="371103" y="4820"/>
                  </a:lnTo>
                  <a:cubicBezTo>
                    <a:pt x="384759" y="1607"/>
                    <a:pt x="400021" y="0"/>
                    <a:pt x="415282" y="0"/>
                  </a:cubicBezTo>
                  <a:cubicBezTo>
                    <a:pt x="522115" y="803"/>
                    <a:pt x="611276" y="88358"/>
                    <a:pt x="611276" y="195191"/>
                  </a:cubicBezTo>
                  <a:lnTo>
                    <a:pt x="611276" y="195191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7" name="Google Shape;5387;p45"/>
            <p:cNvSpPr/>
            <p:nvPr/>
          </p:nvSpPr>
          <p:spPr>
            <a:xfrm>
              <a:off x="4543205" y="2161841"/>
              <a:ext cx="512797" cy="361464"/>
            </a:xfrm>
            <a:custGeom>
              <a:rect b="b" l="l" r="r" t="t"/>
              <a:pathLst>
                <a:path extrusionOk="0" h="602440" w="854661">
                  <a:moveTo>
                    <a:pt x="763091" y="359054"/>
                  </a:moveTo>
                  <a:cubicBezTo>
                    <a:pt x="763091" y="392791"/>
                    <a:pt x="790402" y="420102"/>
                    <a:pt x="824138" y="420102"/>
                  </a:cubicBezTo>
                  <a:lnTo>
                    <a:pt x="854662" y="420102"/>
                  </a:lnTo>
                  <a:lnTo>
                    <a:pt x="854662" y="600031"/>
                  </a:lnTo>
                  <a:cubicBezTo>
                    <a:pt x="845023" y="601637"/>
                    <a:pt x="834581" y="602440"/>
                    <a:pt x="824138" y="602440"/>
                  </a:cubicBezTo>
                  <a:lnTo>
                    <a:pt x="428134" y="542196"/>
                  </a:lnTo>
                  <a:lnTo>
                    <a:pt x="368694" y="533360"/>
                  </a:lnTo>
                  <a:lnTo>
                    <a:pt x="367087" y="509263"/>
                  </a:lnTo>
                  <a:cubicBezTo>
                    <a:pt x="365480" y="493198"/>
                    <a:pt x="352629" y="481149"/>
                    <a:pt x="336563" y="481149"/>
                  </a:cubicBezTo>
                  <a:cubicBezTo>
                    <a:pt x="323711" y="481149"/>
                    <a:pt x="312466" y="488378"/>
                    <a:pt x="308450" y="499624"/>
                  </a:cubicBezTo>
                  <a:lnTo>
                    <a:pt x="299613" y="522115"/>
                  </a:lnTo>
                  <a:lnTo>
                    <a:pt x="151815" y="499624"/>
                  </a:lnTo>
                  <a:lnTo>
                    <a:pt x="0" y="314876"/>
                  </a:lnTo>
                  <a:lnTo>
                    <a:pt x="0" y="0"/>
                  </a:lnTo>
                  <a:lnTo>
                    <a:pt x="428134" y="60244"/>
                  </a:lnTo>
                  <a:lnTo>
                    <a:pt x="557458" y="78719"/>
                  </a:lnTo>
                  <a:lnTo>
                    <a:pt x="640996" y="146192"/>
                  </a:lnTo>
                  <a:lnTo>
                    <a:pt x="730961" y="102816"/>
                  </a:lnTo>
                  <a:lnTo>
                    <a:pt x="853858" y="119685"/>
                  </a:lnTo>
                  <a:lnTo>
                    <a:pt x="853858" y="298007"/>
                  </a:lnTo>
                  <a:lnTo>
                    <a:pt x="823335" y="298007"/>
                  </a:lnTo>
                  <a:cubicBezTo>
                    <a:pt x="790402" y="298810"/>
                    <a:pt x="763091" y="326121"/>
                    <a:pt x="763091" y="359054"/>
                  </a:cubicBezTo>
                  <a:lnTo>
                    <a:pt x="763091" y="35905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8" name="Google Shape;5388;p45"/>
            <p:cNvSpPr/>
            <p:nvPr/>
          </p:nvSpPr>
          <p:spPr>
            <a:xfrm>
              <a:off x="4799795" y="2197946"/>
              <a:ext cx="255916" cy="325318"/>
            </a:xfrm>
            <a:custGeom>
              <a:rect b="b" l="l" r="r" t="t"/>
              <a:pathLst>
                <a:path extrusionOk="0" h="542196" w="426527">
                  <a:moveTo>
                    <a:pt x="334957" y="298810"/>
                  </a:moveTo>
                  <a:cubicBezTo>
                    <a:pt x="334957" y="332547"/>
                    <a:pt x="362268" y="359858"/>
                    <a:pt x="396004" y="359858"/>
                  </a:cubicBezTo>
                  <a:lnTo>
                    <a:pt x="426528" y="359858"/>
                  </a:lnTo>
                  <a:lnTo>
                    <a:pt x="426528" y="539787"/>
                  </a:lnTo>
                  <a:cubicBezTo>
                    <a:pt x="416889" y="541393"/>
                    <a:pt x="406447" y="542196"/>
                    <a:pt x="396004" y="542196"/>
                  </a:cubicBezTo>
                  <a:lnTo>
                    <a:pt x="0" y="481952"/>
                  </a:lnTo>
                  <a:lnTo>
                    <a:pt x="0" y="0"/>
                  </a:lnTo>
                  <a:lnTo>
                    <a:pt x="129324" y="18475"/>
                  </a:lnTo>
                  <a:lnTo>
                    <a:pt x="212862" y="85948"/>
                  </a:lnTo>
                  <a:lnTo>
                    <a:pt x="302827" y="42572"/>
                  </a:lnTo>
                  <a:lnTo>
                    <a:pt x="425724" y="59441"/>
                  </a:lnTo>
                  <a:lnTo>
                    <a:pt x="425724" y="237763"/>
                  </a:lnTo>
                  <a:lnTo>
                    <a:pt x="395201" y="237763"/>
                  </a:lnTo>
                  <a:cubicBezTo>
                    <a:pt x="362268" y="238566"/>
                    <a:pt x="334957" y="265877"/>
                    <a:pt x="334957" y="298810"/>
                  </a:cubicBezTo>
                  <a:lnTo>
                    <a:pt x="334957" y="29881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9" name="Google Shape;5389;p45"/>
            <p:cNvSpPr/>
            <p:nvPr/>
          </p:nvSpPr>
          <p:spPr>
            <a:xfrm>
              <a:off x="4877301" y="2176283"/>
              <a:ext cx="104101" cy="81449"/>
            </a:xfrm>
            <a:custGeom>
              <a:rect b="b" l="l" r="r" t="t"/>
              <a:pathLst>
                <a:path extrusionOk="0" h="135749" w="173502">
                  <a:moveTo>
                    <a:pt x="173503" y="78719"/>
                  </a:moveTo>
                  <a:cubicBezTo>
                    <a:pt x="167077" y="34540"/>
                    <a:pt x="129324" y="0"/>
                    <a:pt x="83538" y="0"/>
                  </a:cubicBezTo>
                  <a:cubicBezTo>
                    <a:pt x="46589" y="0"/>
                    <a:pt x="14458" y="22491"/>
                    <a:pt x="0" y="53818"/>
                  </a:cubicBezTo>
                  <a:lnTo>
                    <a:pt x="86751" y="135750"/>
                  </a:lnTo>
                  <a:lnTo>
                    <a:pt x="173503" y="7871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0" name="Google Shape;5390;p45"/>
            <p:cNvSpPr/>
            <p:nvPr/>
          </p:nvSpPr>
          <p:spPr>
            <a:xfrm>
              <a:off x="4690035" y="2267751"/>
              <a:ext cx="109885" cy="109403"/>
            </a:xfrm>
            <a:custGeom>
              <a:rect b="b" l="l" r="r" t="t"/>
              <a:pathLst>
                <a:path extrusionOk="0" h="182338" w="183141">
                  <a:moveTo>
                    <a:pt x="91571" y="182339"/>
                  </a:moveTo>
                  <a:cubicBezTo>
                    <a:pt x="40966" y="182339"/>
                    <a:pt x="0" y="141373"/>
                    <a:pt x="0" y="90768"/>
                  </a:cubicBezTo>
                  <a:cubicBezTo>
                    <a:pt x="0" y="40163"/>
                    <a:pt x="41769" y="0"/>
                    <a:pt x="91571" y="0"/>
                  </a:cubicBezTo>
                  <a:cubicBezTo>
                    <a:pt x="142176" y="0"/>
                    <a:pt x="183142" y="40966"/>
                    <a:pt x="183142" y="91571"/>
                  </a:cubicBezTo>
                  <a:cubicBezTo>
                    <a:pt x="183142" y="142176"/>
                    <a:pt x="142176" y="182339"/>
                    <a:pt x="91571" y="182339"/>
                  </a:cubicBezTo>
                  <a:lnTo>
                    <a:pt x="91571" y="18233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1" name="Google Shape;5391;p45"/>
            <p:cNvSpPr/>
            <p:nvPr/>
          </p:nvSpPr>
          <p:spPr>
            <a:xfrm>
              <a:off x="4592309" y="2231163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2" name="Google Shape;5392;p45"/>
            <p:cNvSpPr/>
            <p:nvPr/>
          </p:nvSpPr>
          <p:spPr>
            <a:xfrm>
              <a:off x="4872969" y="237703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3" name="Google Shape;5393;p45"/>
            <p:cNvSpPr/>
            <p:nvPr/>
          </p:nvSpPr>
          <p:spPr>
            <a:xfrm>
              <a:off x="4836382" y="2304337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4" name="Google Shape;5394;p45"/>
            <p:cNvSpPr/>
            <p:nvPr/>
          </p:nvSpPr>
          <p:spPr>
            <a:xfrm>
              <a:off x="4519135" y="2340924"/>
              <a:ext cx="109403" cy="120970"/>
            </a:xfrm>
            <a:custGeom>
              <a:rect b="b" l="l" r="r" t="t"/>
              <a:pathLst>
                <a:path extrusionOk="0" h="201616" w="182338">
                  <a:moveTo>
                    <a:pt x="61048" y="0"/>
                  </a:moveTo>
                  <a:cubicBezTo>
                    <a:pt x="38556" y="0"/>
                    <a:pt x="18475" y="6426"/>
                    <a:pt x="0" y="16868"/>
                  </a:cubicBezTo>
                  <a:lnTo>
                    <a:pt x="0" y="178322"/>
                  </a:lnTo>
                  <a:lnTo>
                    <a:pt x="151815" y="201616"/>
                  </a:lnTo>
                  <a:cubicBezTo>
                    <a:pt x="170290" y="179929"/>
                    <a:pt x="182339" y="152618"/>
                    <a:pt x="182339" y="121291"/>
                  </a:cubicBezTo>
                  <a:cubicBezTo>
                    <a:pt x="182339" y="53818"/>
                    <a:pt x="128521" y="0"/>
                    <a:pt x="61048" y="0"/>
                  </a:cubicBezTo>
                  <a:lnTo>
                    <a:pt x="61048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5" name="Google Shape;5395;p45"/>
            <p:cNvSpPr/>
            <p:nvPr/>
          </p:nvSpPr>
          <p:spPr>
            <a:xfrm>
              <a:off x="4872488" y="2209019"/>
              <a:ext cx="109885" cy="77112"/>
            </a:xfrm>
            <a:custGeom>
              <a:rect b="b" l="l" r="r" t="t"/>
              <a:pathLst>
                <a:path extrusionOk="0" h="128520" w="183141">
                  <a:moveTo>
                    <a:pt x="91571" y="128521"/>
                  </a:moveTo>
                  <a:cubicBezTo>
                    <a:pt x="142176" y="128521"/>
                    <a:pt x="183142" y="87555"/>
                    <a:pt x="183142" y="36950"/>
                  </a:cubicBezTo>
                  <a:cubicBezTo>
                    <a:pt x="183142" y="32933"/>
                    <a:pt x="182339" y="28114"/>
                    <a:pt x="181535" y="24098"/>
                  </a:cubicBezTo>
                  <a:lnTo>
                    <a:pt x="8033" y="0"/>
                  </a:lnTo>
                  <a:cubicBezTo>
                    <a:pt x="3213" y="11246"/>
                    <a:pt x="0" y="24098"/>
                    <a:pt x="0" y="36950"/>
                  </a:cubicBezTo>
                  <a:cubicBezTo>
                    <a:pt x="803" y="87555"/>
                    <a:pt x="41769" y="128521"/>
                    <a:pt x="91571" y="128521"/>
                  </a:cubicBezTo>
                  <a:lnTo>
                    <a:pt x="91571" y="12852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6" name="Google Shape;5396;p45"/>
          <p:cNvGrpSpPr/>
          <p:nvPr/>
        </p:nvGrpSpPr>
        <p:grpSpPr>
          <a:xfrm>
            <a:off x="4592402" y="2887003"/>
            <a:ext cx="589533" cy="588960"/>
            <a:chOff x="4593753" y="2793928"/>
            <a:chExt cx="623646" cy="623040"/>
          </a:xfrm>
        </p:grpSpPr>
        <p:sp>
          <p:nvSpPr>
            <p:cNvPr id="5397" name="Google Shape;5397;p45"/>
            <p:cNvSpPr/>
            <p:nvPr/>
          </p:nvSpPr>
          <p:spPr>
            <a:xfrm>
              <a:off x="4886929" y="28300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8" name="Google Shape;5398;p45"/>
            <p:cNvSpPr/>
            <p:nvPr/>
          </p:nvSpPr>
          <p:spPr>
            <a:xfrm>
              <a:off x="4959623" y="2866620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0" y="0"/>
                  </a:moveTo>
                  <a:lnTo>
                    <a:pt x="0" y="122095"/>
                  </a:lnTo>
                  <a:lnTo>
                    <a:pt x="61048" y="61047"/>
                  </a:lnTo>
                  <a:lnTo>
                    <a:pt x="61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9" name="Google Shape;5399;p45"/>
            <p:cNvSpPr/>
            <p:nvPr/>
          </p:nvSpPr>
          <p:spPr>
            <a:xfrm>
              <a:off x="4813756" y="2866620"/>
              <a:ext cx="36628" cy="73256"/>
            </a:xfrm>
            <a:custGeom>
              <a:rect b="b" l="l" r="r" t="t"/>
              <a:pathLst>
                <a:path extrusionOk="0" h="122094" w="61047">
                  <a:moveTo>
                    <a:pt x="61047" y="122095"/>
                  </a:moveTo>
                  <a:lnTo>
                    <a:pt x="0" y="61047"/>
                  </a:lnTo>
                  <a:lnTo>
                    <a:pt x="0" y="0"/>
                  </a:lnTo>
                  <a:lnTo>
                    <a:pt x="61047" y="0"/>
                  </a:lnTo>
                  <a:lnTo>
                    <a:pt x="61047" y="12209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0" name="Google Shape;5400;p45"/>
            <p:cNvSpPr/>
            <p:nvPr/>
          </p:nvSpPr>
          <p:spPr>
            <a:xfrm>
              <a:off x="4905223" y="2830034"/>
              <a:ext cx="18314" cy="91088"/>
            </a:xfrm>
            <a:custGeom>
              <a:rect b="b" l="l" r="r" t="t"/>
              <a:pathLst>
                <a:path extrusionOk="0" h="151814" w="30523">
                  <a:moveTo>
                    <a:pt x="0" y="0"/>
                  </a:moveTo>
                  <a:lnTo>
                    <a:pt x="30524" y="0"/>
                  </a:lnTo>
                  <a:lnTo>
                    <a:pt x="30524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1" name="Google Shape;5401;p45"/>
            <p:cNvSpPr/>
            <p:nvPr/>
          </p:nvSpPr>
          <p:spPr>
            <a:xfrm>
              <a:off x="4813756" y="2903207"/>
              <a:ext cx="182660" cy="127717"/>
            </a:xfrm>
            <a:custGeom>
              <a:rect b="b" l="l" r="r" t="t"/>
              <a:pathLst>
                <a:path extrusionOk="0" h="212862" w="304433">
                  <a:moveTo>
                    <a:pt x="0" y="0"/>
                  </a:moveTo>
                  <a:lnTo>
                    <a:pt x="304433" y="0"/>
                  </a:lnTo>
                  <a:lnTo>
                    <a:pt x="304433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2" name="Google Shape;5402;p45"/>
            <p:cNvSpPr/>
            <p:nvPr/>
          </p:nvSpPr>
          <p:spPr>
            <a:xfrm>
              <a:off x="4905223" y="2903207"/>
              <a:ext cx="91088" cy="127717"/>
            </a:xfrm>
            <a:custGeom>
              <a:rect b="b" l="l" r="r" t="t"/>
              <a:pathLst>
                <a:path extrusionOk="0" h="212862" w="151814">
                  <a:moveTo>
                    <a:pt x="0" y="0"/>
                  </a:moveTo>
                  <a:lnTo>
                    <a:pt x="151815" y="0"/>
                  </a:lnTo>
                  <a:lnTo>
                    <a:pt x="151815" y="212862"/>
                  </a:lnTo>
                  <a:lnTo>
                    <a:pt x="0" y="212862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3" name="Google Shape;5403;p45"/>
            <p:cNvSpPr/>
            <p:nvPr/>
          </p:nvSpPr>
          <p:spPr>
            <a:xfrm>
              <a:off x="4886929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766E6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4" name="Google Shape;5404;p45"/>
            <p:cNvSpPr/>
            <p:nvPr/>
          </p:nvSpPr>
          <p:spPr>
            <a:xfrm>
              <a:off x="4905223" y="2976381"/>
              <a:ext cx="18314" cy="54942"/>
            </a:xfrm>
            <a:custGeom>
              <a:rect b="b" l="l" r="r" t="t"/>
              <a:pathLst>
                <a:path extrusionOk="0" h="91570" w="30523">
                  <a:moveTo>
                    <a:pt x="0" y="0"/>
                  </a:moveTo>
                  <a:lnTo>
                    <a:pt x="30524" y="0"/>
                  </a:lnTo>
                  <a:lnTo>
                    <a:pt x="30524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5" name="Google Shape;5405;p45"/>
            <p:cNvSpPr/>
            <p:nvPr/>
          </p:nvSpPr>
          <p:spPr>
            <a:xfrm>
              <a:off x="4643819" y="2793928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6" name="Google Shape;5406;p45"/>
            <p:cNvSpPr/>
            <p:nvPr/>
          </p:nvSpPr>
          <p:spPr>
            <a:xfrm>
              <a:off x="4631302" y="2830034"/>
              <a:ext cx="109410" cy="91571"/>
            </a:xfrm>
            <a:custGeom>
              <a:rect b="b" l="l" r="r" t="t"/>
              <a:pathLst>
                <a:path extrusionOk="0" h="152618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152618"/>
                  </a:lnTo>
                  <a:lnTo>
                    <a:pt x="182339" y="152618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7" name="Google Shape;5407;p45"/>
            <p:cNvSpPr/>
            <p:nvPr/>
          </p:nvSpPr>
          <p:spPr>
            <a:xfrm>
              <a:off x="5105970" y="2793928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8" name="Google Shape;5408;p45"/>
            <p:cNvSpPr/>
            <p:nvPr/>
          </p:nvSpPr>
          <p:spPr>
            <a:xfrm>
              <a:off x="5068901" y="2830034"/>
              <a:ext cx="109410" cy="91571"/>
            </a:xfrm>
            <a:custGeom>
              <a:rect b="b" l="l" r="r" t="t"/>
              <a:pathLst>
                <a:path extrusionOk="0" h="152618" w="182350">
                  <a:moveTo>
                    <a:pt x="91571" y="0"/>
                  </a:moveTo>
                  <a:cubicBezTo>
                    <a:pt x="40966" y="0"/>
                    <a:pt x="0" y="40966"/>
                    <a:pt x="0" y="91571"/>
                  </a:cubicBezTo>
                  <a:lnTo>
                    <a:pt x="0" y="152618"/>
                  </a:lnTo>
                  <a:lnTo>
                    <a:pt x="182339" y="152618"/>
                  </a:lnTo>
                  <a:lnTo>
                    <a:pt x="182339" y="91571"/>
                  </a:lnTo>
                  <a:cubicBezTo>
                    <a:pt x="183142" y="40966"/>
                    <a:pt x="142176" y="0"/>
                    <a:pt x="91571" y="0"/>
                  </a:cubicBezTo>
                  <a:lnTo>
                    <a:pt x="91571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9" name="Google Shape;5409;p45"/>
            <p:cNvSpPr/>
            <p:nvPr/>
          </p:nvSpPr>
          <p:spPr>
            <a:xfrm>
              <a:off x="4740582" y="3012487"/>
              <a:ext cx="329173" cy="404357"/>
            </a:xfrm>
            <a:custGeom>
              <a:rect b="b" l="l" r="r" t="t"/>
              <a:pathLst>
                <a:path extrusionOk="0" h="673929" w="548622">
                  <a:moveTo>
                    <a:pt x="548622" y="61047"/>
                  </a:moveTo>
                  <a:lnTo>
                    <a:pt x="548622" y="611276"/>
                  </a:lnTo>
                  <a:lnTo>
                    <a:pt x="487575" y="673930"/>
                  </a:lnTo>
                  <a:lnTo>
                    <a:pt x="426528" y="673930"/>
                  </a:lnTo>
                  <a:lnTo>
                    <a:pt x="365480" y="611276"/>
                  </a:lnTo>
                  <a:lnTo>
                    <a:pt x="183142" y="611276"/>
                  </a:lnTo>
                  <a:lnTo>
                    <a:pt x="122095" y="673930"/>
                  </a:lnTo>
                  <a:lnTo>
                    <a:pt x="61048" y="673930"/>
                  </a:lnTo>
                  <a:lnTo>
                    <a:pt x="0" y="611276"/>
                  </a:lnTo>
                  <a:lnTo>
                    <a:pt x="0" y="61047"/>
                  </a:lnTo>
                  <a:lnTo>
                    <a:pt x="61048" y="0"/>
                  </a:lnTo>
                  <a:lnTo>
                    <a:pt x="487575" y="0"/>
                  </a:lnTo>
                  <a:lnTo>
                    <a:pt x="548622" y="6104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0" name="Google Shape;5410;p45"/>
            <p:cNvSpPr/>
            <p:nvPr/>
          </p:nvSpPr>
          <p:spPr>
            <a:xfrm>
              <a:off x="4593753" y="2903207"/>
              <a:ext cx="184105" cy="513761"/>
            </a:xfrm>
            <a:custGeom>
              <a:rect b="b" l="l" r="r" t="t"/>
              <a:pathLst>
                <a:path extrusionOk="0" h="856268" w="306842">
                  <a:moveTo>
                    <a:pt x="0" y="0"/>
                  </a:moveTo>
                  <a:lnTo>
                    <a:pt x="0" y="182339"/>
                  </a:lnTo>
                  <a:lnTo>
                    <a:pt x="62654" y="212862"/>
                  </a:lnTo>
                  <a:lnTo>
                    <a:pt x="0" y="243386"/>
                  </a:lnTo>
                  <a:lnTo>
                    <a:pt x="0" y="547819"/>
                  </a:lnTo>
                  <a:lnTo>
                    <a:pt x="62654" y="578343"/>
                  </a:lnTo>
                  <a:lnTo>
                    <a:pt x="0" y="608866"/>
                  </a:lnTo>
                  <a:lnTo>
                    <a:pt x="0" y="856268"/>
                  </a:lnTo>
                  <a:lnTo>
                    <a:pt x="306843" y="856268"/>
                  </a:lnTo>
                  <a:lnTo>
                    <a:pt x="306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1" name="Google Shape;5411;p45"/>
            <p:cNvSpPr/>
            <p:nvPr/>
          </p:nvSpPr>
          <p:spPr>
            <a:xfrm>
              <a:off x="4904742" y="3012968"/>
              <a:ext cx="164827" cy="403876"/>
            </a:xfrm>
            <a:custGeom>
              <a:rect b="b" l="l" r="r" t="t"/>
              <a:pathLst>
                <a:path extrusionOk="0" h="673126" w="274712">
                  <a:moveTo>
                    <a:pt x="274712" y="60244"/>
                  </a:moveTo>
                  <a:lnTo>
                    <a:pt x="274712" y="610473"/>
                  </a:lnTo>
                  <a:lnTo>
                    <a:pt x="213665" y="673127"/>
                  </a:lnTo>
                  <a:lnTo>
                    <a:pt x="152618" y="673127"/>
                  </a:lnTo>
                  <a:lnTo>
                    <a:pt x="91571" y="610473"/>
                  </a:lnTo>
                  <a:lnTo>
                    <a:pt x="0" y="610473"/>
                  </a:lnTo>
                  <a:lnTo>
                    <a:pt x="0" y="0"/>
                  </a:lnTo>
                  <a:lnTo>
                    <a:pt x="213665" y="0"/>
                  </a:lnTo>
                  <a:lnTo>
                    <a:pt x="274712" y="6024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2" name="Google Shape;5412;p45"/>
            <p:cNvSpPr/>
            <p:nvPr/>
          </p:nvSpPr>
          <p:spPr>
            <a:xfrm>
              <a:off x="5032796" y="2903207"/>
              <a:ext cx="184105" cy="513761"/>
            </a:xfrm>
            <a:custGeom>
              <a:rect b="b" l="l" r="r" t="t"/>
              <a:pathLst>
                <a:path extrusionOk="0" h="856268" w="306842">
                  <a:moveTo>
                    <a:pt x="0" y="0"/>
                  </a:moveTo>
                  <a:lnTo>
                    <a:pt x="0" y="856268"/>
                  </a:lnTo>
                  <a:lnTo>
                    <a:pt x="306843" y="856268"/>
                  </a:lnTo>
                  <a:lnTo>
                    <a:pt x="306843" y="608866"/>
                  </a:lnTo>
                  <a:lnTo>
                    <a:pt x="244189" y="578343"/>
                  </a:lnTo>
                  <a:lnTo>
                    <a:pt x="306843" y="547819"/>
                  </a:lnTo>
                  <a:lnTo>
                    <a:pt x="306843" y="243386"/>
                  </a:lnTo>
                  <a:lnTo>
                    <a:pt x="244189" y="212862"/>
                  </a:lnTo>
                  <a:lnTo>
                    <a:pt x="306843" y="182339"/>
                  </a:lnTo>
                  <a:lnTo>
                    <a:pt x="306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3" name="Google Shape;5413;p45"/>
            <p:cNvSpPr/>
            <p:nvPr/>
          </p:nvSpPr>
          <p:spPr>
            <a:xfrm>
              <a:off x="4643819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4" name="Google Shape;5414;p45"/>
            <p:cNvSpPr/>
            <p:nvPr/>
          </p:nvSpPr>
          <p:spPr>
            <a:xfrm>
              <a:off x="4643819" y="308566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5" name="Google Shape;5415;p45"/>
            <p:cNvSpPr/>
            <p:nvPr/>
          </p:nvSpPr>
          <p:spPr>
            <a:xfrm>
              <a:off x="4643819" y="31588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45"/>
            <p:cNvSpPr/>
            <p:nvPr/>
          </p:nvSpPr>
          <p:spPr>
            <a:xfrm>
              <a:off x="5105970" y="2976381"/>
              <a:ext cx="36628" cy="54942"/>
            </a:xfrm>
            <a:custGeom>
              <a:rect b="b" l="l" r="r" t="t"/>
              <a:pathLst>
                <a:path extrusionOk="0" h="91570" w="61047">
                  <a:moveTo>
                    <a:pt x="0" y="0"/>
                  </a:moveTo>
                  <a:lnTo>
                    <a:pt x="61047" y="0"/>
                  </a:lnTo>
                  <a:lnTo>
                    <a:pt x="61047" y="91571"/>
                  </a:lnTo>
                  <a:lnTo>
                    <a:pt x="0" y="91571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7" name="Google Shape;5417;p45"/>
            <p:cNvSpPr/>
            <p:nvPr/>
          </p:nvSpPr>
          <p:spPr>
            <a:xfrm>
              <a:off x="5105970" y="3085660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8" name="Google Shape;5418;p45"/>
            <p:cNvSpPr/>
            <p:nvPr/>
          </p:nvSpPr>
          <p:spPr>
            <a:xfrm>
              <a:off x="5105970" y="3158834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9" name="Google Shape;5419;p45"/>
            <p:cNvSpPr/>
            <p:nvPr/>
          </p:nvSpPr>
          <p:spPr>
            <a:xfrm>
              <a:off x="4593753" y="301248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0" name="Google Shape;5420;p45"/>
            <p:cNvSpPr/>
            <p:nvPr/>
          </p:nvSpPr>
          <p:spPr>
            <a:xfrm>
              <a:off x="4905223" y="301248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1" name="Google Shape;5421;p45"/>
            <p:cNvSpPr/>
            <p:nvPr/>
          </p:nvSpPr>
          <p:spPr>
            <a:xfrm>
              <a:off x="4849861" y="3085660"/>
              <a:ext cx="109885" cy="109885"/>
            </a:xfrm>
            <a:custGeom>
              <a:rect b="b" l="l" r="r" t="t"/>
              <a:pathLst>
                <a:path extrusionOk="0" h="183141" w="183141">
                  <a:moveTo>
                    <a:pt x="183142" y="91571"/>
                  </a:moveTo>
                  <a:cubicBezTo>
                    <a:pt x="183142" y="142176"/>
                    <a:pt x="142176" y="183142"/>
                    <a:pt x="91571" y="183142"/>
                  </a:cubicBezTo>
                  <a:cubicBezTo>
                    <a:pt x="40966" y="183142"/>
                    <a:pt x="0" y="142176"/>
                    <a:pt x="0" y="91571"/>
                  </a:cubicBezTo>
                  <a:cubicBezTo>
                    <a:pt x="0" y="40966"/>
                    <a:pt x="40966" y="0"/>
                    <a:pt x="91571" y="0"/>
                  </a:cubicBezTo>
                  <a:cubicBezTo>
                    <a:pt x="142979" y="0"/>
                    <a:pt x="183142" y="40966"/>
                    <a:pt x="183142" y="91571"/>
                  </a:cubicBezTo>
                  <a:lnTo>
                    <a:pt x="183142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2" name="Google Shape;5422;p45"/>
            <p:cNvSpPr/>
            <p:nvPr/>
          </p:nvSpPr>
          <p:spPr>
            <a:xfrm>
              <a:off x="4905223" y="3085660"/>
              <a:ext cx="54943" cy="109403"/>
            </a:xfrm>
            <a:custGeom>
              <a:rect b="b" l="l" r="r" t="t"/>
              <a:pathLst>
                <a:path extrusionOk="0" h="182338" w="91571">
                  <a:moveTo>
                    <a:pt x="0" y="182339"/>
                  </a:move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cubicBezTo>
                    <a:pt x="90768" y="142176"/>
                    <a:pt x="50605" y="182339"/>
                    <a:pt x="0" y="182339"/>
                  </a:cubicBezTo>
                  <a:lnTo>
                    <a:pt x="0" y="18233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3" name="Google Shape;5423;p45"/>
            <p:cNvSpPr/>
            <p:nvPr/>
          </p:nvSpPr>
          <p:spPr>
            <a:xfrm>
              <a:off x="4813275" y="3231527"/>
              <a:ext cx="183142" cy="185069"/>
            </a:xfrm>
            <a:custGeom>
              <a:rect b="b" l="l" r="r" t="t"/>
              <a:pathLst>
                <a:path extrusionOk="0" h="308449" w="305236">
                  <a:moveTo>
                    <a:pt x="305236" y="229730"/>
                  </a:moveTo>
                  <a:lnTo>
                    <a:pt x="305236" y="308449"/>
                  </a:lnTo>
                  <a:lnTo>
                    <a:pt x="183142" y="308449"/>
                  </a:lnTo>
                  <a:lnTo>
                    <a:pt x="152618" y="245795"/>
                  </a:lnTo>
                  <a:lnTo>
                    <a:pt x="122094" y="308449"/>
                  </a:lnTo>
                  <a:lnTo>
                    <a:pt x="0" y="308449"/>
                  </a:lnTo>
                  <a:lnTo>
                    <a:pt x="0" y="229730"/>
                  </a:lnTo>
                  <a:cubicBezTo>
                    <a:pt x="0" y="57834"/>
                    <a:pt x="146192" y="5623"/>
                    <a:pt x="151815" y="0"/>
                  </a:cubicBezTo>
                  <a:cubicBezTo>
                    <a:pt x="159044" y="5623"/>
                    <a:pt x="305236" y="57834"/>
                    <a:pt x="305236" y="229730"/>
                  </a:cubicBezTo>
                  <a:lnTo>
                    <a:pt x="305236" y="229730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4" name="Google Shape;5424;p45"/>
            <p:cNvSpPr/>
            <p:nvPr/>
          </p:nvSpPr>
          <p:spPr>
            <a:xfrm>
              <a:off x="4904742" y="3231527"/>
              <a:ext cx="91571" cy="185069"/>
            </a:xfrm>
            <a:custGeom>
              <a:rect b="b" l="l" r="r" t="t"/>
              <a:pathLst>
                <a:path extrusionOk="0" h="308449" w="152618">
                  <a:moveTo>
                    <a:pt x="152618" y="229730"/>
                  </a:moveTo>
                  <a:lnTo>
                    <a:pt x="152618" y="308449"/>
                  </a:lnTo>
                  <a:lnTo>
                    <a:pt x="30524" y="308449"/>
                  </a:lnTo>
                  <a:lnTo>
                    <a:pt x="0" y="245795"/>
                  </a:lnTo>
                  <a:lnTo>
                    <a:pt x="0" y="0"/>
                  </a:lnTo>
                  <a:cubicBezTo>
                    <a:pt x="6426" y="5623"/>
                    <a:pt x="152618" y="57834"/>
                    <a:pt x="152618" y="229730"/>
                  </a:cubicBezTo>
                  <a:lnTo>
                    <a:pt x="152618" y="22973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5" name="Google Shape;5425;p45"/>
            <p:cNvSpPr/>
            <p:nvPr/>
          </p:nvSpPr>
          <p:spPr>
            <a:xfrm>
              <a:off x="4886929" y="3341288"/>
              <a:ext cx="36628" cy="75666"/>
            </a:xfrm>
            <a:custGeom>
              <a:rect b="b" l="l" r="r" t="t"/>
              <a:pathLst>
                <a:path extrusionOk="0" h="126110" w="61047">
                  <a:moveTo>
                    <a:pt x="0" y="0"/>
                  </a:moveTo>
                  <a:lnTo>
                    <a:pt x="61047" y="0"/>
                  </a:lnTo>
                  <a:lnTo>
                    <a:pt x="61047" y="126111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6" name="Google Shape;5426;p45"/>
            <p:cNvSpPr/>
            <p:nvPr/>
          </p:nvSpPr>
          <p:spPr>
            <a:xfrm>
              <a:off x="4905223" y="3341288"/>
              <a:ext cx="18314" cy="75666"/>
            </a:xfrm>
            <a:custGeom>
              <a:rect b="b" l="l" r="r" t="t"/>
              <a:pathLst>
                <a:path extrusionOk="0" h="126110" w="30523">
                  <a:moveTo>
                    <a:pt x="0" y="0"/>
                  </a:moveTo>
                  <a:lnTo>
                    <a:pt x="30524" y="0"/>
                  </a:lnTo>
                  <a:lnTo>
                    <a:pt x="30524" y="126111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7" name="Google Shape;5427;p45"/>
            <p:cNvSpPr/>
            <p:nvPr/>
          </p:nvSpPr>
          <p:spPr>
            <a:xfrm>
              <a:off x="4593753" y="3231527"/>
              <a:ext cx="623646" cy="36628"/>
            </a:xfrm>
            <a:custGeom>
              <a:rect b="b" l="l" r="r" t="t"/>
              <a:pathLst>
                <a:path extrusionOk="0" h="61047" w="1039410">
                  <a:moveTo>
                    <a:pt x="0" y="0"/>
                  </a:moveTo>
                  <a:lnTo>
                    <a:pt x="1039410" y="0"/>
                  </a:lnTo>
                  <a:lnTo>
                    <a:pt x="1039410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8" name="Google Shape;5428;p45"/>
            <p:cNvSpPr/>
            <p:nvPr/>
          </p:nvSpPr>
          <p:spPr>
            <a:xfrm>
              <a:off x="4905223" y="3231527"/>
              <a:ext cx="311823" cy="36628"/>
            </a:xfrm>
            <a:custGeom>
              <a:rect b="b" l="l" r="r" t="t"/>
              <a:pathLst>
                <a:path extrusionOk="0" h="61047" w="519705">
                  <a:moveTo>
                    <a:pt x="0" y="0"/>
                  </a:moveTo>
                  <a:lnTo>
                    <a:pt x="519705" y="0"/>
                  </a:lnTo>
                  <a:lnTo>
                    <a:pt x="519705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9" name="Google Shape;5429;p45"/>
          <p:cNvGrpSpPr/>
          <p:nvPr/>
        </p:nvGrpSpPr>
        <p:grpSpPr>
          <a:xfrm>
            <a:off x="3785556" y="2887389"/>
            <a:ext cx="589102" cy="588569"/>
            <a:chOff x="3740218" y="2895505"/>
            <a:chExt cx="623190" cy="622627"/>
          </a:xfrm>
        </p:grpSpPr>
        <p:sp>
          <p:nvSpPr>
            <p:cNvPr id="5430" name="Google Shape;5430;p45"/>
            <p:cNvSpPr/>
            <p:nvPr/>
          </p:nvSpPr>
          <p:spPr>
            <a:xfrm>
              <a:off x="3886566" y="3124655"/>
              <a:ext cx="330619" cy="226999"/>
            </a:xfrm>
            <a:custGeom>
              <a:rect b="b" l="l" r="r" t="t"/>
              <a:pathLst>
                <a:path extrusionOk="0" h="378332" w="551031">
                  <a:moveTo>
                    <a:pt x="551032" y="131734"/>
                  </a:moveTo>
                  <a:lnTo>
                    <a:pt x="488378" y="378332"/>
                  </a:lnTo>
                  <a:lnTo>
                    <a:pt x="62654" y="378332"/>
                  </a:lnTo>
                  <a:lnTo>
                    <a:pt x="0" y="131734"/>
                  </a:lnTo>
                  <a:lnTo>
                    <a:pt x="65866" y="0"/>
                  </a:lnTo>
                  <a:lnTo>
                    <a:pt x="485165" y="0"/>
                  </a:lnTo>
                  <a:lnTo>
                    <a:pt x="551032" y="13173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1" name="Google Shape;5431;p45"/>
            <p:cNvSpPr/>
            <p:nvPr/>
          </p:nvSpPr>
          <p:spPr>
            <a:xfrm>
              <a:off x="4051689" y="3124655"/>
              <a:ext cx="165309" cy="226999"/>
            </a:xfrm>
            <a:custGeom>
              <a:rect b="b" l="l" r="r" t="t"/>
              <a:pathLst>
                <a:path extrusionOk="0" h="378332" w="275515">
                  <a:moveTo>
                    <a:pt x="275516" y="131734"/>
                  </a:moveTo>
                  <a:lnTo>
                    <a:pt x="212862" y="378332"/>
                  </a:lnTo>
                  <a:lnTo>
                    <a:pt x="0" y="378332"/>
                  </a:lnTo>
                  <a:lnTo>
                    <a:pt x="0" y="0"/>
                  </a:lnTo>
                  <a:lnTo>
                    <a:pt x="209649" y="0"/>
                  </a:lnTo>
                  <a:lnTo>
                    <a:pt x="275516" y="131734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2" name="Google Shape;5432;p45"/>
            <p:cNvSpPr/>
            <p:nvPr/>
          </p:nvSpPr>
          <p:spPr>
            <a:xfrm>
              <a:off x="3740218" y="2895505"/>
              <a:ext cx="220734" cy="182660"/>
            </a:xfrm>
            <a:custGeom>
              <a:rect b="b" l="l" r="r" t="t"/>
              <a:pathLst>
                <a:path extrusionOk="0" h="304433" w="367890">
                  <a:moveTo>
                    <a:pt x="306843" y="122095"/>
                  </a:moveTo>
                  <a:lnTo>
                    <a:pt x="367890" y="304433"/>
                  </a:lnTo>
                  <a:lnTo>
                    <a:pt x="159848" y="243386"/>
                  </a:lnTo>
                  <a:cubicBezTo>
                    <a:pt x="130930" y="215272"/>
                    <a:pt x="110046" y="179126"/>
                    <a:pt x="101210" y="138160"/>
                  </a:cubicBezTo>
                  <a:cubicBezTo>
                    <a:pt x="94784" y="104423"/>
                    <a:pt x="76309" y="77112"/>
                    <a:pt x="52211" y="51408"/>
                  </a:cubicBezTo>
                  <a:lnTo>
                    <a:pt x="0" y="0"/>
                  </a:lnTo>
                  <a:lnTo>
                    <a:pt x="136553" y="0"/>
                  </a:lnTo>
                  <a:cubicBezTo>
                    <a:pt x="202420" y="0"/>
                    <a:pt x="260254" y="41769"/>
                    <a:pt x="280336" y="103620"/>
                  </a:cubicBezTo>
                  <a:cubicBezTo>
                    <a:pt x="284352" y="114062"/>
                    <a:pt x="294794" y="121291"/>
                    <a:pt x="306843" y="122095"/>
                  </a:cubicBezTo>
                  <a:lnTo>
                    <a:pt x="306843" y="122095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3" name="Google Shape;5433;p45"/>
            <p:cNvSpPr/>
            <p:nvPr/>
          </p:nvSpPr>
          <p:spPr>
            <a:xfrm>
              <a:off x="4142674" y="2895505"/>
              <a:ext cx="220734" cy="182177"/>
            </a:xfrm>
            <a:custGeom>
              <a:rect b="b" l="l" r="r" t="t"/>
              <a:pathLst>
                <a:path extrusionOk="0" h="303629" w="367890">
                  <a:moveTo>
                    <a:pt x="207240" y="243386"/>
                  </a:moveTo>
                  <a:cubicBezTo>
                    <a:pt x="236157" y="215272"/>
                    <a:pt x="257845" y="179126"/>
                    <a:pt x="266680" y="138160"/>
                  </a:cubicBezTo>
                  <a:cubicBezTo>
                    <a:pt x="273910" y="105226"/>
                    <a:pt x="289171" y="77112"/>
                    <a:pt x="314072" y="52211"/>
                  </a:cubicBezTo>
                  <a:lnTo>
                    <a:pt x="367891" y="0"/>
                  </a:lnTo>
                  <a:lnTo>
                    <a:pt x="231337" y="0"/>
                  </a:lnTo>
                  <a:cubicBezTo>
                    <a:pt x="165471" y="0"/>
                    <a:pt x="107636" y="41769"/>
                    <a:pt x="86752" y="103620"/>
                  </a:cubicBezTo>
                  <a:cubicBezTo>
                    <a:pt x="83539" y="113259"/>
                    <a:pt x="73096" y="120488"/>
                    <a:pt x="61048" y="121291"/>
                  </a:cubicBezTo>
                  <a:lnTo>
                    <a:pt x="0" y="303630"/>
                  </a:lnTo>
                  <a:lnTo>
                    <a:pt x="207240" y="243386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4" name="Google Shape;5434;p45"/>
            <p:cNvSpPr/>
            <p:nvPr/>
          </p:nvSpPr>
          <p:spPr>
            <a:xfrm>
              <a:off x="3777767" y="2969160"/>
              <a:ext cx="547979" cy="346041"/>
            </a:xfrm>
            <a:custGeom>
              <a:rect b="b" l="l" r="r" t="t"/>
              <a:pathLst>
                <a:path extrusionOk="0" h="576735" w="913299">
                  <a:moveTo>
                    <a:pt x="913299" y="120488"/>
                  </a:moveTo>
                  <a:lnTo>
                    <a:pt x="913299" y="151012"/>
                  </a:lnTo>
                  <a:cubicBezTo>
                    <a:pt x="913299" y="204830"/>
                    <a:pt x="889202" y="254631"/>
                    <a:pt x="846629" y="287565"/>
                  </a:cubicBezTo>
                  <a:cubicBezTo>
                    <a:pt x="804057" y="320498"/>
                    <a:pt x="750239" y="331744"/>
                    <a:pt x="698028" y="318892"/>
                  </a:cubicBezTo>
                  <a:lnTo>
                    <a:pt x="648226" y="306039"/>
                  </a:lnTo>
                  <a:lnTo>
                    <a:pt x="547819" y="407249"/>
                  </a:lnTo>
                  <a:lnTo>
                    <a:pt x="547819" y="576736"/>
                  </a:lnTo>
                  <a:lnTo>
                    <a:pt x="365480" y="576736"/>
                  </a:lnTo>
                  <a:lnTo>
                    <a:pt x="365480" y="407249"/>
                  </a:lnTo>
                  <a:lnTo>
                    <a:pt x="261861" y="303630"/>
                  </a:lnTo>
                  <a:lnTo>
                    <a:pt x="215272" y="319695"/>
                  </a:lnTo>
                  <a:cubicBezTo>
                    <a:pt x="163864" y="332547"/>
                    <a:pt x="109243" y="321301"/>
                    <a:pt x="66670" y="288368"/>
                  </a:cubicBezTo>
                  <a:cubicBezTo>
                    <a:pt x="24901" y="255435"/>
                    <a:pt x="0" y="205633"/>
                    <a:pt x="0" y="151815"/>
                  </a:cubicBezTo>
                  <a:lnTo>
                    <a:pt x="0" y="121291"/>
                  </a:lnTo>
                  <a:lnTo>
                    <a:pt x="243386" y="121291"/>
                  </a:lnTo>
                  <a:lnTo>
                    <a:pt x="243386" y="0"/>
                  </a:lnTo>
                  <a:lnTo>
                    <a:pt x="310056" y="0"/>
                  </a:lnTo>
                  <a:cubicBezTo>
                    <a:pt x="363071" y="0"/>
                    <a:pt x="415282" y="18475"/>
                    <a:pt x="456248" y="50605"/>
                  </a:cubicBezTo>
                  <a:cubicBezTo>
                    <a:pt x="497214" y="18475"/>
                    <a:pt x="550229" y="0"/>
                    <a:pt x="602440" y="0"/>
                  </a:cubicBezTo>
                  <a:lnTo>
                    <a:pt x="669110" y="0"/>
                  </a:lnTo>
                  <a:lnTo>
                    <a:pt x="669110" y="121291"/>
                  </a:lnTo>
                  <a:lnTo>
                    <a:pt x="913299" y="120488"/>
                  </a:lnTo>
                  <a:lnTo>
                    <a:pt x="913299" y="120488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5" name="Google Shape;5435;p45"/>
            <p:cNvSpPr/>
            <p:nvPr/>
          </p:nvSpPr>
          <p:spPr>
            <a:xfrm>
              <a:off x="4051207" y="2968198"/>
              <a:ext cx="274231" cy="347005"/>
            </a:xfrm>
            <a:custGeom>
              <a:rect b="b" l="l" r="r" t="t"/>
              <a:pathLst>
                <a:path extrusionOk="0" h="578342" w="457051">
                  <a:moveTo>
                    <a:pt x="457051" y="122095"/>
                  </a:moveTo>
                  <a:lnTo>
                    <a:pt x="457051" y="152618"/>
                  </a:lnTo>
                  <a:cubicBezTo>
                    <a:pt x="457051" y="206436"/>
                    <a:pt x="432954" y="256238"/>
                    <a:pt x="390382" y="289171"/>
                  </a:cubicBezTo>
                  <a:cubicBezTo>
                    <a:pt x="347809" y="322105"/>
                    <a:pt x="293991" y="333350"/>
                    <a:pt x="241780" y="320498"/>
                  </a:cubicBezTo>
                  <a:lnTo>
                    <a:pt x="191978" y="307646"/>
                  </a:lnTo>
                  <a:lnTo>
                    <a:pt x="91571" y="408856"/>
                  </a:lnTo>
                  <a:lnTo>
                    <a:pt x="91571" y="578343"/>
                  </a:lnTo>
                  <a:lnTo>
                    <a:pt x="0" y="578343"/>
                  </a:lnTo>
                  <a:lnTo>
                    <a:pt x="0" y="50605"/>
                  </a:lnTo>
                  <a:cubicBezTo>
                    <a:pt x="40966" y="18475"/>
                    <a:pt x="93981" y="0"/>
                    <a:pt x="146192" y="0"/>
                  </a:cubicBezTo>
                  <a:lnTo>
                    <a:pt x="212862" y="0"/>
                  </a:lnTo>
                  <a:lnTo>
                    <a:pt x="212862" y="121291"/>
                  </a:lnTo>
                  <a:lnTo>
                    <a:pt x="457051" y="122095"/>
                  </a:lnTo>
                  <a:lnTo>
                    <a:pt x="457051" y="12209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6" name="Google Shape;5436;p45"/>
            <p:cNvSpPr/>
            <p:nvPr/>
          </p:nvSpPr>
          <p:spPr>
            <a:xfrm>
              <a:off x="3923634" y="3296998"/>
              <a:ext cx="255451" cy="147959"/>
            </a:xfrm>
            <a:custGeom>
              <a:rect b="b" l="l" r="r" t="t"/>
              <a:pathLst>
                <a:path extrusionOk="0" h="246598" w="425751">
                  <a:moveTo>
                    <a:pt x="383956" y="14459"/>
                  </a:moveTo>
                  <a:cubicBezTo>
                    <a:pt x="370300" y="4820"/>
                    <a:pt x="353432" y="0"/>
                    <a:pt x="334957" y="0"/>
                  </a:cubicBezTo>
                  <a:lnTo>
                    <a:pt x="273910" y="0"/>
                  </a:lnTo>
                  <a:cubicBezTo>
                    <a:pt x="250615" y="0"/>
                    <a:pt x="229731" y="8836"/>
                    <a:pt x="212862" y="23295"/>
                  </a:cubicBezTo>
                  <a:cubicBezTo>
                    <a:pt x="196797" y="9639"/>
                    <a:pt x="175110" y="0"/>
                    <a:pt x="151815" y="0"/>
                  </a:cubicBezTo>
                  <a:lnTo>
                    <a:pt x="90768" y="0"/>
                  </a:lnTo>
                  <a:cubicBezTo>
                    <a:pt x="72293" y="0"/>
                    <a:pt x="55425" y="5623"/>
                    <a:pt x="41769" y="14459"/>
                  </a:cubicBezTo>
                  <a:cubicBezTo>
                    <a:pt x="16065" y="30524"/>
                    <a:pt x="0" y="58638"/>
                    <a:pt x="0" y="90768"/>
                  </a:cubicBezTo>
                  <a:lnTo>
                    <a:pt x="0" y="246599"/>
                  </a:lnTo>
                  <a:lnTo>
                    <a:pt x="425724" y="246599"/>
                  </a:lnTo>
                  <a:lnTo>
                    <a:pt x="425724" y="90768"/>
                  </a:lnTo>
                  <a:cubicBezTo>
                    <a:pt x="426528" y="58638"/>
                    <a:pt x="409659" y="29720"/>
                    <a:pt x="383956" y="14459"/>
                  </a:cubicBezTo>
                  <a:lnTo>
                    <a:pt x="383956" y="14459"/>
                  </a:lnTo>
                  <a:close/>
                </a:path>
              </a:pathLst>
            </a:custGeom>
            <a:solidFill>
              <a:srgbClr val="F754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7" name="Google Shape;5437;p45"/>
            <p:cNvSpPr/>
            <p:nvPr/>
          </p:nvSpPr>
          <p:spPr>
            <a:xfrm>
              <a:off x="4051689" y="3296517"/>
              <a:ext cx="127717" cy="148441"/>
            </a:xfrm>
            <a:custGeom>
              <a:rect b="b" l="l" r="r" t="t"/>
              <a:pathLst>
                <a:path extrusionOk="0" h="247401" w="212862">
                  <a:moveTo>
                    <a:pt x="212862" y="91571"/>
                  </a:moveTo>
                  <a:lnTo>
                    <a:pt x="212862" y="247402"/>
                  </a:lnTo>
                  <a:lnTo>
                    <a:pt x="0" y="247402"/>
                  </a:lnTo>
                  <a:lnTo>
                    <a:pt x="0" y="23294"/>
                  </a:lnTo>
                  <a:cubicBezTo>
                    <a:pt x="16065" y="9639"/>
                    <a:pt x="37753" y="0"/>
                    <a:pt x="61047" y="0"/>
                  </a:cubicBezTo>
                  <a:lnTo>
                    <a:pt x="122095" y="0"/>
                  </a:lnTo>
                  <a:cubicBezTo>
                    <a:pt x="140569" y="0"/>
                    <a:pt x="156634" y="4819"/>
                    <a:pt x="171093" y="14458"/>
                  </a:cubicBezTo>
                  <a:cubicBezTo>
                    <a:pt x="195994" y="30524"/>
                    <a:pt x="212862" y="59441"/>
                    <a:pt x="212862" y="91571"/>
                  </a:cubicBezTo>
                  <a:lnTo>
                    <a:pt x="212862" y="91571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8" name="Google Shape;5438;p45"/>
            <p:cNvSpPr/>
            <p:nvPr/>
          </p:nvSpPr>
          <p:spPr>
            <a:xfrm>
              <a:off x="3996808" y="3369690"/>
              <a:ext cx="109885" cy="148441"/>
            </a:xfrm>
            <a:custGeom>
              <a:rect b="b" l="l" r="r" t="t"/>
              <a:pathLst>
                <a:path extrusionOk="0" h="247402" w="183141">
                  <a:moveTo>
                    <a:pt x="183142" y="0"/>
                  </a:moveTo>
                  <a:lnTo>
                    <a:pt x="183142" y="155831"/>
                  </a:lnTo>
                  <a:cubicBezTo>
                    <a:pt x="183142" y="206436"/>
                    <a:pt x="142176" y="247402"/>
                    <a:pt x="91571" y="247402"/>
                  </a:cubicBezTo>
                  <a:cubicBezTo>
                    <a:pt x="40966" y="247402"/>
                    <a:pt x="0" y="206436"/>
                    <a:pt x="0" y="155831"/>
                  </a:cubicBezTo>
                  <a:lnTo>
                    <a:pt x="0" y="0"/>
                  </a:lnTo>
                  <a:lnTo>
                    <a:pt x="61048" y="0"/>
                  </a:lnTo>
                  <a:lnTo>
                    <a:pt x="61048" y="155831"/>
                  </a:lnTo>
                  <a:cubicBezTo>
                    <a:pt x="61048" y="172700"/>
                    <a:pt x="74702" y="186355"/>
                    <a:pt x="91571" y="186355"/>
                  </a:cubicBezTo>
                  <a:cubicBezTo>
                    <a:pt x="108439" y="186355"/>
                    <a:pt x="122095" y="172700"/>
                    <a:pt x="122095" y="155831"/>
                  </a:cubicBezTo>
                  <a:lnTo>
                    <a:pt x="122095" y="0"/>
                  </a:lnTo>
                  <a:lnTo>
                    <a:pt x="183142" y="0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9" name="Google Shape;5439;p45"/>
            <p:cNvSpPr/>
            <p:nvPr/>
          </p:nvSpPr>
          <p:spPr>
            <a:xfrm>
              <a:off x="4051689" y="3369690"/>
              <a:ext cx="54942" cy="148441"/>
            </a:xfrm>
            <a:custGeom>
              <a:rect b="b" l="l" r="r" t="t"/>
              <a:pathLst>
                <a:path extrusionOk="0" h="247402" w="91570">
                  <a:moveTo>
                    <a:pt x="30524" y="0"/>
                  </a:moveTo>
                  <a:lnTo>
                    <a:pt x="91571" y="0"/>
                  </a:lnTo>
                  <a:lnTo>
                    <a:pt x="91571" y="155831"/>
                  </a:lnTo>
                  <a:cubicBezTo>
                    <a:pt x="91571" y="206436"/>
                    <a:pt x="50605" y="247402"/>
                    <a:pt x="0" y="247402"/>
                  </a:cubicBezTo>
                  <a:lnTo>
                    <a:pt x="0" y="186355"/>
                  </a:lnTo>
                  <a:cubicBezTo>
                    <a:pt x="16868" y="186355"/>
                    <a:pt x="30524" y="172700"/>
                    <a:pt x="30524" y="155831"/>
                  </a:cubicBezTo>
                  <a:lnTo>
                    <a:pt x="30524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0" name="Google Shape;5440;p45"/>
          <p:cNvGrpSpPr/>
          <p:nvPr/>
        </p:nvGrpSpPr>
        <p:grpSpPr>
          <a:xfrm>
            <a:off x="6301206" y="3048493"/>
            <a:ext cx="590442" cy="427471"/>
            <a:chOff x="6401436" y="2928241"/>
            <a:chExt cx="624608" cy="452207"/>
          </a:xfrm>
        </p:grpSpPr>
        <p:sp>
          <p:nvSpPr>
            <p:cNvPr id="5441" name="Google Shape;5441;p45"/>
            <p:cNvSpPr/>
            <p:nvPr/>
          </p:nvSpPr>
          <p:spPr>
            <a:xfrm>
              <a:off x="6767306" y="2928241"/>
              <a:ext cx="184105" cy="146995"/>
            </a:xfrm>
            <a:custGeom>
              <a:rect b="b" l="l" r="r" t="t"/>
              <a:pathLst>
                <a:path extrusionOk="0" h="244992" w="306842">
                  <a:moveTo>
                    <a:pt x="290777" y="78719"/>
                  </a:moveTo>
                  <a:cubicBezTo>
                    <a:pt x="197600" y="30524"/>
                    <a:pt x="125307" y="4819"/>
                    <a:pt x="114865" y="0"/>
                  </a:cubicBezTo>
                  <a:lnTo>
                    <a:pt x="0" y="106029"/>
                  </a:lnTo>
                  <a:lnTo>
                    <a:pt x="40966" y="151012"/>
                  </a:lnTo>
                  <a:lnTo>
                    <a:pt x="245795" y="244992"/>
                  </a:lnTo>
                  <a:lnTo>
                    <a:pt x="306842" y="244992"/>
                  </a:lnTo>
                  <a:lnTo>
                    <a:pt x="306842" y="87555"/>
                  </a:lnTo>
                  <a:lnTo>
                    <a:pt x="290777" y="7871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2" name="Google Shape;5442;p45"/>
            <p:cNvSpPr/>
            <p:nvPr/>
          </p:nvSpPr>
          <p:spPr>
            <a:xfrm>
              <a:off x="6552598" y="2949904"/>
              <a:ext cx="435685" cy="236156"/>
            </a:xfrm>
            <a:custGeom>
              <a:rect b="b" l="l" r="r" t="t"/>
              <a:pathLst>
                <a:path extrusionOk="0" h="393594" w="726141">
                  <a:moveTo>
                    <a:pt x="726141" y="228927"/>
                  </a:moveTo>
                  <a:lnTo>
                    <a:pt x="726141" y="393594"/>
                  </a:lnTo>
                  <a:lnTo>
                    <a:pt x="665094" y="393594"/>
                  </a:lnTo>
                  <a:lnTo>
                    <a:pt x="269090" y="246599"/>
                  </a:lnTo>
                  <a:lnTo>
                    <a:pt x="42573" y="163060"/>
                  </a:lnTo>
                  <a:lnTo>
                    <a:pt x="0" y="120488"/>
                  </a:lnTo>
                  <a:lnTo>
                    <a:pt x="120488" y="0"/>
                  </a:lnTo>
                  <a:lnTo>
                    <a:pt x="135750" y="1606"/>
                  </a:lnTo>
                  <a:cubicBezTo>
                    <a:pt x="180732" y="8033"/>
                    <a:pt x="224911" y="17671"/>
                    <a:pt x="269090" y="28917"/>
                  </a:cubicBezTo>
                  <a:cubicBezTo>
                    <a:pt x="426528" y="68277"/>
                    <a:pt x="576736" y="133340"/>
                    <a:pt x="711683" y="220895"/>
                  </a:cubicBezTo>
                  <a:lnTo>
                    <a:pt x="726141" y="228927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3" name="Google Shape;5443;p45"/>
            <p:cNvSpPr/>
            <p:nvPr/>
          </p:nvSpPr>
          <p:spPr>
            <a:xfrm>
              <a:off x="6713869" y="2967234"/>
              <a:ext cx="274231" cy="218806"/>
            </a:xfrm>
            <a:custGeom>
              <a:rect b="b" l="l" r="r" t="t"/>
              <a:pathLst>
                <a:path extrusionOk="0" h="364677" w="457051">
                  <a:moveTo>
                    <a:pt x="457051" y="200010"/>
                  </a:moveTo>
                  <a:lnTo>
                    <a:pt x="457051" y="364677"/>
                  </a:lnTo>
                  <a:lnTo>
                    <a:pt x="396004" y="364677"/>
                  </a:lnTo>
                  <a:lnTo>
                    <a:pt x="0" y="217682"/>
                  </a:lnTo>
                  <a:lnTo>
                    <a:pt x="0" y="0"/>
                  </a:lnTo>
                  <a:cubicBezTo>
                    <a:pt x="157438" y="39360"/>
                    <a:pt x="307647" y="104423"/>
                    <a:pt x="442594" y="191978"/>
                  </a:cubicBezTo>
                  <a:lnTo>
                    <a:pt x="457051" y="200010"/>
                  </a:lnTo>
                  <a:close/>
                </a:path>
              </a:pathLst>
            </a:custGeom>
            <a:solidFill>
              <a:srgbClr val="EFA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4" name="Google Shape;5444;p45"/>
            <p:cNvSpPr/>
            <p:nvPr/>
          </p:nvSpPr>
          <p:spPr>
            <a:xfrm>
              <a:off x="6403844" y="3013449"/>
              <a:ext cx="622200" cy="292544"/>
            </a:xfrm>
            <a:custGeom>
              <a:rect b="b" l="l" r="r" t="t"/>
              <a:pathLst>
                <a:path extrusionOk="0" h="487574" w="1037000">
                  <a:moveTo>
                    <a:pt x="1037000" y="321301"/>
                  </a:moveTo>
                  <a:lnTo>
                    <a:pt x="1037000" y="487575"/>
                  </a:lnTo>
                  <a:lnTo>
                    <a:pt x="517295" y="475526"/>
                  </a:lnTo>
                  <a:lnTo>
                    <a:pt x="195993" y="467494"/>
                  </a:lnTo>
                  <a:lnTo>
                    <a:pt x="120488" y="399217"/>
                  </a:lnTo>
                  <a:cubicBezTo>
                    <a:pt x="115668" y="355038"/>
                    <a:pt x="100407" y="312466"/>
                    <a:pt x="76309" y="276319"/>
                  </a:cubicBezTo>
                  <a:lnTo>
                    <a:pt x="20884" y="192781"/>
                  </a:lnTo>
                  <a:cubicBezTo>
                    <a:pt x="7228" y="172700"/>
                    <a:pt x="0" y="148602"/>
                    <a:pt x="0" y="124504"/>
                  </a:cubicBezTo>
                  <a:cubicBezTo>
                    <a:pt x="0" y="55424"/>
                    <a:pt x="55424" y="0"/>
                    <a:pt x="124504" y="0"/>
                  </a:cubicBezTo>
                  <a:lnTo>
                    <a:pt x="163863" y="0"/>
                  </a:lnTo>
                  <a:cubicBezTo>
                    <a:pt x="283548" y="0"/>
                    <a:pt x="403233" y="16065"/>
                    <a:pt x="517295" y="48195"/>
                  </a:cubicBezTo>
                  <a:cubicBezTo>
                    <a:pt x="702043" y="97997"/>
                    <a:pt x="877153" y="187961"/>
                    <a:pt x="1025754" y="311663"/>
                  </a:cubicBezTo>
                  <a:lnTo>
                    <a:pt x="1037000" y="321301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5" name="Google Shape;5445;p45"/>
            <p:cNvSpPr/>
            <p:nvPr/>
          </p:nvSpPr>
          <p:spPr>
            <a:xfrm>
              <a:off x="6713869" y="3042815"/>
              <a:ext cx="311823" cy="263146"/>
            </a:xfrm>
            <a:custGeom>
              <a:rect b="b" l="l" r="r" t="t"/>
              <a:pathLst>
                <a:path extrusionOk="0" h="438576" w="519705">
                  <a:moveTo>
                    <a:pt x="519706" y="272303"/>
                  </a:moveTo>
                  <a:lnTo>
                    <a:pt x="519706" y="438576"/>
                  </a:lnTo>
                  <a:lnTo>
                    <a:pt x="0" y="426528"/>
                  </a:lnTo>
                  <a:lnTo>
                    <a:pt x="0" y="0"/>
                  </a:lnTo>
                  <a:cubicBezTo>
                    <a:pt x="184748" y="49802"/>
                    <a:pt x="359858" y="139766"/>
                    <a:pt x="508460" y="263467"/>
                  </a:cubicBezTo>
                  <a:lnTo>
                    <a:pt x="519706" y="272303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6" name="Google Shape;5446;p45"/>
            <p:cNvSpPr/>
            <p:nvPr/>
          </p:nvSpPr>
          <p:spPr>
            <a:xfrm>
              <a:off x="6549710" y="3087105"/>
              <a:ext cx="36628" cy="36628"/>
            </a:xfrm>
            <a:custGeom>
              <a:rect b="b" l="l" r="r" t="t"/>
              <a:pathLst>
                <a:path extrusionOk="0" h="61047" w="61047">
                  <a:moveTo>
                    <a:pt x="0" y="0"/>
                  </a:moveTo>
                  <a:lnTo>
                    <a:pt x="61047" y="0"/>
                  </a:lnTo>
                  <a:lnTo>
                    <a:pt x="61047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EFE2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7" name="Google Shape;5447;p45"/>
            <p:cNvSpPr/>
            <p:nvPr/>
          </p:nvSpPr>
          <p:spPr>
            <a:xfrm>
              <a:off x="6401436" y="3232971"/>
              <a:ext cx="623645" cy="147477"/>
            </a:xfrm>
            <a:custGeom>
              <a:rect b="b" l="l" r="r" t="t"/>
              <a:pathLst>
                <a:path extrusionOk="0" h="245795" w="1039409">
                  <a:moveTo>
                    <a:pt x="1011295" y="61047"/>
                  </a:moveTo>
                  <a:cubicBezTo>
                    <a:pt x="997641" y="61047"/>
                    <a:pt x="982379" y="57834"/>
                    <a:pt x="974346" y="46589"/>
                  </a:cubicBezTo>
                  <a:cubicBezTo>
                    <a:pt x="955068" y="17672"/>
                    <a:pt x="922938" y="0"/>
                    <a:pt x="887595" y="0"/>
                  </a:cubicBezTo>
                  <a:cubicBezTo>
                    <a:pt x="853055" y="0"/>
                    <a:pt x="820925" y="16868"/>
                    <a:pt x="801646" y="46589"/>
                  </a:cubicBezTo>
                  <a:cubicBezTo>
                    <a:pt x="785581" y="70686"/>
                    <a:pt x="747026" y="70686"/>
                    <a:pt x="730157" y="46589"/>
                  </a:cubicBezTo>
                  <a:cubicBezTo>
                    <a:pt x="710879" y="17672"/>
                    <a:pt x="678749" y="0"/>
                    <a:pt x="643406" y="0"/>
                  </a:cubicBezTo>
                  <a:cubicBezTo>
                    <a:pt x="608866" y="0"/>
                    <a:pt x="576735" y="16868"/>
                    <a:pt x="557457" y="46589"/>
                  </a:cubicBezTo>
                  <a:cubicBezTo>
                    <a:pt x="548622" y="59441"/>
                    <a:pt x="534967" y="65064"/>
                    <a:pt x="520508" y="65064"/>
                  </a:cubicBezTo>
                  <a:cubicBezTo>
                    <a:pt x="507656" y="64260"/>
                    <a:pt x="494804" y="58637"/>
                    <a:pt x="486771" y="46589"/>
                  </a:cubicBezTo>
                  <a:cubicBezTo>
                    <a:pt x="467493" y="17672"/>
                    <a:pt x="435363" y="0"/>
                    <a:pt x="400020" y="0"/>
                  </a:cubicBezTo>
                  <a:cubicBezTo>
                    <a:pt x="365480" y="0"/>
                    <a:pt x="333350" y="16868"/>
                    <a:pt x="314072" y="46589"/>
                  </a:cubicBezTo>
                  <a:cubicBezTo>
                    <a:pt x="298007" y="70686"/>
                    <a:pt x="259450" y="70686"/>
                    <a:pt x="242582" y="46589"/>
                  </a:cubicBezTo>
                  <a:cubicBezTo>
                    <a:pt x="223304" y="17672"/>
                    <a:pt x="191174" y="0"/>
                    <a:pt x="155830" y="0"/>
                  </a:cubicBezTo>
                  <a:cubicBezTo>
                    <a:pt x="121291" y="0"/>
                    <a:pt x="89161" y="16868"/>
                    <a:pt x="69883" y="46589"/>
                  </a:cubicBezTo>
                  <a:cubicBezTo>
                    <a:pt x="61047" y="58637"/>
                    <a:pt x="45785" y="60244"/>
                    <a:pt x="31326" y="61047"/>
                  </a:cubicBezTo>
                  <a:lnTo>
                    <a:pt x="0" y="61047"/>
                  </a:lnTo>
                  <a:lnTo>
                    <a:pt x="0" y="245796"/>
                  </a:lnTo>
                  <a:lnTo>
                    <a:pt x="1039409" y="245796"/>
                  </a:lnTo>
                  <a:lnTo>
                    <a:pt x="1039409" y="61047"/>
                  </a:lnTo>
                  <a:lnTo>
                    <a:pt x="1011295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8" name="Google Shape;5448;p45"/>
            <p:cNvSpPr/>
            <p:nvPr/>
          </p:nvSpPr>
          <p:spPr>
            <a:xfrm>
              <a:off x="6713869" y="3232971"/>
              <a:ext cx="311823" cy="147477"/>
            </a:xfrm>
            <a:custGeom>
              <a:rect b="b" l="l" r="r" t="t"/>
              <a:pathLst>
                <a:path extrusionOk="0" h="245795" w="519705">
                  <a:moveTo>
                    <a:pt x="519706" y="61047"/>
                  </a:moveTo>
                  <a:lnTo>
                    <a:pt x="519706" y="245796"/>
                  </a:lnTo>
                  <a:lnTo>
                    <a:pt x="0" y="245796"/>
                  </a:lnTo>
                  <a:lnTo>
                    <a:pt x="0" y="65064"/>
                  </a:lnTo>
                  <a:cubicBezTo>
                    <a:pt x="14459" y="65867"/>
                    <a:pt x="28918" y="59441"/>
                    <a:pt x="36950" y="46589"/>
                  </a:cubicBezTo>
                  <a:cubicBezTo>
                    <a:pt x="56228" y="17672"/>
                    <a:pt x="88358" y="0"/>
                    <a:pt x="122898" y="0"/>
                  </a:cubicBezTo>
                  <a:cubicBezTo>
                    <a:pt x="158242" y="0"/>
                    <a:pt x="189569" y="16868"/>
                    <a:pt x="209650" y="46589"/>
                  </a:cubicBezTo>
                  <a:cubicBezTo>
                    <a:pt x="225715" y="70686"/>
                    <a:pt x="264271" y="70686"/>
                    <a:pt x="281139" y="46589"/>
                  </a:cubicBezTo>
                  <a:cubicBezTo>
                    <a:pt x="300417" y="17672"/>
                    <a:pt x="332547" y="0"/>
                    <a:pt x="367087" y="0"/>
                  </a:cubicBezTo>
                  <a:cubicBezTo>
                    <a:pt x="402431" y="0"/>
                    <a:pt x="433757" y="16868"/>
                    <a:pt x="453838" y="46589"/>
                  </a:cubicBezTo>
                  <a:cubicBezTo>
                    <a:pt x="461871" y="57834"/>
                    <a:pt x="476330" y="61047"/>
                    <a:pt x="490789" y="61047"/>
                  </a:cubicBezTo>
                  <a:lnTo>
                    <a:pt x="519706" y="61047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9" name="Google Shape;5449;p45"/>
          <p:cNvGrpSpPr/>
          <p:nvPr/>
        </p:nvGrpSpPr>
        <p:grpSpPr>
          <a:xfrm>
            <a:off x="5389692" y="1234616"/>
            <a:ext cx="518005" cy="589023"/>
            <a:chOff x="5437178" y="1106597"/>
            <a:chExt cx="547979" cy="623107"/>
          </a:xfrm>
        </p:grpSpPr>
        <p:sp>
          <p:nvSpPr>
            <p:cNvPr id="5450" name="Google Shape;5450;p45"/>
            <p:cNvSpPr/>
            <p:nvPr/>
          </p:nvSpPr>
          <p:spPr>
            <a:xfrm>
              <a:off x="5583526" y="1363187"/>
              <a:ext cx="254952" cy="234710"/>
            </a:xfrm>
            <a:custGeom>
              <a:rect b="b" l="l" r="r" t="t"/>
              <a:pathLst>
                <a:path extrusionOk="0" h="391184" w="424920">
                  <a:moveTo>
                    <a:pt x="424921" y="391185"/>
                  </a:moveTo>
                  <a:lnTo>
                    <a:pt x="0" y="391185"/>
                  </a:lnTo>
                  <a:lnTo>
                    <a:pt x="52211" y="76309"/>
                  </a:lnTo>
                  <a:cubicBezTo>
                    <a:pt x="59440" y="32130"/>
                    <a:pt x="97193" y="0"/>
                    <a:pt x="142175" y="0"/>
                  </a:cubicBezTo>
                  <a:lnTo>
                    <a:pt x="281942" y="0"/>
                  </a:lnTo>
                  <a:cubicBezTo>
                    <a:pt x="326924" y="0"/>
                    <a:pt x="364677" y="32130"/>
                    <a:pt x="371906" y="76309"/>
                  </a:cubicBezTo>
                  <a:lnTo>
                    <a:pt x="424921" y="391185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1" name="Google Shape;5451;p45"/>
            <p:cNvSpPr/>
            <p:nvPr/>
          </p:nvSpPr>
          <p:spPr>
            <a:xfrm>
              <a:off x="5710617" y="1363187"/>
              <a:ext cx="127717" cy="234710"/>
            </a:xfrm>
            <a:custGeom>
              <a:rect b="b" l="l" r="r" t="t"/>
              <a:pathLst>
                <a:path extrusionOk="0" h="391184" w="212862">
                  <a:moveTo>
                    <a:pt x="212862" y="391185"/>
                  </a:moveTo>
                  <a:lnTo>
                    <a:pt x="0" y="391185"/>
                  </a:lnTo>
                  <a:lnTo>
                    <a:pt x="0" y="0"/>
                  </a:lnTo>
                  <a:lnTo>
                    <a:pt x="69883" y="0"/>
                  </a:lnTo>
                  <a:cubicBezTo>
                    <a:pt x="114865" y="0"/>
                    <a:pt x="152618" y="32130"/>
                    <a:pt x="159848" y="76309"/>
                  </a:cubicBezTo>
                  <a:lnTo>
                    <a:pt x="212862" y="391185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2" name="Google Shape;5452;p45"/>
            <p:cNvSpPr/>
            <p:nvPr/>
          </p:nvSpPr>
          <p:spPr>
            <a:xfrm>
              <a:off x="5692324" y="1381480"/>
              <a:ext cx="36628" cy="91088"/>
            </a:xfrm>
            <a:custGeom>
              <a:rect b="b" l="l" r="r" t="t"/>
              <a:pathLst>
                <a:path extrusionOk="0" h="151814" w="61047">
                  <a:moveTo>
                    <a:pt x="0" y="0"/>
                  </a:moveTo>
                  <a:lnTo>
                    <a:pt x="61047" y="0"/>
                  </a:lnTo>
                  <a:lnTo>
                    <a:pt x="61047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5B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3" name="Google Shape;5453;p45"/>
            <p:cNvSpPr/>
            <p:nvPr/>
          </p:nvSpPr>
          <p:spPr>
            <a:xfrm>
              <a:off x="5710617" y="1381480"/>
              <a:ext cx="18314" cy="91088"/>
            </a:xfrm>
            <a:custGeom>
              <a:rect b="b" l="l" r="r" t="t"/>
              <a:pathLst>
                <a:path extrusionOk="0" h="151814" w="30523">
                  <a:moveTo>
                    <a:pt x="0" y="0"/>
                  </a:moveTo>
                  <a:lnTo>
                    <a:pt x="30523" y="0"/>
                  </a:lnTo>
                  <a:lnTo>
                    <a:pt x="30523" y="151815"/>
                  </a:lnTo>
                  <a:lnTo>
                    <a:pt x="0" y="151815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4" name="Google Shape;5454;p45"/>
            <p:cNvSpPr/>
            <p:nvPr/>
          </p:nvSpPr>
          <p:spPr>
            <a:xfrm>
              <a:off x="5546458" y="1582227"/>
              <a:ext cx="328691" cy="147477"/>
            </a:xfrm>
            <a:custGeom>
              <a:rect b="b" l="l" r="r" t="t"/>
              <a:pathLst>
                <a:path extrusionOk="0" h="245795" w="547819">
                  <a:moveTo>
                    <a:pt x="0" y="0"/>
                  </a:moveTo>
                  <a:lnTo>
                    <a:pt x="0" y="245796"/>
                  </a:lnTo>
                  <a:lnTo>
                    <a:pt x="243386" y="245796"/>
                  </a:lnTo>
                  <a:lnTo>
                    <a:pt x="243386" y="183142"/>
                  </a:lnTo>
                  <a:cubicBezTo>
                    <a:pt x="243386" y="166274"/>
                    <a:pt x="257041" y="152618"/>
                    <a:pt x="273909" y="152618"/>
                  </a:cubicBezTo>
                  <a:cubicBezTo>
                    <a:pt x="290778" y="152618"/>
                    <a:pt x="304433" y="166274"/>
                    <a:pt x="304433" y="183142"/>
                  </a:cubicBezTo>
                  <a:lnTo>
                    <a:pt x="304433" y="245796"/>
                  </a:lnTo>
                  <a:lnTo>
                    <a:pt x="547819" y="245796"/>
                  </a:lnTo>
                  <a:lnTo>
                    <a:pt x="5478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5" name="Google Shape;5455;p45"/>
            <p:cNvSpPr/>
            <p:nvPr/>
          </p:nvSpPr>
          <p:spPr>
            <a:xfrm>
              <a:off x="5710617" y="1582227"/>
              <a:ext cx="164345" cy="147477"/>
            </a:xfrm>
            <a:custGeom>
              <a:rect b="b" l="l" r="r" t="t"/>
              <a:pathLst>
                <a:path extrusionOk="0" h="245795" w="273909">
                  <a:moveTo>
                    <a:pt x="0" y="0"/>
                  </a:moveTo>
                  <a:lnTo>
                    <a:pt x="273910" y="0"/>
                  </a:lnTo>
                  <a:lnTo>
                    <a:pt x="273910" y="245796"/>
                  </a:lnTo>
                  <a:lnTo>
                    <a:pt x="30524" y="245796"/>
                  </a:lnTo>
                  <a:lnTo>
                    <a:pt x="30524" y="183142"/>
                  </a:lnTo>
                  <a:cubicBezTo>
                    <a:pt x="30524" y="166274"/>
                    <a:pt x="16869" y="152618"/>
                    <a:pt x="0" y="1526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6" name="Google Shape;5456;p45"/>
            <p:cNvSpPr/>
            <p:nvPr/>
          </p:nvSpPr>
          <p:spPr>
            <a:xfrm>
              <a:off x="5437178" y="1217320"/>
              <a:ext cx="547979" cy="36628"/>
            </a:xfrm>
            <a:custGeom>
              <a:rect b="b" l="l" r="r" t="t"/>
              <a:pathLst>
                <a:path extrusionOk="0" h="61047" w="913299">
                  <a:moveTo>
                    <a:pt x="0" y="0"/>
                  </a:moveTo>
                  <a:lnTo>
                    <a:pt x="913299" y="0"/>
                  </a:lnTo>
                  <a:lnTo>
                    <a:pt x="913299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7" name="Google Shape;5457;p45"/>
            <p:cNvSpPr/>
            <p:nvPr/>
          </p:nvSpPr>
          <p:spPr>
            <a:xfrm>
              <a:off x="5710617" y="1217320"/>
              <a:ext cx="273749" cy="36628"/>
            </a:xfrm>
            <a:custGeom>
              <a:rect b="b" l="l" r="r" t="t"/>
              <a:pathLst>
                <a:path extrusionOk="0" h="61047" w="456248">
                  <a:moveTo>
                    <a:pt x="0" y="0"/>
                  </a:moveTo>
                  <a:lnTo>
                    <a:pt x="456248" y="0"/>
                  </a:lnTo>
                  <a:lnTo>
                    <a:pt x="456248" y="61047"/>
                  </a:lnTo>
                  <a:lnTo>
                    <a:pt x="0" y="61047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8" name="Google Shape;5458;p45"/>
            <p:cNvSpPr/>
            <p:nvPr/>
          </p:nvSpPr>
          <p:spPr>
            <a:xfrm>
              <a:off x="5474247" y="1243317"/>
              <a:ext cx="472313" cy="156634"/>
            </a:xfrm>
            <a:custGeom>
              <a:rect b="b" l="l" r="r" t="t"/>
              <a:pathLst>
                <a:path extrusionOk="0" h="261057" w="787188">
                  <a:moveTo>
                    <a:pt x="787189" y="0"/>
                  </a:moveTo>
                  <a:lnTo>
                    <a:pt x="717305" y="138963"/>
                  </a:lnTo>
                  <a:lnTo>
                    <a:pt x="595211" y="138963"/>
                  </a:lnTo>
                  <a:lnTo>
                    <a:pt x="559064" y="210452"/>
                  </a:lnTo>
                  <a:cubicBezTo>
                    <a:pt x="543803" y="241779"/>
                    <a:pt x="512476" y="261057"/>
                    <a:pt x="477132" y="261057"/>
                  </a:cubicBezTo>
                  <a:lnTo>
                    <a:pt x="309253" y="261057"/>
                  </a:lnTo>
                  <a:cubicBezTo>
                    <a:pt x="274713" y="261057"/>
                    <a:pt x="242583" y="241779"/>
                    <a:pt x="227321" y="210452"/>
                  </a:cubicBezTo>
                  <a:lnTo>
                    <a:pt x="191174" y="138963"/>
                  </a:lnTo>
                  <a:lnTo>
                    <a:pt x="69080" y="138963"/>
                  </a:lnTo>
                  <a:lnTo>
                    <a:pt x="0" y="0"/>
                  </a:lnTo>
                  <a:lnTo>
                    <a:pt x="787189" y="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9" name="Google Shape;5459;p45"/>
            <p:cNvSpPr/>
            <p:nvPr/>
          </p:nvSpPr>
          <p:spPr>
            <a:xfrm>
              <a:off x="5709654" y="1243317"/>
              <a:ext cx="236638" cy="156634"/>
            </a:xfrm>
            <a:custGeom>
              <a:rect b="b" l="l" r="r" t="t"/>
              <a:pathLst>
                <a:path extrusionOk="0" h="261057" w="394397">
                  <a:moveTo>
                    <a:pt x="394398" y="0"/>
                  </a:moveTo>
                  <a:lnTo>
                    <a:pt x="324515" y="138963"/>
                  </a:lnTo>
                  <a:lnTo>
                    <a:pt x="202420" y="138963"/>
                  </a:lnTo>
                  <a:lnTo>
                    <a:pt x="166274" y="210452"/>
                  </a:lnTo>
                  <a:cubicBezTo>
                    <a:pt x="151012" y="241779"/>
                    <a:pt x="119685" y="261057"/>
                    <a:pt x="84342" y="261057"/>
                  </a:cubicBezTo>
                  <a:lnTo>
                    <a:pt x="0" y="261057"/>
                  </a:lnTo>
                  <a:lnTo>
                    <a:pt x="0" y="0"/>
                  </a:lnTo>
                  <a:lnTo>
                    <a:pt x="394398" y="0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0" name="Google Shape;5460;p45"/>
            <p:cNvSpPr/>
            <p:nvPr/>
          </p:nvSpPr>
          <p:spPr>
            <a:xfrm>
              <a:off x="5656218" y="1106597"/>
              <a:ext cx="109403" cy="137356"/>
            </a:xfrm>
            <a:custGeom>
              <a:rect b="b" l="l" r="r" t="t"/>
              <a:pathLst>
                <a:path extrusionOk="0" h="228927" w="182338">
                  <a:moveTo>
                    <a:pt x="182339" y="91571"/>
                  </a:moveTo>
                  <a:lnTo>
                    <a:pt x="182339" y="228927"/>
                  </a:lnTo>
                  <a:lnTo>
                    <a:pt x="0" y="228927"/>
                  </a:lnTo>
                  <a:lnTo>
                    <a:pt x="0" y="104423"/>
                  </a:lnTo>
                  <a:cubicBezTo>
                    <a:pt x="0" y="40163"/>
                    <a:pt x="40966" y="0"/>
                    <a:pt x="91571" y="0"/>
                  </a:cubicBezTo>
                  <a:cubicBezTo>
                    <a:pt x="142176" y="0"/>
                    <a:pt x="182339" y="40966"/>
                    <a:pt x="182339" y="91571"/>
                  </a:cubicBezTo>
                  <a:lnTo>
                    <a:pt x="182339" y="9157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1" name="Google Shape;5461;p45"/>
            <p:cNvSpPr/>
            <p:nvPr/>
          </p:nvSpPr>
          <p:spPr>
            <a:xfrm>
              <a:off x="5710617" y="1106597"/>
              <a:ext cx="54943" cy="136874"/>
            </a:xfrm>
            <a:custGeom>
              <a:rect b="b" l="l" r="r" t="t"/>
              <a:pathLst>
                <a:path extrusionOk="0" h="228124" w="91571">
                  <a:moveTo>
                    <a:pt x="91571" y="228124"/>
                  </a:moveTo>
                  <a:lnTo>
                    <a:pt x="0" y="228124"/>
                  </a:lnTo>
                  <a:lnTo>
                    <a:pt x="0" y="0"/>
                  </a:lnTo>
                  <a:cubicBezTo>
                    <a:pt x="50605" y="0"/>
                    <a:pt x="91571" y="40966"/>
                    <a:pt x="91571" y="91571"/>
                  </a:cubicBezTo>
                  <a:lnTo>
                    <a:pt x="91571" y="228124"/>
                  </a:lnTo>
                  <a:close/>
                </a:path>
              </a:pathLst>
            </a:custGeom>
            <a:solidFill>
              <a:srgbClr val="FF6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5" name="Shape 5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6" name="Google Shape;5466;p46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</a:t>
            </a:r>
            <a:r>
              <a:rPr lang="en"/>
              <a:t>Resources</a:t>
            </a:r>
            <a:endParaRPr/>
          </a:p>
        </p:txBody>
      </p:sp>
      <p:grpSp>
        <p:nvGrpSpPr>
          <p:cNvPr id="5467" name="Google Shape;5467;p46"/>
          <p:cNvGrpSpPr/>
          <p:nvPr/>
        </p:nvGrpSpPr>
        <p:grpSpPr>
          <a:xfrm>
            <a:off x="1302166" y="1318812"/>
            <a:ext cx="2466328" cy="1315569"/>
            <a:chOff x="3120561" y="2245937"/>
            <a:chExt cx="2100433" cy="1120396"/>
          </a:xfrm>
        </p:grpSpPr>
        <p:sp>
          <p:nvSpPr>
            <p:cNvPr id="5468" name="Google Shape;5468;p46"/>
            <p:cNvSpPr/>
            <p:nvPr/>
          </p:nvSpPr>
          <p:spPr>
            <a:xfrm>
              <a:off x="4789923" y="2820986"/>
              <a:ext cx="247851" cy="495702"/>
            </a:xfrm>
            <a:custGeom>
              <a:rect b="b" l="l" r="r" t="t"/>
              <a:pathLst>
                <a:path extrusionOk="0" h="806019" w="403009">
                  <a:moveTo>
                    <a:pt x="0" y="0"/>
                  </a:moveTo>
                  <a:lnTo>
                    <a:pt x="403010" y="0"/>
                  </a:lnTo>
                  <a:lnTo>
                    <a:pt x="403010" y="806020"/>
                  </a:lnTo>
                  <a:lnTo>
                    <a:pt x="0" y="80602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69" name="Google Shape;5469;p46"/>
            <p:cNvGrpSpPr/>
            <p:nvPr/>
          </p:nvGrpSpPr>
          <p:grpSpPr>
            <a:xfrm>
              <a:off x="4877695" y="3014085"/>
              <a:ext cx="276807" cy="130036"/>
              <a:chOff x="6216902" y="3149625"/>
              <a:chExt cx="450825" cy="211750"/>
            </a:xfrm>
          </p:grpSpPr>
          <p:sp>
            <p:nvSpPr>
              <p:cNvPr id="5470" name="Google Shape;5470;p46"/>
              <p:cNvSpPr/>
              <p:nvPr/>
            </p:nvSpPr>
            <p:spPr>
              <a:xfrm>
                <a:off x="6216902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1" name="Google Shape;5471;p46"/>
              <p:cNvSpPr/>
              <p:nvPr/>
            </p:nvSpPr>
            <p:spPr>
              <a:xfrm>
                <a:off x="6298870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2" name="Google Shape;5472;p46"/>
              <p:cNvSpPr/>
              <p:nvPr/>
            </p:nvSpPr>
            <p:spPr>
              <a:xfrm>
                <a:off x="6380838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3" name="Google Shape;5473;p46"/>
              <p:cNvSpPr/>
              <p:nvPr/>
            </p:nvSpPr>
            <p:spPr>
              <a:xfrm>
                <a:off x="6462806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46"/>
              <p:cNvSpPr/>
              <p:nvPr/>
            </p:nvSpPr>
            <p:spPr>
              <a:xfrm>
                <a:off x="6544774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46"/>
              <p:cNvSpPr/>
              <p:nvPr/>
            </p:nvSpPr>
            <p:spPr>
              <a:xfrm>
                <a:off x="6626743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6" name="Google Shape;5476;p46"/>
            <p:cNvGrpSpPr/>
            <p:nvPr/>
          </p:nvGrpSpPr>
          <p:grpSpPr>
            <a:xfrm>
              <a:off x="4189873" y="3014085"/>
              <a:ext cx="276807" cy="130036"/>
              <a:chOff x="5096671" y="3149625"/>
              <a:chExt cx="450825" cy="211750"/>
            </a:xfrm>
          </p:grpSpPr>
          <p:sp>
            <p:nvSpPr>
              <p:cNvPr id="5477" name="Google Shape;5477;p46"/>
              <p:cNvSpPr/>
              <p:nvPr/>
            </p:nvSpPr>
            <p:spPr>
              <a:xfrm>
                <a:off x="5096671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46"/>
              <p:cNvSpPr/>
              <p:nvPr/>
            </p:nvSpPr>
            <p:spPr>
              <a:xfrm>
                <a:off x="5178639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9" name="Google Shape;5479;p46"/>
              <p:cNvSpPr/>
              <p:nvPr/>
            </p:nvSpPr>
            <p:spPr>
              <a:xfrm>
                <a:off x="5260607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0" name="Google Shape;5480;p46"/>
              <p:cNvSpPr/>
              <p:nvPr/>
            </p:nvSpPr>
            <p:spPr>
              <a:xfrm>
                <a:off x="5342575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1" name="Google Shape;5481;p46"/>
              <p:cNvSpPr/>
              <p:nvPr/>
            </p:nvSpPr>
            <p:spPr>
              <a:xfrm>
                <a:off x="5424543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2" name="Google Shape;5482;p46"/>
              <p:cNvSpPr/>
              <p:nvPr/>
            </p:nvSpPr>
            <p:spPr>
              <a:xfrm>
                <a:off x="5506512" y="3149625"/>
                <a:ext cx="40984" cy="211750"/>
              </a:xfrm>
              <a:custGeom>
                <a:rect b="b" l="l" r="r" t="t"/>
                <a:pathLst>
                  <a:path extrusionOk="0" h="211750" w="40984">
                    <a:moveTo>
                      <a:pt x="0" y="0"/>
                    </a:moveTo>
                    <a:lnTo>
                      <a:pt x="40984" y="0"/>
                    </a:lnTo>
                    <a:lnTo>
                      <a:pt x="40984" y="211751"/>
                    </a:lnTo>
                    <a:lnTo>
                      <a:pt x="0" y="211751"/>
                    </a:lnTo>
                    <a:close/>
                  </a:path>
                </a:pathLst>
              </a:custGeom>
              <a:solidFill>
                <a:srgbClr val="FEBD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3" name="Google Shape;5483;p46"/>
            <p:cNvGrpSpPr/>
            <p:nvPr/>
          </p:nvGrpSpPr>
          <p:grpSpPr>
            <a:xfrm>
              <a:off x="4802202" y="2745622"/>
              <a:ext cx="218090" cy="104867"/>
              <a:chOff x="6093950" y="2712461"/>
              <a:chExt cx="355195" cy="170766"/>
            </a:xfrm>
          </p:grpSpPr>
          <p:sp>
            <p:nvSpPr>
              <p:cNvPr id="5484" name="Google Shape;5484;p46"/>
              <p:cNvSpPr/>
              <p:nvPr/>
            </p:nvSpPr>
            <p:spPr>
              <a:xfrm>
                <a:off x="6093950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46"/>
              <p:cNvSpPr/>
              <p:nvPr/>
            </p:nvSpPr>
            <p:spPr>
              <a:xfrm>
                <a:off x="6141765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46"/>
              <p:cNvSpPr/>
              <p:nvPr/>
            </p:nvSpPr>
            <p:spPr>
              <a:xfrm>
                <a:off x="6189579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7" name="Google Shape;5487;p46"/>
              <p:cNvSpPr/>
              <p:nvPr/>
            </p:nvSpPr>
            <p:spPr>
              <a:xfrm>
                <a:off x="6237394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8" name="Google Shape;5488;p46"/>
              <p:cNvSpPr/>
              <p:nvPr/>
            </p:nvSpPr>
            <p:spPr>
              <a:xfrm>
                <a:off x="6285209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9" name="Google Shape;5489;p46"/>
              <p:cNvSpPr/>
              <p:nvPr/>
            </p:nvSpPr>
            <p:spPr>
              <a:xfrm>
                <a:off x="6333023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0" name="Google Shape;5490;p46"/>
              <p:cNvSpPr/>
              <p:nvPr/>
            </p:nvSpPr>
            <p:spPr>
              <a:xfrm>
                <a:off x="6380838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46"/>
              <p:cNvSpPr/>
              <p:nvPr/>
            </p:nvSpPr>
            <p:spPr>
              <a:xfrm>
                <a:off x="6428653" y="2712461"/>
                <a:ext cx="20492" cy="170766"/>
              </a:xfrm>
              <a:custGeom>
                <a:rect b="b" l="l" r="r" t="t"/>
                <a:pathLst>
                  <a:path extrusionOk="0" h="170766" w="20492">
                    <a:moveTo>
                      <a:pt x="0" y="0"/>
                    </a:moveTo>
                    <a:lnTo>
                      <a:pt x="20492" y="0"/>
                    </a:lnTo>
                    <a:lnTo>
                      <a:pt x="20492" y="170767"/>
                    </a:lnTo>
                    <a:lnTo>
                      <a:pt x="0" y="170767"/>
                    </a:lnTo>
                    <a:close/>
                  </a:path>
                </a:pathLst>
              </a:custGeom>
              <a:solidFill>
                <a:srgbClr val="CF3B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92" name="Google Shape;5492;p46"/>
            <p:cNvSpPr/>
            <p:nvPr/>
          </p:nvSpPr>
          <p:spPr>
            <a:xfrm>
              <a:off x="4789923" y="2602878"/>
              <a:ext cx="247851" cy="189039"/>
            </a:xfrm>
            <a:custGeom>
              <a:rect b="b" l="l" r="r" t="t"/>
              <a:pathLst>
                <a:path extrusionOk="0" h="307380" w="403009">
                  <a:moveTo>
                    <a:pt x="0" y="0"/>
                  </a:moveTo>
                  <a:lnTo>
                    <a:pt x="403010" y="0"/>
                  </a:lnTo>
                  <a:lnTo>
                    <a:pt x="403010" y="307381"/>
                  </a:lnTo>
                  <a:lnTo>
                    <a:pt x="0" y="30738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3" name="Google Shape;5493;p46"/>
            <p:cNvSpPr/>
            <p:nvPr/>
          </p:nvSpPr>
          <p:spPr>
            <a:xfrm>
              <a:off x="4771468" y="2636434"/>
              <a:ext cx="289439" cy="42008"/>
            </a:xfrm>
            <a:custGeom>
              <a:rect b="b" l="l" r="r" t="t"/>
              <a:pathLst>
                <a:path extrusionOk="0" h="68306" w="470633">
                  <a:moveTo>
                    <a:pt x="234975" y="0"/>
                  </a:moveTo>
                  <a:lnTo>
                    <a:pt x="0" y="683"/>
                  </a:lnTo>
                  <a:lnTo>
                    <a:pt x="15710" y="68307"/>
                  </a:lnTo>
                  <a:lnTo>
                    <a:pt x="234975" y="68307"/>
                  </a:lnTo>
                  <a:lnTo>
                    <a:pt x="454240" y="68307"/>
                  </a:lnTo>
                  <a:lnTo>
                    <a:pt x="470634" y="6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4" name="Google Shape;5494;p46"/>
            <p:cNvSpPr/>
            <p:nvPr/>
          </p:nvSpPr>
          <p:spPr>
            <a:xfrm>
              <a:off x="4771468" y="2573518"/>
              <a:ext cx="289439" cy="42008"/>
            </a:xfrm>
            <a:custGeom>
              <a:rect b="b" l="l" r="r" t="t"/>
              <a:pathLst>
                <a:path extrusionOk="0" h="68306" w="470633">
                  <a:moveTo>
                    <a:pt x="234975" y="0"/>
                  </a:moveTo>
                  <a:lnTo>
                    <a:pt x="0" y="683"/>
                  </a:lnTo>
                  <a:lnTo>
                    <a:pt x="15710" y="68307"/>
                  </a:lnTo>
                  <a:lnTo>
                    <a:pt x="234975" y="68307"/>
                  </a:lnTo>
                  <a:lnTo>
                    <a:pt x="454240" y="68307"/>
                  </a:lnTo>
                  <a:lnTo>
                    <a:pt x="470634" y="683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5" name="Google Shape;5495;p46"/>
            <p:cNvSpPr/>
            <p:nvPr/>
          </p:nvSpPr>
          <p:spPr>
            <a:xfrm>
              <a:off x="4768112" y="2353732"/>
              <a:ext cx="253732" cy="61752"/>
            </a:xfrm>
            <a:custGeom>
              <a:rect b="b" l="l" r="r" t="t"/>
              <a:pathLst>
                <a:path extrusionOk="0" h="100410" w="412573">
                  <a:moveTo>
                    <a:pt x="412573" y="100411"/>
                  </a:moveTo>
                  <a:cubicBezTo>
                    <a:pt x="412573" y="99728"/>
                    <a:pt x="412573" y="98362"/>
                    <a:pt x="412573" y="97679"/>
                  </a:cubicBezTo>
                  <a:cubicBezTo>
                    <a:pt x="412573" y="74454"/>
                    <a:pt x="393447" y="55328"/>
                    <a:pt x="370223" y="55328"/>
                  </a:cubicBezTo>
                  <a:cubicBezTo>
                    <a:pt x="366124" y="55328"/>
                    <a:pt x="362709" y="56011"/>
                    <a:pt x="359293" y="56695"/>
                  </a:cubicBezTo>
                  <a:cubicBezTo>
                    <a:pt x="346315" y="38935"/>
                    <a:pt x="325823" y="27323"/>
                    <a:pt x="302599" y="27323"/>
                  </a:cubicBezTo>
                  <a:cubicBezTo>
                    <a:pt x="292353" y="27323"/>
                    <a:pt x="282790" y="29372"/>
                    <a:pt x="273910" y="33470"/>
                  </a:cubicBezTo>
                  <a:cubicBezTo>
                    <a:pt x="256150" y="12978"/>
                    <a:pt x="230194" y="0"/>
                    <a:pt x="200822" y="0"/>
                  </a:cubicBezTo>
                  <a:cubicBezTo>
                    <a:pt x="173499" y="0"/>
                    <a:pt x="148909" y="11612"/>
                    <a:pt x="131149" y="30055"/>
                  </a:cubicBezTo>
                  <a:cubicBezTo>
                    <a:pt x="125001" y="28006"/>
                    <a:pt x="118854" y="27323"/>
                    <a:pt x="112023" y="27323"/>
                  </a:cubicBezTo>
                  <a:cubicBezTo>
                    <a:pt x="88116" y="27323"/>
                    <a:pt x="67624" y="38935"/>
                    <a:pt x="54645" y="57378"/>
                  </a:cubicBezTo>
                  <a:cubicBezTo>
                    <a:pt x="50547" y="56011"/>
                    <a:pt x="46449" y="55328"/>
                    <a:pt x="42350" y="55328"/>
                  </a:cubicBezTo>
                  <a:cubicBezTo>
                    <a:pt x="19126" y="55328"/>
                    <a:pt x="0" y="74454"/>
                    <a:pt x="0" y="97679"/>
                  </a:cubicBezTo>
                  <a:cubicBezTo>
                    <a:pt x="0" y="98362"/>
                    <a:pt x="0" y="99728"/>
                    <a:pt x="0" y="100411"/>
                  </a:cubicBezTo>
                  <a:lnTo>
                    <a:pt x="412573" y="100411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6" name="Google Shape;5496;p46"/>
            <p:cNvSpPr/>
            <p:nvPr/>
          </p:nvSpPr>
          <p:spPr>
            <a:xfrm>
              <a:off x="4175028" y="2318919"/>
              <a:ext cx="131907" cy="131907"/>
            </a:xfrm>
            <a:custGeom>
              <a:rect b="b" l="l" r="r" t="t"/>
              <a:pathLst>
                <a:path extrusionOk="0" h="214483" w="214483">
                  <a:moveTo>
                    <a:pt x="214483" y="107242"/>
                  </a:moveTo>
                  <a:cubicBezTo>
                    <a:pt x="214483" y="166470"/>
                    <a:pt x="166469" y="214483"/>
                    <a:pt x="107242" y="214483"/>
                  </a:cubicBezTo>
                  <a:cubicBezTo>
                    <a:pt x="48014" y="214483"/>
                    <a:pt x="0" y="166470"/>
                    <a:pt x="0" y="107242"/>
                  </a:cubicBezTo>
                  <a:cubicBezTo>
                    <a:pt x="0" y="48014"/>
                    <a:pt x="48014" y="0"/>
                    <a:pt x="107242" y="0"/>
                  </a:cubicBezTo>
                  <a:cubicBezTo>
                    <a:pt x="166469" y="0"/>
                    <a:pt x="214483" y="48014"/>
                    <a:pt x="214483" y="107242"/>
                  </a:cubicBez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7" name="Google Shape;5497;p46"/>
            <p:cNvSpPr/>
            <p:nvPr/>
          </p:nvSpPr>
          <p:spPr>
            <a:xfrm>
              <a:off x="3810536" y="2245937"/>
              <a:ext cx="154591" cy="54191"/>
            </a:xfrm>
            <a:custGeom>
              <a:rect b="b" l="l" r="r" t="t"/>
              <a:pathLst>
                <a:path extrusionOk="0" h="88115" w="251368">
                  <a:moveTo>
                    <a:pt x="251369" y="88116"/>
                  </a:moveTo>
                  <a:cubicBezTo>
                    <a:pt x="247953" y="71039"/>
                    <a:pt x="232926" y="58744"/>
                    <a:pt x="214483" y="58744"/>
                  </a:cubicBezTo>
                  <a:cubicBezTo>
                    <a:pt x="211068" y="58744"/>
                    <a:pt x="207653" y="59427"/>
                    <a:pt x="204920" y="60110"/>
                  </a:cubicBezTo>
                  <a:cubicBezTo>
                    <a:pt x="195357" y="25274"/>
                    <a:pt x="163253" y="0"/>
                    <a:pt x="125684" y="0"/>
                  </a:cubicBezTo>
                  <a:cubicBezTo>
                    <a:pt x="88116" y="0"/>
                    <a:pt x="56011" y="25274"/>
                    <a:pt x="46449" y="60110"/>
                  </a:cubicBezTo>
                  <a:cubicBezTo>
                    <a:pt x="43716" y="59427"/>
                    <a:pt x="40301" y="58744"/>
                    <a:pt x="36886" y="58744"/>
                  </a:cubicBezTo>
                  <a:cubicBezTo>
                    <a:pt x="19126" y="58744"/>
                    <a:pt x="4098" y="71722"/>
                    <a:pt x="0" y="88116"/>
                  </a:cubicBezTo>
                  <a:lnTo>
                    <a:pt x="251369" y="88116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8" name="Google Shape;5498;p46"/>
            <p:cNvSpPr/>
            <p:nvPr/>
          </p:nvSpPr>
          <p:spPr>
            <a:xfrm>
              <a:off x="3233810" y="2461948"/>
              <a:ext cx="184838" cy="217185"/>
            </a:xfrm>
            <a:custGeom>
              <a:rect b="b" l="l" r="r" t="t"/>
              <a:pathLst>
                <a:path extrusionOk="0" h="353146" w="300549">
                  <a:moveTo>
                    <a:pt x="177598" y="72405"/>
                  </a:moveTo>
                  <a:lnTo>
                    <a:pt x="177598" y="23907"/>
                  </a:lnTo>
                  <a:cubicBezTo>
                    <a:pt x="177598" y="23907"/>
                    <a:pt x="183062" y="0"/>
                    <a:pt x="150275" y="0"/>
                  </a:cubicBezTo>
                  <a:cubicBezTo>
                    <a:pt x="117488" y="0"/>
                    <a:pt x="122952" y="23907"/>
                    <a:pt x="122952" y="23907"/>
                  </a:cubicBezTo>
                  <a:lnTo>
                    <a:pt x="122952" y="72405"/>
                  </a:lnTo>
                  <a:lnTo>
                    <a:pt x="0" y="72405"/>
                  </a:lnTo>
                  <a:lnTo>
                    <a:pt x="0" y="92897"/>
                  </a:lnTo>
                  <a:lnTo>
                    <a:pt x="34153" y="92897"/>
                  </a:lnTo>
                  <a:lnTo>
                    <a:pt x="34153" y="120220"/>
                  </a:lnTo>
                  <a:lnTo>
                    <a:pt x="116805" y="120220"/>
                  </a:lnTo>
                  <a:cubicBezTo>
                    <a:pt x="116805" y="120220"/>
                    <a:pt x="90848" y="349731"/>
                    <a:pt x="90165" y="352463"/>
                  </a:cubicBezTo>
                  <a:lnTo>
                    <a:pt x="150275" y="353146"/>
                  </a:lnTo>
                  <a:lnTo>
                    <a:pt x="210385" y="351780"/>
                  </a:lnTo>
                  <a:cubicBezTo>
                    <a:pt x="209019" y="348365"/>
                    <a:pt x="183745" y="119537"/>
                    <a:pt x="183745" y="119537"/>
                  </a:cubicBezTo>
                  <a:lnTo>
                    <a:pt x="266397" y="119537"/>
                  </a:lnTo>
                  <a:lnTo>
                    <a:pt x="266397" y="92214"/>
                  </a:lnTo>
                  <a:lnTo>
                    <a:pt x="300550" y="92214"/>
                  </a:lnTo>
                  <a:lnTo>
                    <a:pt x="300550" y="71722"/>
                  </a:lnTo>
                  <a:lnTo>
                    <a:pt x="177598" y="7172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9" name="Google Shape;5499;p46"/>
            <p:cNvSpPr/>
            <p:nvPr/>
          </p:nvSpPr>
          <p:spPr>
            <a:xfrm>
              <a:off x="3212837" y="2657405"/>
              <a:ext cx="226846" cy="672138"/>
            </a:xfrm>
            <a:custGeom>
              <a:rect b="b" l="l" r="r" t="t"/>
              <a:pathLst>
                <a:path extrusionOk="0" h="1092908" w="368856">
                  <a:moveTo>
                    <a:pt x="0" y="0"/>
                  </a:moveTo>
                  <a:lnTo>
                    <a:pt x="368857" y="0"/>
                  </a:lnTo>
                  <a:lnTo>
                    <a:pt x="368857" y="1092908"/>
                  </a:lnTo>
                  <a:lnTo>
                    <a:pt x="0" y="109290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0" name="Google Shape;5500;p46"/>
            <p:cNvSpPr/>
            <p:nvPr/>
          </p:nvSpPr>
          <p:spPr>
            <a:xfrm>
              <a:off x="3479600" y="2402387"/>
              <a:ext cx="279778" cy="930912"/>
            </a:xfrm>
            <a:custGeom>
              <a:rect b="b" l="l" r="r" t="t"/>
              <a:pathLst>
                <a:path extrusionOk="0" h="1513678" w="454923">
                  <a:moveTo>
                    <a:pt x="454923" y="1513678"/>
                  </a:moveTo>
                  <a:lnTo>
                    <a:pt x="454923" y="560116"/>
                  </a:lnTo>
                  <a:cubicBezTo>
                    <a:pt x="454923" y="294402"/>
                    <a:pt x="255467" y="0"/>
                    <a:pt x="9563" y="0"/>
                  </a:cubicBezTo>
                  <a:cubicBezTo>
                    <a:pt x="6148" y="0"/>
                    <a:pt x="2732" y="0"/>
                    <a:pt x="0" y="0"/>
                  </a:cubicBezTo>
                  <a:lnTo>
                    <a:pt x="0" y="1513678"/>
                  </a:lnTo>
                  <a:lnTo>
                    <a:pt x="454923" y="1513678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1" name="Google Shape;5501;p46"/>
            <p:cNvSpPr/>
            <p:nvPr/>
          </p:nvSpPr>
          <p:spPr>
            <a:xfrm>
              <a:off x="4173350" y="3030705"/>
              <a:ext cx="298261" cy="302462"/>
            </a:xfrm>
            <a:custGeom>
              <a:rect b="b" l="l" r="r" t="t"/>
              <a:pathLst>
                <a:path extrusionOk="0" h="491808" w="484978">
                  <a:moveTo>
                    <a:pt x="0" y="0"/>
                  </a:moveTo>
                  <a:lnTo>
                    <a:pt x="484978" y="0"/>
                  </a:lnTo>
                  <a:lnTo>
                    <a:pt x="484978" y="491809"/>
                  </a:lnTo>
                  <a:lnTo>
                    <a:pt x="0" y="49180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2" name="Google Shape;5502;p46"/>
            <p:cNvSpPr/>
            <p:nvPr/>
          </p:nvSpPr>
          <p:spPr>
            <a:xfrm>
              <a:off x="4857033" y="3030705"/>
              <a:ext cx="323467" cy="302462"/>
            </a:xfrm>
            <a:custGeom>
              <a:rect b="b" l="l" r="r" t="t"/>
              <a:pathLst>
                <a:path extrusionOk="0" h="491808" w="525962">
                  <a:moveTo>
                    <a:pt x="0" y="0"/>
                  </a:moveTo>
                  <a:lnTo>
                    <a:pt x="525962" y="0"/>
                  </a:lnTo>
                  <a:lnTo>
                    <a:pt x="525962" y="491809"/>
                  </a:lnTo>
                  <a:lnTo>
                    <a:pt x="0" y="491809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03" name="Google Shape;5503;p46"/>
            <p:cNvGrpSpPr/>
            <p:nvPr/>
          </p:nvGrpSpPr>
          <p:grpSpPr>
            <a:xfrm>
              <a:off x="4445709" y="2960812"/>
              <a:ext cx="431985" cy="208478"/>
              <a:chOff x="5513342" y="3062875"/>
              <a:chExt cx="703559" cy="339485"/>
            </a:xfrm>
          </p:grpSpPr>
          <p:sp>
            <p:nvSpPr>
              <p:cNvPr id="5504" name="Google Shape;5504;p46"/>
              <p:cNvSpPr/>
              <p:nvPr/>
            </p:nvSpPr>
            <p:spPr>
              <a:xfrm>
                <a:off x="5643808" y="3062875"/>
                <a:ext cx="442627" cy="220631"/>
              </a:xfrm>
              <a:custGeom>
                <a:rect b="b" l="l" r="r" t="t"/>
                <a:pathLst>
                  <a:path extrusionOk="0" h="220631" w="442627">
                    <a:moveTo>
                      <a:pt x="442628" y="220631"/>
                    </a:moveTo>
                    <a:cubicBezTo>
                      <a:pt x="442628" y="98362"/>
                      <a:pt x="343583" y="0"/>
                      <a:pt x="221314" y="0"/>
                    </a:cubicBezTo>
                    <a:cubicBezTo>
                      <a:pt x="99045" y="0"/>
                      <a:pt x="683" y="99045"/>
                      <a:pt x="0" y="220631"/>
                    </a:cubicBezTo>
                    <a:lnTo>
                      <a:pt x="442628" y="220631"/>
                    </a:lnTo>
                    <a:close/>
                  </a:path>
                </a:pathLst>
              </a:custGeom>
              <a:solidFill>
                <a:srgbClr val="428E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5" name="Google Shape;5505;p46"/>
              <p:cNvSpPr/>
              <p:nvPr/>
            </p:nvSpPr>
            <p:spPr>
              <a:xfrm>
                <a:off x="5513342" y="3238424"/>
                <a:ext cx="703559" cy="163936"/>
              </a:xfrm>
              <a:custGeom>
                <a:rect b="b" l="l" r="r" t="t"/>
                <a:pathLst>
                  <a:path extrusionOk="0" h="163936" w="703559">
                    <a:moveTo>
                      <a:pt x="0" y="0"/>
                    </a:moveTo>
                    <a:lnTo>
                      <a:pt x="703560" y="0"/>
                    </a:lnTo>
                    <a:lnTo>
                      <a:pt x="703560" y="163936"/>
                    </a:lnTo>
                    <a:lnTo>
                      <a:pt x="0" y="163936"/>
                    </a:lnTo>
                    <a:close/>
                  </a:path>
                </a:pathLst>
              </a:custGeom>
              <a:solidFill>
                <a:srgbClr val="428E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06" name="Google Shape;5506;p46"/>
            <p:cNvSpPr/>
            <p:nvPr/>
          </p:nvSpPr>
          <p:spPr>
            <a:xfrm>
              <a:off x="4492123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7" name="Google Shape;5507;p46"/>
            <p:cNvSpPr/>
            <p:nvPr/>
          </p:nvSpPr>
          <p:spPr>
            <a:xfrm>
              <a:off x="4571816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8" name="Google Shape;5508;p46"/>
            <p:cNvSpPr/>
            <p:nvPr/>
          </p:nvSpPr>
          <p:spPr>
            <a:xfrm>
              <a:off x="4609565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9" name="Google Shape;5509;p46"/>
            <p:cNvSpPr/>
            <p:nvPr/>
          </p:nvSpPr>
          <p:spPr>
            <a:xfrm>
              <a:off x="4693452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0" name="Google Shape;5510;p46"/>
            <p:cNvSpPr/>
            <p:nvPr/>
          </p:nvSpPr>
          <p:spPr>
            <a:xfrm>
              <a:off x="4731202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1" name="Google Shape;5511;p46"/>
            <p:cNvSpPr/>
            <p:nvPr/>
          </p:nvSpPr>
          <p:spPr>
            <a:xfrm>
              <a:off x="4773146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2" name="Google Shape;5512;p46"/>
            <p:cNvSpPr/>
            <p:nvPr/>
          </p:nvSpPr>
          <p:spPr>
            <a:xfrm>
              <a:off x="4815090" y="3156536"/>
              <a:ext cx="25205" cy="176436"/>
            </a:xfrm>
            <a:custGeom>
              <a:rect b="b" l="l" r="r" t="t"/>
              <a:pathLst>
                <a:path extrusionOk="0" h="286888" w="40984">
                  <a:moveTo>
                    <a:pt x="0" y="0"/>
                  </a:moveTo>
                  <a:lnTo>
                    <a:pt x="40984" y="0"/>
                  </a:lnTo>
                  <a:lnTo>
                    <a:pt x="40984" y="286888"/>
                  </a:lnTo>
                  <a:lnTo>
                    <a:pt x="0" y="28688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3" name="Google Shape;5513;p46"/>
            <p:cNvSpPr/>
            <p:nvPr/>
          </p:nvSpPr>
          <p:spPr>
            <a:xfrm>
              <a:off x="3120561" y="3315923"/>
              <a:ext cx="2100433" cy="50410"/>
            </a:xfrm>
            <a:custGeom>
              <a:rect b="b" l="l" r="r" t="t"/>
              <a:pathLst>
                <a:path extrusionOk="0" h="81968" w="3415338">
                  <a:moveTo>
                    <a:pt x="0" y="0"/>
                  </a:moveTo>
                  <a:lnTo>
                    <a:pt x="3415339" y="0"/>
                  </a:lnTo>
                  <a:lnTo>
                    <a:pt x="3415339" y="81968"/>
                  </a:lnTo>
                  <a:lnTo>
                    <a:pt x="0" y="81968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4" name="Google Shape;5514;p46"/>
            <p:cNvSpPr/>
            <p:nvPr/>
          </p:nvSpPr>
          <p:spPr>
            <a:xfrm>
              <a:off x="3803406" y="2553385"/>
              <a:ext cx="876721" cy="440671"/>
            </a:xfrm>
            <a:custGeom>
              <a:rect b="b" l="l" r="r" t="t"/>
              <a:pathLst>
                <a:path extrusionOk="0" h="716538" w="1425562">
                  <a:moveTo>
                    <a:pt x="1347010" y="157106"/>
                  </a:moveTo>
                  <a:cubicBezTo>
                    <a:pt x="1397556" y="74455"/>
                    <a:pt x="1424879" y="11612"/>
                    <a:pt x="1425562" y="10929"/>
                  </a:cubicBezTo>
                  <a:lnTo>
                    <a:pt x="1400289" y="0"/>
                  </a:lnTo>
                  <a:cubicBezTo>
                    <a:pt x="1398923" y="3415"/>
                    <a:pt x="1309441" y="205603"/>
                    <a:pt x="1155751" y="360660"/>
                  </a:cubicBezTo>
                  <a:lnTo>
                    <a:pt x="1155751" y="157106"/>
                  </a:lnTo>
                  <a:cubicBezTo>
                    <a:pt x="1206297" y="74455"/>
                    <a:pt x="1233620" y="11612"/>
                    <a:pt x="1234303" y="10929"/>
                  </a:cubicBezTo>
                  <a:lnTo>
                    <a:pt x="1209030" y="0"/>
                  </a:lnTo>
                  <a:cubicBezTo>
                    <a:pt x="1206981" y="4782"/>
                    <a:pt x="1012989" y="442628"/>
                    <a:pt x="704926" y="522547"/>
                  </a:cubicBezTo>
                  <a:cubicBezTo>
                    <a:pt x="693314" y="519815"/>
                    <a:pt x="681702" y="515716"/>
                    <a:pt x="670773" y="511618"/>
                  </a:cubicBezTo>
                  <a:lnTo>
                    <a:pt x="670773" y="510935"/>
                  </a:lnTo>
                  <a:lnTo>
                    <a:pt x="668723" y="510935"/>
                  </a:lnTo>
                  <a:cubicBezTo>
                    <a:pt x="385250" y="407792"/>
                    <a:pt x="217899" y="4782"/>
                    <a:pt x="215849" y="0"/>
                  </a:cubicBezTo>
                  <a:lnTo>
                    <a:pt x="190576" y="10246"/>
                  </a:lnTo>
                  <a:cubicBezTo>
                    <a:pt x="191259" y="10929"/>
                    <a:pt x="217899" y="76504"/>
                    <a:pt x="268446" y="161887"/>
                  </a:cubicBezTo>
                  <a:lnTo>
                    <a:pt x="268446" y="369540"/>
                  </a:lnTo>
                  <a:cubicBezTo>
                    <a:pt x="114072" y="213800"/>
                    <a:pt x="26640" y="4098"/>
                    <a:pt x="25274" y="683"/>
                  </a:cubicBezTo>
                  <a:lnTo>
                    <a:pt x="0" y="10929"/>
                  </a:lnTo>
                  <a:cubicBezTo>
                    <a:pt x="683" y="11612"/>
                    <a:pt x="27323" y="77187"/>
                    <a:pt x="77870" y="162570"/>
                  </a:cubicBezTo>
                  <a:lnTo>
                    <a:pt x="77870" y="689216"/>
                  </a:lnTo>
                  <a:lnTo>
                    <a:pt x="9563" y="689216"/>
                  </a:lnTo>
                  <a:lnTo>
                    <a:pt x="9563" y="716538"/>
                  </a:lnTo>
                  <a:lnTo>
                    <a:pt x="200822" y="716538"/>
                  </a:lnTo>
                  <a:lnTo>
                    <a:pt x="1204932" y="716538"/>
                  </a:lnTo>
                  <a:lnTo>
                    <a:pt x="1396191" y="716538"/>
                  </a:lnTo>
                  <a:lnTo>
                    <a:pt x="1396191" y="689216"/>
                  </a:lnTo>
                  <a:lnTo>
                    <a:pt x="1348376" y="689216"/>
                  </a:lnTo>
                  <a:lnTo>
                    <a:pt x="1348376" y="157106"/>
                  </a:lnTo>
                  <a:close/>
                  <a:moveTo>
                    <a:pt x="1319687" y="688532"/>
                  </a:moveTo>
                  <a:lnTo>
                    <a:pt x="1285534" y="688532"/>
                  </a:lnTo>
                  <a:lnTo>
                    <a:pt x="1285534" y="250003"/>
                  </a:lnTo>
                  <a:cubicBezTo>
                    <a:pt x="1297829" y="233609"/>
                    <a:pt x="1308758" y="216533"/>
                    <a:pt x="1319687" y="200822"/>
                  </a:cubicBezTo>
                  <a:lnTo>
                    <a:pt x="1319687" y="688532"/>
                  </a:lnTo>
                  <a:close/>
                  <a:moveTo>
                    <a:pt x="1224057" y="327190"/>
                  </a:moveTo>
                  <a:cubicBezTo>
                    <a:pt x="1235670" y="313528"/>
                    <a:pt x="1246599" y="299867"/>
                    <a:pt x="1258211" y="285522"/>
                  </a:cubicBezTo>
                  <a:lnTo>
                    <a:pt x="1258211" y="687849"/>
                  </a:lnTo>
                  <a:lnTo>
                    <a:pt x="1224057" y="687849"/>
                  </a:lnTo>
                  <a:lnTo>
                    <a:pt x="1224057" y="327190"/>
                  </a:lnTo>
                  <a:close/>
                  <a:moveTo>
                    <a:pt x="1196735" y="357928"/>
                  </a:moveTo>
                  <a:lnTo>
                    <a:pt x="1196735" y="688532"/>
                  </a:lnTo>
                  <a:lnTo>
                    <a:pt x="1162581" y="688532"/>
                  </a:lnTo>
                  <a:lnTo>
                    <a:pt x="1162581" y="392764"/>
                  </a:lnTo>
                  <a:cubicBezTo>
                    <a:pt x="1174194" y="381835"/>
                    <a:pt x="1185805" y="369540"/>
                    <a:pt x="1196735" y="357928"/>
                  </a:cubicBezTo>
                  <a:close/>
                  <a:moveTo>
                    <a:pt x="295085" y="432382"/>
                  </a:moveTo>
                  <a:cubicBezTo>
                    <a:pt x="304648" y="440579"/>
                    <a:pt x="314894" y="448776"/>
                    <a:pt x="324457" y="456289"/>
                  </a:cubicBezTo>
                  <a:lnTo>
                    <a:pt x="322408" y="456289"/>
                  </a:lnTo>
                  <a:lnTo>
                    <a:pt x="322408" y="688532"/>
                  </a:lnTo>
                  <a:lnTo>
                    <a:pt x="295085" y="688532"/>
                  </a:lnTo>
                  <a:lnTo>
                    <a:pt x="295085" y="432382"/>
                  </a:lnTo>
                  <a:close/>
                  <a:moveTo>
                    <a:pt x="356561" y="293719"/>
                  </a:moveTo>
                  <a:cubicBezTo>
                    <a:pt x="367490" y="308064"/>
                    <a:pt x="379103" y="322408"/>
                    <a:pt x="390715" y="336069"/>
                  </a:cubicBezTo>
                  <a:lnTo>
                    <a:pt x="390715" y="468585"/>
                  </a:lnTo>
                  <a:cubicBezTo>
                    <a:pt x="379103" y="461754"/>
                    <a:pt x="367490" y="453557"/>
                    <a:pt x="356561" y="446043"/>
                  </a:cubicBezTo>
                  <a:lnTo>
                    <a:pt x="356561" y="293719"/>
                  </a:lnTo>
                  <a:close/>
                  <a:moveTo>
                    <a:pt x="356561" y="478831"/>
                  </a:moveTo>
                  <a:cubicBezTo>
                    <a:pt x="365441" y="484978"/>
                    <a:pt x="375004" y="490443"/>
                    <a:pt x="383884" y="495907"/>
                  </a:cubicBezTo>
                  <a:lnTo>
                    <a:pt x="383884" y="687849"/>
                  </a:lnTo>
                  <a:lnTo>
                    <a:pt x="356561" y="687849"/>
                  </a:lnTo>
                  <a:lnTo>
                    <a:pt x="356561" y="478831"/>
                  </a:lnTo>
                  <a:close/>
                  <a:moveTo>
                    <a:pt x="418038" y="515033"/>
                  </a:moveTo>
                  <a:cubicBezTo>
                    <a:pt x="429650" y="520498"/>
                    <a:pt x="440579" y="525962"/>
                    <a:pt x="452191" y="530744"/>
                  </a:cubicBezTo>
                  <a:lnTo>
                    <a:pt x="452191" y="688532"/>
                  </a:lnTo>
                  <a:lnTo>
                    <a:pt x="418038" y="688532"/>
                  </a:lnTo>
                  <a:lnTo>
                    <a:pt x="418038" y="515033"/>
                  </a:lnTo>
                  <a:close/>
                  <a:moveTo>
                    <a:pt x="479514" y="426234"/>
                  </a:moveTo>
                  <a:cubicBezTo>
                    <a:pt x="491809" y="436480"/>
                    <a:pt x="503421" y="446726"/>
                    <a:pt x="515716" y="455606"/>
                  </a:cubicBezTo>
                  <a:lnTo>
                    <a:pt x="513667" y="455606"/>
                  </a:lnTo>
                  <a:lnTo>
                    <a:pt x="513667" y="521864"/>
                  </a:lnTo>
                  <a:cubicBezTo>
                    <a:pt x="502055" y="519131"/>
                    <a:pt x="490443" y="515033"/>
                    <a:pt x="479514" y="511618"/>
                  </a:cubicBezTo>
                  <a:lnTo>
                    <a:pt x="479514" y="510935"/>
                  </a:lnTo>
                  <a:lnTo>
                    <a:pt x="479514" y="426234"/>
                  </a:lnTo>
                  <a:close/>
                  <a:moveTo>
                    <a:pt x="882524" y="525279"/>
                  </a:moveTo>
                  <a:cubicBezTo>
                    <a:pt x="871594" y="528012"/>
                    <a:pt x="859982" y="530061"/>
                    <a:pt x="848370" y="531427"/>
                  </a:cubicBezTo>
                  <a:lnTo>
                    <a:pt x="848370" y="489077"/>
                  </a:lnTo>
                  <a:cubicBezTo>
                    <a:pt x="859982" y="482246"/>
                    <a:pt x="870911" y="474732"/>
                    <a:pt x="882524" y="466535"/>
                  </a:cubicBezTo>
                  <a:lnTo>
                    <a:pt x="882524" y="525279"/>
                  </a:lnTo>
                  <a:close/>
                  <a:moveTo>
                    <a:pt x="909846" y="446043"/>
                  </a:moveTo>
                  <a:cubicBezTo>
                    <a:pt x="921458" y="437163"/>
                    <a:pt x="932387" y="427600"/>
                    <a:pt x="944000" y="417354"/>
                  </a:cubicBezTo>
                  <a:lnTo>
                    <a:pt x="944000" y="506153"/>
                  </a:lnTo>
                  <a:cubicBezTo>
                    <a:pt x="933071" y="510252"/>
                    <a:pt x="921458" y="514350"/>
                    <a:pt x="909846" y="517765"/>
                  </a:cubicBezTo>
                  <a:lnTo>
                    <a:pt x="909846" y="446043"/>
                  </a:lnTo>
                  <a:close/>
                  <a:moveTo>
                    <a:pt x="821047" y="534159"/>
                  </a:moveTo>
                  <a:cubicBezTo>
                    <a:pt x="814217" y="534842"/>
                    <a:pt x="807386" y="534842"/>
                    <a:pt x="800555" y="534842"/>
                  </a:cubicBezTo>
                  <a:cubicBezTo>
                    <a:pt x="795774" y="534842"/>
                    <a:pt x="791675" y="534842"/>
                    <a:pt x="786894" y="534842"/>
                  </a:cubicBezTo>
                  <a:lnTo>
                    <a:pt x="786894" y="522547"/>
                  </a:lnTo>
                  <a:cubicBezTo>
                    <a:pt x="798506" y="517082"/>
                    <a:pt x="809435" y="511618"/>
                    <a:pt x="821047" y="505470"/>
                  </a:cubicBezTo>
                  <a:lnTo>
                    <a:pt x="821047" y="534159"/>
                  </a:lnTo>
                  <a:close/>
                  <a:moveTo>
                    <a:pt x="643450" y="532793"/>
                  </a:moveTo>
                  <a:cubicBezTo>
                    <a:pt x="632521" y="534159"/>
                    <a:pt x="620909" y="534159"/>
                    <a:pt x="609296" y="534159"/>
                  </a:cubicBezTo>
                  <a:cubicBezTo>
                    <a:pt x="607247" y="534159"/>
                    <a:pt x="604515" y="534159"/>
                    <a:pt x="602466" y="534159"/>
                  </a:cubicBezTo>
                  <a:lnTo>
                    <a:pt x="602466" y="510935"/>
                  </a:lnTo>
                  <a:cubicBezTo>
                    <a:pt x="616127" y="517765"/>
                    <a:pt x="629789" y="524596"/>
                    <a:pt x="643450" y="530061"/>
                  </a:cubicBezTo>
                  <a:lnTo>
                    <a:pt x="643450" y="532793"/>
                  </a:lnTo>
                  <a:close/>
                  <a:moveTo>
                    <a:pt x="575143" y="532793"/>
                  </a:moveTo>
                  <a:cubicBezTo>
                    <a:pt x="563531" y="531427"/>
                    <a:pt x="551919" y="530061"/>
                    <a:pt x="540990" y="528012"/>
                  </a:cubicBezTo>
                  <a:lnTo>
                    <a:pt x="540990" y="474049"/>
                  </a:lnTo>
                  <a:cubicBezTo>
                    <a:pt x="552602" y="481563"/>
                    <a:pt x="563531" y="489077"/>
                    <a:pt x="575143" y="495907"/>
                  </a:cubicBezTo>
                  <a:lnTo>
                    <a:pt x="575143" y="532793"/>
                  </a:lnTo>
                  <a:close/>
                  <a:moveTo>
                    <a:pt x="479514" y="540307"/>
                  </a:moveTo>
                  <a:cubicBezTo>
                    <a:pt x="491126" y="544405"/>
                    <a:pt x="502055" y="547137"/>
                    <a:pt x="513667" y="549870"/>
                  </a:cubicBezTo>
                  <a:lnTo>
                    <a:pt x="513667" y="687849"/>
                  </a:lnTo>
                  <a:lnTo>
                    <a:pt x="479514" y="687849"/>
                  </a:lnTo>
                  <a:lnTo>
                    <a:pt x="479514" y="540307"/>
                  </a:lnTo>
                  <a:close/>
                  <a:moveTo>
                    <a:pt x="540990" y="556017"/>
                  </a:moveTo>
                  <a:cubicBezTo>
                    <a:pt x="552602" y="558066"/>
                    <a:pt x="563531" y="559433"/>
                    <a:pt x="575143" y="560799"/>
                  </a:cubicBezTo>
                  <a:lnTo>
                    <a:pt x="575143" y="688532"/>
                  </a:lnTo>
                  <a:lnTo>
                    <a:pt x="540990" y="688532"/>
                  </a:lnTo>
                  <a:lnTo>
                    <a:pt x="540990" y="556017"/>
                  </a:lnTo>
                  <a:close/>
                  <a:moveTo>
                    <a:pt x="602466" y="561482"/>
                  </a:moveTo>
                  <a:cubicBezTo>
                    <a:pt x="604515" y="561482"/>
                    <a:pt x="607247" y="561482"/>
                    <a:pt x="609296" y="561482"/>
                  </a:cubicBezTo>
                  <a:cubicBezTo>
                    <a:pt x="618176" y="561482"/>
                    <a:pt x="627739" y="560799"/>
                    <a:pt x="636619" y="560799"/>
                  </a:cubicBezTo>
                  <a:lnTo>
                    <a:pt x="636619" y="687849"/>
                  </a:lnTo>
                  <a:lnTo>
                    <a:pt x="602466" y="687849"/>
                  </a:lnTo>
                  <a:lnTo>
                    <a:pt x="602466" y="561482"/>
                  </a:lnTo>
                  <a:close/>
                  <a:moveTo>
                    <a:pt x="670773" y="557383"/>
                  </a:moveTo>
                  <a:cubicBezTo>
                    <a:pt x="679652" y="556017"/>
                    <a:pt x="689215" y="553968"/>
                    <a:pt x="698095" y="551919"/>
                  </a:cubicBezTo>
                  <a:lnTo>
                    <a:pt x="698095" y="688532"/>
                  </a:lnTo>
                  <a:lnTo>
                    <a:pt x="670773" y="688532"/>
                  </a:lnTo>
                  <a:lnTo>
                    <a:pt x="670773" y="557383"/>
                  </a:lnTo>
                  <a:close/>
                  <a:moveTo>
                    <a:pt x="732249" y="556017"/>
                  </a:moveTo>
                  <a:cubicBezTo>
                    <a:pt x="741128" y="557383"/>
                    <a:pt x="750691" y="558750"/>
                    <a:pt x="759571" y="560116"/>
                  </a:cubicBezTo>
                  <a:lnTo>
                    <a:pt x="759571" y="688532"/>
                  </a:lnTo>
                  <a:lnTo>
                    <a:pt x="732249" y="688532"/>
                  </a:lnTo>
                  <a:lnTo>
                    <a:pt x="732249" y="556017"/>
                  </a:lnTo>
                  <a:close/>
                  <a:moveTo>
                    <a:pt x="793725" y="561482"/>
                  </a:moveTo>
                  <a:cubicBezTo>
                    <a:pt x="795774" y="561482"/>
                    <a:pt x="798506" y="561482"/>
                    <a:pt x="800555" y="561482"/>
                  </a:cubicBezTo>
                  <a:cubicBezTo>
                    <a:pt x="807386" y="561482"/>
                    <a:pt x="814217" y="561482"/>
                    <a:pt x="821047" y="560799"/>
                  </a:cubicBezTo>
                  <a:lnTo>
                    <a:pt x="821047" y="687849"/>
                  </a:lnTo>
                  <a:lnTo>
                    <a:pt x="793725" y="687849"/>
                  </a:lnTo>
                  <a:lnTo>
                    <a:pt x="793725" y="561482"/>
                  </a:lnTo>
                  <a:close/>
                  <a:moveTo>
                    <a:pt x="855201" y="558066"/>
                  </a:moveTo>
                  <a:cubicBezTo>
                    <a:pt x="864081" y="556700"/>
                    <a:pt x="873644" y="555334"/>
                    <a:pt x="882524" y="553285"/>
                  </a:cubicBezTo>
                  <a:lnTo>
                    <a:pt x="882524" y="688532"/>
                  </a:lnTo>
                  <a:lnTo>
                    <a:pt x="855201" y="688532"/>
                  </a:lnTo>
                  <a:lnTo>
                    <a:pt x="855201" y="558066"/>
                  </a:lnTo>
                  <a:close/>
                  <a:moveTo>
                    <a:pt x="916677" y="545088"/>
                  </a:moveTo>
                  <a:cubicBezTo>
                    <a:pt x="925557" y="542356"/>
                    <a:pt x="935120" y="539624"/>
                    <a:pt x="944000" y="536208"/>
                  </a:cubicBezTo>
                  <a:lnTo>
                    <a:pt x="944000" y="688532"/>
                  </a:lnTo>
                  <a:lnTo>
                    <a:pt x="916677" y="688532"/>
                  </a:lnTo>
                  <a:lnTo>
                    <a:pt x="916677" y="545088"/>
                  </a:lnTo>
                  <a:lnTo>
                    <a:pt x="916677" y="545088"/>
                  </a:lnTo>
                  <a:close/>
                  <a:moveTo>
                    <a:pt x="978153" y="521864"/>
                  </a:moveTo>
                  <a:cubicBezTo>
                    <a:pt x="987033" y="517765"/>
                    <a:pt x="996596" y="512984"/>
                    <a:pt x="1005476" y="508203"/>
                  </a:cubicBezTo>
                  <a:lnTo>
                    <a:pt x="1005476" y="687849"/>
                  </a:lnTo>
                  <a:lnTo>
                    <a:pt x="978153" y="687849"/>
                  </a:lnTo>
                  <a:lnTo>
                    <a:pt x="978153" y="521864"/>
                  </a:lnTo>
                  <a:close/>
                  <a:moveTo>
                    <a:pt x="1066952" y="437846"/>
                  </a:moveTo>
                  <a:cubicBezTo>
                    <a:pt x="1056023" y="446043"/>
                    <a:pt x="1044411" y="454240"/>
                    <a:pt x="1032798" y="461071"/>
                  </a:cubicBezTo>
                  <a:lnTo>
                    <a:pt x="1032798" y="327190"/>
                  </a:lnTo>
                  <a:cubicBezTo>
                    <a:pt x="1044411" y="313528"/>
                    <a:pt x="1055340" y="299867"/>
                    <a:pt x="1066952" y="285522"/>
                  </a:cubicBezTo>
                  <a:lnTo>
                    <a:pt x="1066952" y="437846"/>
                  </a:lnTo>
                  <a:close/>
                  <a:moveTo>
                    <a:pt x="1039629" y="489077"/>
                  </a:moveTo>
                  <a:cubicBezTo>
                    <a:pt x="1048509" y="483612"/>
                    <a:pt x="1058072" y="477465"/>
                    <a:pt x="1066952" y="471317"/>
                  </a:cubicBezTo>
                  <a:lnTo>
                    <a:pt x="1066952" y="688532"/>
                  </a:lnTo>
                  <a:lnTo>
                    <a:pt x="1039629" y="688532"/>
                  </a:lnTo>
                  <a:lnTo>
                    <a:pt x="1039629" y="489077"/>
                  </a:lnTo>
                  <a:close/>
                  <a:moveTo>
                    <a:pt x="1101105" y="446043"/>
                  </a:moveTo>
                  <a:cubicBezTo>
                    <a:pt x="1109985" y="439213"/>
                    <a:pt x="1119548" y="431699"/>
                    <a:pt x="1128428" y="423502"/>
                  </a:cubicBezTo>
                  <a:lnTo>
                    <a:pt x="1128428" y="687849"/>
                  </a:lnTo>
                  <a:lnTo>
                    <a:pt x="1101105" y="687849"/>
                  </a:lnTo>
                  <a:lnTo>
                    <a:pt x="1101105" y="446043"/>
                  </a:lnTo>
                  <a:close/>
                  <a:moveTo>
                    <a:pt x="1128428" y="386616"/>
                  </a:moveTo>
                  <a:cubicBezTo>
                    <a:pt x="1117499" y="396862"/>
                    <a:pt x="1105887" y="407108"/>
                    <a:pt x="1094275" y="415988"/>
                  </a:cubicBezTo>
                  <a:lnTo>
                    <a:pt x="1094275" y="248637"/>
                  </a:lnTo>
                  <a:cubicBezTo>
                    <a:pt x="1106570" y="232243"/>
                    <a:pt x="1117499" y="215166"/>
                    <a:pt x="1128428" y="199456"/>
                  </a:cubicBezTo>
                  <a:lnTo>
                    <a:pt x="1128428" y="386616"/>
                  </a:lnTo>
                  <a:close/>
                  <a:moveTo>
                    <a:pt x="1005476" y="357928"/>
                  </a:moveTo>
                  <a:lnTo>
                    <a:pt x="1005476" y="478147"/>
                  </a:lnTo>
                  <a:cubicBezTo>
                    <a:pt x="994547" y="484295"/>
                    <a:pt x="982934" y="490443"/>
                    <a:pt x="971322" y="495907"/>
                  </a:cubicBezTo>
                  <a:lnTo>
                    <a:pt x="971322" y="393447"/>
                  </a:lnTo>
                  <a:cubicBezTo>
                    <a:pt x="982934" y="381835"/>
                    <a:pt x="994547" y="369540"/>
                    <a:pt x="1005476" y="357928"/>
                  </a:cubicBezTo>
                  <a:close/>
                  <a:moveTo>
                    <a:pt x="452191" y="401644"/>
                  </a:moveTo>
                  <a:lnTo>
                    <a:pt x="452191" y="500689"/>
                  </a:lnTo>
                  <a:cubicBezTo>
                    <a:pt x="440579" y="495907"/>
                    <a:pt x="428966" y="489760"/>
                    <a:pt x="418038" y="484295"/>
                  </a:cubicBezTo>
                  <a:lnTo>
                    <a:pt x="418038" y="366807"/>
                  </a:lnTo>
                  <a:cubicBezTo>
                    <a:pt x="429650" y="378420"/>
                    <a:pt x="441262" y="390032"/>
                    <a:pt x="452191" y="401644"/>
                  </a:cubicBezTo>
                  <a:close/>
                  <a:moveTo>
                    <a:pt x="295085" y="206287"/>
                  </a:moveTo>
                  <a:cubicBezTo>
                    <a:pt x="306014" y="223363"/>
                    <a:pt x="317626" y="240440"/>
                    <a:pt x="329922" y="258200"/>
                  </a:cubicBezTo>
                  <a:lnTo>
                    <a:pt x="329239" y="258200"/>
                  </a:lnTo>
                  <a:lnTo>
                    <a:pt x="329239" y="424868"/>
                  </a:lnTo>
                  <a:cubicBezTo>
                    <a:pt x="317626" y="415305"/>
                    <a:pt x="306014" y="405742"/>
                    <a:pt x="295085" y="395496"/>
                  </a:cubicBezTo>
                  <a:lnTo>
                    <a:pt x="295085" y="206287"/>
                  </a:lnTo>
                  <a:close/>
                  <a:moveTo>
                    <a:pt x="260932" y="401644"/>
                  </a:moveTo>
                  <a:lnTo>
                    <a:pt x="260932" y="688532"/>
                  </a:lnTo>
                  <a:lnTo>
                    <a:pt x="226779" y="688532"/>
                  </a:lnTo>
                  <a:lnTo>
                    <a:pt x="226779" y="366807"/>
                  </a:lnTo>
                  <a:cubicBezTo>
                    <a:pt x="238391" y="378420"/>
                    <a:pt x="250003" y="390032"/>
                    <a:pt x="260932" y="401644"/>
                  </a:cubicBezTo>
                  <a:close/>
                  <a:moveTo>
                    <a:pt x="103826" y="206287"/>
                  </a:moveTo>
                  <a:cubicBezTo>
                    <a:pt x="114755" y="223363"/>
                    <a:pt x="126368" y="240440"/>
                    <a:pt x="138663" y="258200"/>
                  </a:cubicBezTo>
                  <a:lnTo>
                    <a:pt x="137980" y="258200"/>
                  </a:lnTo>
                  <a:lnTo>
                    <a:pt x="137980" y="688532"/>
                  </a:lnTo>
                  <a:lnTo>
                    <a:pt x="103826" y="688532"/>
                  </a:lnTo>
                  <a:lnTo>
                    <a:pt x="103826" y="206287"/>
                  </a:lnTo>
                  <a:close/>
                  <a:moveTo>
                    <a:pt x="165302" y="688532"/>
                  </a:moveTo>
                  <a:lnTo>
                    <a:pt x="165302" y="294402"/>
                  </a:lnTo>
                  <a:cubicBezTo>
                    <a:pt x="176231" y="308747"/>
                    <a:pt x="187844" y="323091"/>
                    <a:pt x="199456" y="336753"/>
                  </a:cubicBezTo>
                  <a:lnTo>
                    <a:pt x="199456" y="689216"/>
                  </a:lnTo>
                  <a:lnTo>
                    <a:pt x="165302" y="68921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5" name="Google Shape;5515;p46"/>
            <p:cNvSpPr/>
            <p:nvPr/>
          </p:nvSpPr>
          <p:spPr>
            <a:xfrm>
              <a:off x="3791662" y="2439298"/>
              <a:ext cx="155432" cy="903186"/>
            </a:xfrm>
            <a:custGeom>
              <a:rect b="b" l="l" r="r" t="t"/>
              <a:pathLst>
                <a:path extrusionOk="0" h="1468595" w="252735">
                  <a:moveTo>
                    <a:pt x="191259" y="0"/>
                  </a:moveTo>
                  <a:lnTo>
                    <a:pt x="191259" y="143444"/>
                  </a:lnTo>
                  <a:lnTo>
                    <a:pt x="61476" y="143444"/>
                  </a:lnTo>
                  <a:lnTo>
                    <a:pt x="61476" y="0"/>
                  </a:lnTo>
                  <a:lnTo>
                    <a:pt x="0" y="0"/>
                  </a:lnTo>
                  <a:lnTo>
                    <a:pt x="0" y="1468595"/>
                  </a:lnTo>
                  <a:lnTo>
                    <a:pt x="61476" y="1468595"/>
                  </a:lnTo>
                  <a:lnTo>
                    <a:pt x="61476" y="1086078"/>
                  </a:lnTo>
                  <a:lnTo>
                    <a:pt x="191259" y="1086078"/>
                  </a:lnTo>
                  <a:lnTo>
                    <a:pt x="191259" y="1468595"/>
                  </a:lnTo>
                  <a:lnTo>
                    <a:pt x="252735" y="1468595"/>
                  </a:lnTo>
                  <a:lnTo>
                    <a:pt x="252735" y="0"/>
                  </a:lnTo>
                  <a:lnTo>
                    <a:pt x="191259" y="0"/>
                  </a:lnTo>
                  <a:close/>
                  <a:moveTo>
                    <a:pt x="61476" y="1058755"/>
                  </a:moveTo>
                  <a:lnTo>
                    <a:pt x="61476" y="170767"/>
                  </a:lnTo>
                  <a:lnTo>
                    <a:pt x="191259" y="170767"/>
                  </a:lnTo>
                  <a:lnTo>
                    <a:pt x="191259" y="1058755"/>
                  </a:lnTo>
                  <a:lnTo>
                    <a:pt x="61476" y="1058755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6" name="Google Shape;5516;p46"/>
            <p:cNvSpPr/>
            <p:nvPr/>
          </p:nvSpPr>
          <p:spPr>
            <a:xfrm>
              <a:off x="4525677" y="2439298"/>
              <a:ext cx="155432" cy="903186"/>
            </a:xfrm>
            <a:custGeom>
              <a:rect b="b" l="l" r="r" t="t"/>
              <a:pathLst>
                <a:path extrusionOk="0" h="1468595" w="252735">
                  <a:moveTo>
                    <a:pt x="191259" y="0"/>
                  </a:moveTo>
                  <a:lnTo>
                    <a:pt x="191259" y="143444"/>
                  </a:lnTo>
                  <a:lnTo>
                    <a:pt x="61476" y="143444"/>
                  </a:lnTo>
                  <a:lnTo>
                    <a:pt x="61476" y="0"/>
                  </a:lnTo>
                  <a:lnTo>
                    <a:pt x="0" y="0"/>
                  </a:lnTo>
                  <a:lnTo>
                    <a:pt x="0" y="1468595"/>
                  </a:lnTo>
                  <a:lnTo>
                    <a:pt x="61476" y="1468595"/>
                  </a:lnTo>
                  <a:lnTo>
                    <a:pt x="61476" y="1086078"/>
                  </a:lnTo>
                  <a:lnTo>
                    <a:pt x="191259" y="1086078"/>
                  </a:lnTo>
                  <a:lnTo>
                    <a:pt x="191259" y="1468595"/>
                  </a:lnTo>
                  <a:lnTo>
                    <a:pt x="252735" y="1468595"/>
                  </a:lnTo>
                  <a:lnTo>
                    <a:pt x="252735" y="0"/>
                  </a:lnTo>
                  <a:lnTo>
                    <a:pt x="191259" y="0"/>
                  </a:lnTo>
                  <a:close/>
                  <a:moveTo>
                    <a:pt x="61476" y="1058755"/>
                  </a:moveTo>
                  <a:lnTo>
                    <a:pt x="61476" y="170767"/>
                  </a:lnTo>
                  <a:lnTo>
                    <a:pt x="191259" y="170767"/>
                  </a:lnTo>
                  <a:lnTo>
                    <a:pt x="191259" y="1058755"/>
                  </a:lnTo>
                  <a:lnTo>
                    <a:pt x="61476" y="1058755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7" name="Google Shape;5517;p46"/>
          <p:cNvSpPr/>
          <p:nvPr/>
        </p:nvSpPr>
        <p:spPr>
          <a:xfrm>
            <a:off x="6954234" y="2010841"/>
            <a:ext cx="1319072" cy="396158"/>
          </a:xfrm>
          <a:custGeom>
            <a:rect b="b" l="l" r="r" t="t"/>
            <a:pathLst>
              <a:path extrusionOk="0" h="644160" w="2144832">
                <a:moveTo>
                  <a:pt x="2144833" y="349758"/>
                </a:moveTo>
                <a:cubicBezTo>
                  <a:pt x="2144833" y="289649"/>
                  <a:pt x="2096335" y="241150"/>
                  <a:pt x="2036225" y="241150"/>
                </a:cubicBezTo>
                <a:lnTo>
                  <a:pt x="1652341" y="241150"/>
                </a:lnTo>
                <a:lnTo>
                  <a:pt x="1652341" y="181724"/>
                </a:lnTo>
                <a:lnTo>
                  <a:pt x="1606575" y="181724"/>
                </a:lnTo>
                <a:lnTo>
                  <a:pt x="1597012" y="181724"/>
                </a:lnTo>
                <a:lnTo>
                  <a:pt x="1495918" y="78580"/>
                </a:lnTo>
                <a:cubicBezTo>
                  <a:pt x="1492503" y="75165"/>
                  <a:pt x="1491137" y="70384"/>
                  <a:pt x="1491820" y="65602"/>
                </a:cubicBezTo>
                <a:cubicBezTo>
                  <a:pt x="1492503" y="60821"/>
                  <a:pt x="1495918" y="56722"/>
                  <a:pt x="1500017" y="54673"/>
                </a:cubicBezTo>
                <a:lnTo>
                  <a:pt x="1605209" y="6858"/>
                </a:lnTo>
                <a:cubicBezTo>
                  <a:pt x="1607258" y="6175"/>
                  <a:pt x="1607942" y="4126"/>
                  <a:pt x="1606575" y="2077"/>
                </a:cubicBezTo>
                <a:cubicBezTo>
                  <a:pt x="1605892" y="28"/>
                  <a:pt x="1603843" y="-655"/>
                  <a:pt x="1601794" y="711"/>
                </a:cubicBezTo>
                <a:lnTo>
                  <a:pt x="1496602" y="48525"/>
                </a:lnTo>
                <a:cubicBezTo>
                  <a:pt x="1490454" y="51258"/>
                  <a:pt x="1485672" y="57406"/>
                  <a:pt x="1484306" y="64236"/>
                </a:cubicBezTo>
                <a:cubicBezTo>
                  <a:pt x="1482940" y="71067"/>
                  <a:pt x="1484989" y="77898"/>
                  <a:pt x="1489771" y="83362"/>
                </a:cubicBezTo>
                <a:lnTo>
                  <a:pt x="1586083" y="181724"/>
                </a:lnTo>
                <a:lnTo>
                  <a:pt x="1559444" y="181724"/>
                </a:lnTo>
                <a:lnTo>
                  <a:pt x="1459033" y="79263"/>
                </a:lnTo>
                <a:cubicBezTo>
                  <a:pt x="1455618" y="75848"/>
                  <a:pt x="1454251" y="71067"/>
                  <a:pt x="1454934" y="65602"/>
                </a:cubicBezTo>
                <a:cubicBezTo>
                  <a:pt x="1455618" y="60821"/>
                  <a:pt x="1459033" y="56722"/>
                  <a:pt x="1463814" y="54673"/>
                </a:cubicBezTo>
                <a:lnTo>
                  <a:pt x="1569007" y="6858"/>
                </a:lnTo>
                <a:cubicBezTo>
                  <a:pt x="1571056" y="6175"/>
                  <a:pt x="1571739" y="4126"/>
                  <a:pt x="1570373" y="2077"/>
                </a:cubicBezTo>
                <a:cubicBezTo>
                  <a:pt x="1569690" y="28"/>
                  <a:pt x="1567640" y="-655"/>
                  <a:pt x="1565591" y="711"/>
                </a:cubicBezTo>
                <a:lnTo>
                  <a:pt x="1461765" y="47842"/>
                </a:lnTo>
                <a:cubicBezTo>
                  <a:pt x="1454934" y="50575"/>
                  <a:pt x="1450836" y="56722"/>
                  <a:pt x="1449470" y="64236"/>
                </a:cubicBezTo>
                <a:cubicBezTo>
                  <a:pt x="1448104" y="71750"/>
                  <a:pt x="1450153" y="78580"/>
                  <a:pt x="1455618" y="84045"/>
                </a:cubicBezTo>
                <a:lnTo>
                  <a:pt x="1551247" y="181724"/>
                </a:lnTo>
                <a:lnTo>
                  <a:pt x="1503432" y="181724"/>
                </a:lnTo>
                <a:lnTo>
                  <a:pt x="1503432" y="241150"/>
                </a:lnTo>
                <a:lnTo>
                  <a:pt x="1195369" y="241150"/>
                </a:lnTo>
                <a:cubicBezTo>
                  <a:pt x="1135259" y="241150"/>
                  <a:pt x="1086761" y="289649"/>
                  <a:pt x="1086761" y="349758"/>
                </a:cubicBezTo>
                <a:lnTo>
                  <a:pt x="1086761" y="552630"/>
                </a:lnTo>
                <a:lnTo>
                  <a:pt x="1059438" y="552630"/>
                </a:lnTo>
                <a:lnTo>
                  <a:pt x="1059438" y="349758"/>
                </a:lnTo>
                <a:cubicBezTo>
                  <a:pt x="1059438" y="289649"/>
                  <a:pt x="1010940" y="241150"/>
                  <a:pt x="950830" y="241150"/>
                </a:cubicBezTo>
                <a:lnTo>
                  <a:pt x="108608" y="241150"/>
                </a:lnTo>
                <a:cubicBezTo>
                  <a:pt x="48498" y="241150"/>
                  <a:pt x="0" y="289649"/>
                  <a:pt x="0" y="349758"/>
                </a:cubicBezTo>
                <a:lnTo>
                  <a:pt x="0" y="594297"/>
                </a:lnTo>
                <a:lnTo>
                  <a:pt x="186477" y="594297"/>
                </a:lnTo>
                <a:cubicBezTo>
                  <a:pt x="185795" y="597029"/>
                  <a:pt x="185795" y="599761"/>
                  <a:pt x="185795" y="603176"/>
                </a:cubicBezTo>
                <a:cubicBezTo>
                  <a:pt x="185795" y="625718"/>
                  <a:pt x="204237" y="644160"/>
                  <a:pt x="226779" y="644160"/>
                </a:cubicBezTo>
                <a:cubicBezTo>
                  <a:pt x="249320" y="644160"/>
                  <a:pt x="267763" y="625718"/>
                  <a:pt x="267763" y="603176"/>
                </a:cubicBezTo>
                <a:cubicBezTo>
                  <a:pt x="267763" y="600444"/>
                  <a:pt x="267763" y="597029"/>
                  <a:pt x="267080" y="594297"/>
                </a:cubicBezTo>
                <a:lnTo>
                  <a:pt x="299867" y="594297"/>
                </a:lnTo>
                <a:cubicBezTo>
                  <a:pt x="299184" y="597029"/>
                  <a:pt x="299184" y="599761"/>
                  <a:pt x="299184" y="603176"/>
                </a:cubicBezTo>
                <a:cubicBezTo>
                  <a:pt x="299184" y="625718"/>
                  <a:pt x="317626" y="644160"/>
                  <a:pt x="340168" y="644160"/>
                </a:cubicBezTo>
                <a:cubicBezTo>
                  <a:pt x="362709" y="644160"/>
                  <a:pt x="381152" y="625718"/>
                  <a:pt x="381152" y="603176"/>
                </a:cubicBezTo>
                <a:cubicBezTo>
                  <a:pt x="381152" y="600444"/>
                  <a:pt x="381152" y="597029"/>
                  <a:pt x="380469" y="594297"/>
                </a:cubicBezTo>
                <a:lnTo>
                  <a:pt x="700144" y="594297"/>
                </a:lnTo>
                <a:cubicBezTo>
                  <a:pt x="699462" y="597029"/>
                  <a:pt x="699462" y="599761"/>
                  <a:pt x="699462" y="603176"/>
                </a:cubicBezTo>
                <a:cubicBezTo>
                  <a:pt x="699462" y="625718"/>
                  <a:pt x="717904" y="644160"/>
                  <a:pt x="740446" y="644160"/>
                </a:cubicBezTo>
                <a:cubicBezTo>
                  <a:pt x="762987" y="644160"/>
                  <a:pt x="781430" y="625718"/>
                  <a:pt x="781430" y="603176"/>
                </a:cubicBezTo>
                <a:cubicBezTo>
                  <a:pt x="781430" y="600444"/>
                  <a:pt x="781430" y="597029"/>
                  <a:pt x="780746" y="594297"/>
                </a:cubicBezTo>
                <a:lnTo>
                  <a:pt x="813534" y="594297"/>
                </a:lnTo>
                <a:cubicBezTo>
                  <a:pt x="812851" y="597029"/>
                  <a:pt x="812851" y="599761"/>
                  <a:pt x="812851" y="603176"/>
                </a:cubicBezTo>
                <a:cubicBezTo>
                  <a:pt x="812851" y="625718"/>
                  <a:pt x="831293" y="644160"/>
                  <a:pt x="853835" y="644160"/>
                </a:cubicBezTo>
                <a:cubicBezTo>
                  <a:pt x="876376" y="644160"/>
                  <a:pt x="894819" y="625718"/>
                  <a:pt x="894819" y="603176"/>
                </a:cubicBezTo>
                <a:cubicBezTo>
                  <a:pt x="894819" y="600444"/>
                  <a:pt x="894819" y="597029"/>
                  <a:pt x="894136" y="594297"/>
                </a:cubicBezTo>
                <a:lnTo>
                  <a:pt x="1058072" y="594297"/>
                </a:lnTo>
                <a:lnTo>
                  <a:pt x="1058072" y="588832"/>
                </a:lnTo>
                <a:lnTo>
                  <a:pt x="1085395" y="588832"/>
                </a:lnTo>
                <a:lnTo>
                  <a:pt x="1085395" y="594297"/>
                </a:lnTo>
                <a:lnTo>
                  <a:pt x="1271872" y="594297"/>
                </a:lnTo>
                <a:cubicBezTo>
                  <a:pt x="1271189" y="597029"/>
                  <a:pt x="1271189" y="599761"/>
                  <a:pt x="1271189" y="603176"/>
                </a:cubicBezTo>
                <a:cubicBezTo>
                  <a:pt x="1271189" y="625718"/>
                  <a:pt x="1289632" y="644160"/>
                  <a:pt x="1312173" y="644160"/>
                </a:cubicBezTo>
                <a:cubicBezTo>
                  <a:pt x="1334715" y="644160"/>
                  <a:pt x="1353157" y="625718"/>
                  <a:pt x="1353157" y="603176"/>
                </a:cubicBezTo>
                <a:cubicBezTo>
                  <a:pt x="1353157" y="600444"/>
                  <a:pt x="1353157" y="597029"/>
                  <a:pt x="1352474" y="594297"/>
                </a:cubicBezTo>
                <a:lnTo>
                  <a:pt x="1385261" y="594297"/>
                </a:lnTo>
                <a:cubicBezTo>
                  <a:pt x="1384578" y="597029"/>
                  <a:pt x="1384578" y="599761"/>
                  <a:pt x="1384578" y="603176"/>
                </a:cubicBezTo>
                <a:cubicBezTo>
                  <a:pt x="1384578" y="625718"/>
                  <a:pt x="1403021" y="644160"/>
                  <a:pt x="1425562" y="644160"/>
                </a:cubicBezTo>
                <a:cubicBezTo>
                  <a:pt x="1448104" y="644160"/>
                  <a:pt x="1466546" y="625718"/>
                  <a:pt x="1466546" y="603176"/>
                </a:cubicBezTo>
                <a:cubicBezTo>
                  <a:pt x="1466546" y="600444"/>
                  <a:pt x="1466546" y="597029"/>
                  <a:pt x="1465864" y="594297"/>
                </a:cubicBezTo>
                <a:lnTo>
                  <a:pt x="1785539" y="594297"/>
                </a:lnTo>
                <a:cubicBezTo>
                  <a:pt x="1784856" y="597029"/>
                  <a:pt x="1784856" y="599761"/>
                  <a:pt x="1784856" y="603176"/>
                </a:cubicBezTo>
                <a:cubicBezTo>
                  <a:pt x="1784856" y="625718"/>
                  <a:pt x="1803299" y="644160"/>
                  <a:pt x="1825840" y="644160"/>
                </a:cubicBezTo>
                <a:cubicBezTo>
                  <a:pt x="1848381" y="644160"/>
                  <a:pt x="1866824" y="625718"/>
                  <a:pt x="1866824" y="603176"/>
                </a:cubicBezTo>
                <a:cubicBezTo>
                  <a:pt x="1866824" y="600444"/>
                  <a:pt x="1866824" y="597029"/>
                  <a:pt x="1866141" y="594297"/>
                </a:cubicBezTo>
                <a:lnTo>
                  <a:pt x="1898928" y="594297"/>
                </a:lnTo>
                <a:cubicBezTo>
                  <a:pt x="1898245" y="597029"/>
                  <a:pt x="1898245" y="599761"/>
                  <a:pt x="1898245" y="603176"/>
                </a:cubicBezTo>
                <a:cubicBezTo>
                  <a:pt x="1898245" y="625718"/>
                  <a:pt x="1916688" y="644160"/>
                  <a:pt x="1939229" y="644160"/>
                </a:cubicBezTo>
                <a:cubicBezTo>
                  <a:pt x="1961771" y="644160"/>
                  <a:pt x="1980213" y="625718"/>
                  <a:pt x="1980213" y="603176"/>
                </a:cubicBezTo>
                <a:cubicBezTo>
                  <a:pt x="1980213" y="600444"/>
                  <a:pt x="1980213" y="597029"/>
                  <a:pt x="1979530" y="594297"/>
                </a:cubicBezTo>
                <a:lnTo>
                  <a:pt x="2143466" y="594297"/>
                </a:lnTo>
                <a:lnTo>
                  <a:pt x="2143466" y="349758"/>
                </a:lnTo>
                <a:close/>
                <a:moveTo>
                  <a:pt x="116805" y="330633"/>
                </a:moveTo>
                <a:lnTo>
                  <a:pt x="176231" y="330633"/>
                </a:lnTo>
                <a:lnTo>
                  <a:pt x="176231" y="424896"/>
                </a:lnTo>
                <a:lnTo>
                  <a:pt x="116805" y="424896"/>
                </a:lnTo>
                <a:lnTo>
                  <a:pt x="116805" y="330633"/>
                </a:lnTo>
                <a:close/>
                <a:moveTo>
                  <a:pt x="32787" y="330633"/>
                </a:moveTo>
                <a:lnTo>
                  <a:pt x="92214" y="330633"/>
                </a:lnTo>
                <a:lnTo>
                  <a:pt x="92214" y="424896"/>
                </a:lnTo>
                <a:lnTo>
                  <a:pt x="32787" y="424896"/>
                </a:lnTo>
                <a:lnTo>
                  <a:pt x="32787" y="330633"/>
                </a:lnTo>
                <a:close/>
                <a:moveTo>
                  <a:pt x="123636" y="543749"/>
                </a:moveTo>
                <a:lnTo>
                  <a:pt x="88116" y="543749"/>
                </a:lnTo>
                <a:lnTo>
                  <a:pt x="88116" y="449486"/>
                </a:lnTo>
                <a:lnTo>
                  <a:pt x="123636" y="449486"/>
                </a:lnTo>
                <a:lnTo>
                  <a:pt x="123636" y="543749"/>
                </a:lnTo>
                <a:close/>
                <a:moveTo>
                  <a:pt x="181696" y="543749"/>
                </a:moveTo>
                <a:lnTo>
                  <a:pt x="146177" y="543749"/>
                </a:lnTo>
                <a:lnTo>
                  <a:pt x="146177" y="449486"/>
                </a:lnTo>
                <a:lnTo>
                  <a:pt x="181696" y="449486"/>
                </a:lnTo>
                <a:lnTo>
                  <a:pt x="181696" y="543749"/>
                </a:lnTo>
                <a:close/>
                <a:moveTo>
                  <a:pt x="335387" y="434459"/>
                </a:moveTo>
                <a:lnTo>
                  <a:pt x="247953" y="434459"/>
                </a:lnTo>
                <a:lnTo>
                  <a:pt x="247953" y="368884"/>
                </a:lnTo>
                <a:lnTo>
                  <a:pt x="335387" y="368884"/>
                </a:lnTo>
                <a:lnTo>
                  <a:pt x="335387" y="434459"/>
                </a:lnTo>
                <a:close/>
                <a:moveTo>
                  <a:pt x="335387" y="357955"/>
                </a:moveTo>
                <a:lnTo>
                  <a:pt x="247953" y="357955"/>
                </a:lnTo>
                <a:lnTo>
                  <a:pt x="247953" y="308774"/>
                </a:lnTo>
                <a:lnTo>
                  <a:pt x="335387" y="308774"/>
                </a:lnTo>
                <a:lnTo>
                  <a:pt x="335387" y="357955"/>
                </a:lnTo>
                <a:close/>
                <a:moveTo>
                  <a:pt x="448776" y="434459"/>
                </a:moveTo>
                <a:lnTo>
                  <a:pt x="361343" y="434459"/>
                </a:lnTo>
                <a:lnTo>
                  <a:pt x="361343" y="368884"/>
                </a:lnTo>
                <a:lnTo>
                  <a:pt x="448776" y="368884"/>
                </a:lnTo>
                <a:lnTo>
                  <a:pt x="448776" y="434459"/>
                </a:lnTo>
                <a:close/>
                <a:moveTo>
                  <a:pt x="448776" y="357955"/>
                </a:moveTo>
                <a:lnTo>
                  <a:pt x="361343" y="357955"/>
                </a:lnTo>
                <a:lnTo>
                  <a:pt x="361343" y="308774"/>
                </a:lnTo>
                <a:lnTo>
                  <a:pt x="448776" y="308774"/>
                </a:lnTo>
                <a:lnTo>
                  <a:pt x="448776" y="357955"/>
                </a:lnTo>
                <a:close/>
                <a:moveTo>
                  <a:pt x="562165" y="434459"/>
                </a:moveTo>
                <a:lnTo>
                  <a:pt x="474732" y="434459"/>
                </a:lnTo>
                <a:lnTo>
                  <a:pt x="474732" y="368884"/>
                </a:lnTo>
                <a:lnTo>
                  <a:pt x="562165" y="368884"/>
                </a:lnTo>
                <a:lnTo>
                  <a:pt x="562165" y="434459"/>
                </a:lnTo>
                <a:close/>
                <a:moveTo>
                  <a:pt x="562165" y="357955"/>
                </a:moveTo>
                <a:lnTo>
                  <a:pt x="474732" y="357955"/>
                </a:lnTo>
                <a:lnTo>
                  <a:pt x="474732" y="308774"/>
                </a:lnTo>
                <a:lnTo>
                  <a:pt x="562165" y="308774"/>
                </a:lnTo>
                <a:lnTo>
                  <a:pt x="562165" y="357955"/>
                </a:lnTo>
                <a:close/>
                <a:moveTo>
                  <a:pt x="675554" y="434459"/>
                </a:moveTo>
                <a:lnTo>
                  <a:pt x="588122" y="434459"/>
                </a:lnTo>
                <a:lnTo>
                  <a:pt x="588122" y="368884"/>
                </a:lnTo>
                <a:lnTo>
                  <a:pt x="675554" y="368884"/>
                </a:lnTo>
                <a:lnTo>
                  <a:pt x="675554" y="434459"/>
                </a:lnTo>
                <a:close/>
                <a:moveTo>
                  <a:pt x="675554" y="357955"/>
                </a:moveTo>
                <a:lnTo>
                  <a:pt x="588122" y="357955"/>
                </a:lnTo>
                <a:lnTo>
                  <a:pt x="588122" y="308774"/>
                </a:lnTo>
                <a:lnTo>
                  <a:pt x="675554" y="308774"/>
                </a:lnTo>
                <a:lnTo>
                  <a:pt x="675554" y="357955"/>
                </a:lnTo>
                <a:close/>
                <a:moveTo>
                  <a:pt x="788943" y="434459"/>
                </a:moveTo>
                <a:lnTo>
                  <a:pt x="701511" y="434459"/>
                </a:lnTo>
                <a:lnTo>
                  <a:pt x="701511" y="368884"/>
                </a:lnTo>
                <a:lnTo>
                  <a:pt x="788943" y="368884"/>
                </a:lnTo>
                <a:lnTo>
                  <a:pt x="788943" y="434459"/>
                </a:lnTo>
                <a:close/>
                <a:moveTo>
                  <a:pt x="788943" y="357955"/>
                </a:moveTo>
                <a:lnTo>
                  <a:pt x="701511" y="357955"/>
                </a:lnTo>
                <a:lnTo>
                  <a:pt x="701511" y="308774"/>
                </a:lnTo>
                <a:lnTo>
                  <a:pt x="788943" y="308774"/>
                </a:lnTo>
                <a:lnTo>
                  <a:pt x="788943" y="357955"/>
                </a:lnTo>
                <a:close/>
                <a:moveTo>
                  <a:pt x="902333" y="434459"/>
                </a:moveTo>
                <a:lnTo>
                  <a:pt x="814900" y="434459"/>
                </a:lnTo>
                <a:lnTo>
                  <a:pt x="814900" y="368884"/>
                </a:lnTo>
                <a:lnTo>
                  <a:pt x="902333" y="368884"/>
                </a:lnTo>
                <a:lnTo>
                  <a:pt x="902333" y="434459"/>
                </a:lnTo>
                <a:close/>
                <a:moveTo>
                  <a:pt x="902333" y="357955"/>
                </a:moveTo>
                <a:lnTo>
                  <a:pt x="814900" y="357955"/>
                </a:lnTo>
                <a:lnTo>
                  <a:pt x="814900" y="308774"/>
                </a:lnTo>
                <a:lnTo>
                  <a:pt x="902333" y="308774"/>
                </a:lnTo>
                <a:lnTo>
                  <a:pt x="902333" y="357955"/>
                </a:lnTo>
                <a:close/>
                <a:moveTo>
                  <a:pt x="972689" y="543749"/>
                </a:moveTo>
                <a:lnTo>
                  <a:pt x="937169" y="543749"/>
                </a:lnTo>
                <a:lnTo>
                  <a:pt x="937169" y="449486"/>
                </a:lnTo>
                <a:lnTo>
                  <a:pt x="972689" y="449486"/>
                </a:lnTo>
                <a:lnTo>
                  <a:pt x="972689" y="543749"/>
                </a:lnTo>
                <a:close/>
                <a:moveTo>
                  <a:pt x="972689" y="424213"/>
                </a:moveTo>
                <a:lnTo>
                  <a:pt x="937169" y="424213"/>
                </a:lnTo>
                <a:lnTo>
                  <a:pt x="937169" y="329949"/>
                </a:lnTo>
                <a:lnTo>
                  <a:pt x="972689" y="329949"/>
                </a:lnTo>
                <a:lnTo>
                  <a:pt x="972689" y="424213"/>
                </a:lnTo>
                <a:close/>
                <a:moveTo>
                  <a:pt x="1030749" y="543749"/>
                </a:moveTo>
                <a:lnTo>
                  <a:pt x="995230" y="543749"/>
                </a:lnTo>
                <a:lnTo>
                  <a:pt x="995230" y="449486"/>
                </a:lnTo>
                <a:lnTo>
                  <a:pt x="1030749" y="449486"/>
                </a:lnTo>
                <a:lnTo>
                  <a:pt x="1030749" y="543749"/>
                </a:lnTo>
                <a:close/>
                <a:moveTo>
                  <a:pt x="1030749" y="424213"/>
                </a:moveTo>
                <a:lnTo>
                  <a:pt x="995230" y="424213"/>
                </a:lnTo>
                <a:lnTo>
                  <a:pt x="995230" y="329949"/>
                </a:lnTo>
                <a:lnTo>
                  <a:pt x="1030749" y="329949"/>
                </a:lnTo>
                <a:lnTo>
                  <a:pt x="1030749" y="424213"/>
                </a:lnTo>
                <a:close/>
                <a:moveTo>
                  <a:pt x="1202883" y="330633"/>
                </a:moveTo>
                <a:lnTo>
                  <a:pt x="1262309" y="330633"/>
                </a:lnTo>
                <a:lnTo>
                  <a:pt x="1262309" y="424896"/>
                </a:lnTo>
                <a:lnTo>
                  <a:pt x="1202883" y="424896"/>
                </a:lnTo>
                <a:lnTo>
                  <a:pt x="1202883" y="330633"/>
                </a:lnTo>
                <a:close/>
                <a:moveTo>
                  <a:pt x="1119548" y="330633"/>
                </a:moveTo>
                <a:lnTo>
                  <a:pt x="1178975" y="330633"/>
                </a:lnTo>
                <a:lnTo>
                  <a:pt x="1178975" y="424896"/>
                </a:lnTo>
                <a:lnTo>
                  <a:pt x="1119548" y="424896"/>
                </a:lnTo>
                <a:lnTo>
                  <a:pt x="1119548" y="330633"/>
                </a:lnTo>
                <a:close/>
                <a:moveTo>
                  <a:pt x="1209713" y="543749"/>
                </a:moveTo>
                <a:lnTo>
                  <a:pt x="1174194" y="543749"/>
                </a:lnTo>
                <a:lnTo>
                  <a:pt x="1174194" y="449486"/>
                </a:lnTo>
                <a:lnTo>
                  <a:pt x="1209713" y="449486"/>
                </a:lnTo>
                <a:lnTo>
                  <a:pt x="1209713" y="543749"/>
                </a:lnTo>
                <a:close/>
                <a:moveTo>
                  <a:pt x="1268457" y="543749"/>
                </a:moveTo>
                <a:lnTo>
                  <a:pt x="1232937" y="543749"/>
                </a:lnTo>
                <a:lnTo>
                  <a:pt x="1232937" y="449486"/>
                </a:lnTo>
                <a:lnTo>
                  <a:pt x="1268457" y="449486"/>
                </a:lnTo>
                <a:lnTo>
                  <a:pt x="1268457" y="543749"/>
                </a:lnTo>
                <a:close/>
                <a:moveTo>
                  <a:pt x="1421464" y="434459"/>
                </a:moveTo>
                <a:lnTo>
                  <a:pt x="1334031" y="434459"/>
                </a:lnTo>
                <a:lnTo>
                  <a:pt x="1334031" y="368884"/>
                </a:lnTo>
                <a:lnTo>
                  <a:pt x="1421464" y="368884"/>
                </a:lnTo>
                <a:lnTo>
                  <a:pt x="1421464" y="434459"/>
                </a:lnTo>
                <a:close/>
                <a:moveTo>
                  <a:pt x="1421464" y="357955"/>
                </a:moveTo>
                <a:lnTo>
                  <a:pt x="1334031" y="357955"/>
                </a:lnTo>
                <a:lnTo>
                  <a:pt x="1334031" y="308774"/>
                </a:lnTo>
                <a:lnTo>
                  <a:pt x="1421464" y="308774"/>
                </a:lnTo>
                <a:lnTo>
                  <a:pt x="1421464" y="357955"/>
                </a:lnTo>
                <a:close/>
                <a:moveTo>
                  <a:pt x="1535536" y="434459"/>
                </a:moveTo>
                <a:lnTo>
                  <a:pt x="1448104" y="434459"/>
                </a:lnTo>
                <a:lnTo>
                  <a:pt x="1448104" y="368884"/>
                </a:lnTo>
                <a:lnTo>
                  <a:pt x="1535536" y="368884"/>
                </a:lnTo>
                <a:lnTo>
                  <a:pt x="1535536" y="434459"/>
                </a:lnTo>
                <a:close/>
                <a:moveTo>
                  <a:pt x="1535536" y="357955"/>
                </a:moveTo>
                <a:lnTo>
                  <a:pt x="1448104" y="357955"/>
                </a:lnTo>
                <a:lnTo>
                  <a:pt x="1448104" y="308774"/>
                </a:lnTo>
                <a:lnTo>
                  <a:pt x="1535536" y="308774"/>
                </a:lnTo>
                <a:lnTo>
                  <a:pt x="1535536" y="357955"/>
                </a:lnTo>
                <a:close/>
                <a:moveTo>
                  <a:pt x="1648926" y="434459"/>
                </a:moveTo>
                <a:lnTo>
                  <a:pt x="1561493" y="434459"/>
                </a:lnTo>
                <a:lnTo>
                  <a:pt x="1561493" y="368884"/>
                </a:lnTo>
                <a:lnTo>
                  <a:pt x="1648926" y="368884"/>
                </a:lnTo>
                <a:lnTo>
                  <a:pt x="1648926" y="434459"/>
                </a:lnTo>
                <a:close/>
                <a:moveTo>
                  <a:pt x="1648926" y="357955"/>
                </a:moveTo>
                <a:lnTo>
                  <a:pt x="1561493" y="357955"/>
                </a:lnTo>
                <a:lnTo>
                  <a:pt x="1561493" y="308774"/>
                </a:lnTo>
                <a:lnTo>
                  <a:pt x="1648926" y="308774"/>
                </a:lnTo>
                <a:lnTo>
                  <a:pt x="1648926" y="357955"/>
                </a:lnTo>
                <a:close/>
                <a:moveTo>
                  <a:pt x="1762315" y="434459"/>
                </a:moveTo>
                <a:lnTo>
                  <a:pt x="1674882" y="434459"/>
                </a:lnTo>
                <a:lnTo>
                  <a:pt x="1674882" y="368884"/>
                </a:lnTo>
                <a:lnTo>
                  <a:pt x="1762315" y="368884"/>
                </a:lnTo>
                <a:lnTo>
                  <a:pt x="1762315" y="434459"/>
                </a:lnTo>
                <a:close/>
                <a:moveTo>
                  <a:pt x="1762315" y="357955"/>
                </a:moveTo>
                <a:lnTo>
                  <a:pt x="1674882" y="357955"/>
                </a:lnTo>
                <a:lnTo>
                  <a:pt x="1674882" y="308774"/>
                </a:lnTo>
                <a:lnTo>
                  <a:pt x="1762315" y="308774"/>
                </a:lnTo>
                <a:lnTo>
                  <a:pt x="1762315" y="357955"/>
                </a:lnTo>
                <a:close/>
                <a:moveTo>
                  <a:pt x="1875704" y="434459"/>
                </a:moveTo>
                <a:lnTo>
                  <a:pt x="1788271" y="434459"/>
                </a:lnTo>
                <a:lnTo>
                  <a:pt x="1788271" y="368884"/>
                </a:lnTo>
                <a:lnTo>
                  <a:pt x="1875704" y="368884"/>
                </a:lnTo>
                <a:lnTo>
                  <a:pt x="1875704" y="434459"/>
                </a:lnTo>
                <a:close/>
                <a:moveTo>
                  <a:pt x="1875704" y="357955"/>
                </a:moveTo>
                <a:lnTo>
                  <a:pt x="1788271" y="357955"/>
                </a:lnTo>
                <a:lnTo>
                  <a:pt x="1788271" y="308774"/>
                </a:lnTo>
                <a:lnTo>
                  <a:pt x="1875704" y="308774"/>
                </a:lnTo>
                <a:lnTo>
                  <a:pt x="1875704" y="357955"/>
                </a:lnTo>
                <a:close/>
                <a:moveTo>
                  <a:pt x="1989093" y="434459"/>
                </a:moveTo>
                <a:lnTo>
                  <a:pt x="1901661" y="434459"/>
                </a:lnTo>
                <a:lnTo>
                  <a:pt x="1901661" y="368884"/>
                </a:lnTo>
                <a:lnTo>
                  <a:pt x="1989093" y="368884"/>
                </a:lnTo>
                <a:lnTo>
                  <a:pt x="1989093" y="434459"/>
                </a:lnTo>
                <a:close/>
                <a:moveTo>
                  <a:pt x="1989093" y="357955"/>
                </a:moveTo>
                <a:lnTo>
                  <a:pt x="1901661" y="357955"/>
                </a:lnTo>
                <a:lnTo>
                  <a:pt x="1901661" y="308774"/>
                </a:lnTo>
                <a:lnTo>
                  <a:pt x="1989093" y="308774"/>
                </a:lnTo>
                <a:lnTo>
                  <a:pt x="1989093" y="357955"/>
                </a:lnTo>
                <a:close/>
                <a:moveTo>
                  <a:pt x="2058766" y="543749"/>
                </a:moveTo>
                <a:lnTo>
                  <a:pt x="2023247" y="543749"/>
                </a:lnTo>
                <a:lnTo>
                  <a:pt x="2023247" y="449486"/>
                </a:lnTo>
                <a:lnTo>
                  <a:pt x="2058766" y="449486"/>
                </a:lnTo>
                <a:lnTo>
                  <a:pt x="2058766" y="543749"/>
                </a:lnTo>
                <a:close/>
                <a:moveTo>
                  <a:pt x="2058766" y="424213"/>
                </a:moveTo>
                <a:lnTo>
                  <a:pt x="2023247" y="424213"/>
                </a:lnTo>
                <a:lnTo>
                  <a:pt x="2023247" y="329949"/>
                </a:lnTo>
                <a:lnTo>
                  <a:pt x="2058766" y="329949"/>
                </a:lnTo>
                <a:lnTo>
                  <a:pt x="2058766" y="424213"/>
                </a:lnTo>
                <a:close/>
                <a:moveTo>
                  <a:pt x="2117510" y="543749"/>
                </a:moveTo>
                <a:lnTo>
                  <a:pt x="2081990" y="543749"/>
                </a:lnTo>
                <a:lnTo>
                  <a:pt x="2081990" y="449486"/>
                </a:lnTo>
                <a:lnTo>
                  <a:pt x="2117510" y="449486"/>
                </a:lnTo>
                <a:lnTo>
                  <a:pt x="2117510" y="543749"/>
                </a:lnTo>
                <a:close/>
                <a:moveTo>
                  <a:pt x="2117510" y="424213"/>
                </a:moveTo>
                <a:lnTo>
                  <a:pt x="2081990" y="424213"/>
                </a:lnTo>
                <a:lnTo>
                  <a:pt x="2081990" y="329949"/>
                </a:lnTo>
                <a:lnTo>
                  <a:pt x="2117510" y="329949"/>
                </a:lnTo>
                <a:lnTo>
                  <a:pt x="2117510" y="424213"/>
                </a:lnTo>
                <a:close/>
              </a:path>
            </a:pathLst>
          </a:custGeom>
          <a:solidFill>
            <a:srgbClr val="A41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18" name="Google Shape;5518;p46"/>
          <p:cNvGrpSpPr/>
          <p:nvPr/>
        </p:nvGrpSpPr>
        <p:grpSpPr>
          <a:xfrm>
            <a:off x="4400466" y="1241175"/>
            <a:ext cx="2280984" cy="1573180"/>
            <a:chOff x="6185481" y="0"/>
            <a:chExt cx="2325162" cy="1603159"/>
          </a:xfrm>
        </p:grpSpPr>
        <p:sp>
          <p:nvSpPr>
            <p:cNvPr id="5519" name="Google Shape;5519;p46"/>
            <p:cNvSpPr/>
            <p:nvPr/>
          </p:nvSpPr>
          <p:spPr>
            <a:xfrm>
              <a:off x="7513364" y="1032798"/>
              <a:ext cx="353145" cy="422818"/>
            </a:xfrm>
            <a:custGeom>
              <a:rect b="b" l="l" r="r" t="t"/>
              <a:pathLst>
                <a:path extrusionOk="0" h="422818" w="353145">
                  <a:moveTo>
                    <a:pt x="0" y="0"/>
                  </a:moveTo>
                  <a:lnTo>
                    <a:pt x="353146" y="0"/>
                  </a:lnTo>
                  <a:lnTo>
                    <a:pt x="353146" y="422819"/>
                  </a:lnTo>
                  <a:lnTo>
                    <a:pt x="0" y="42281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0" name="Google Shape;5520;p46"/>
            <p:cNvSpPr/>
            <p:nvPr/>
          </p:nvSpPr>
          <p:spPr>
            <a:xfrm>
              <a:off x="7355576" y="930338"/>
              <a:ext cx="157788" cy="497273"/>
            </a:xfrm>
            <a:custGeom>
              <a:rect b="b" l="l" r="r" t="t"/>
              <a:pathLst>
                <a:path extrusionOk="0" h="497273" w="157788">
                  <a:moveTo>
                    <a:pt x="0" y="0"/>
                  </a:moveTo>
                  <a:lnTo>
                    <a:pt x="157789" y="0"/>
                  </a:lnTo>
                  <a:lnTo>
                    <a:pt x="157789" y="497273"/>
                  </a:lnTo>
                  <a:lnTo>
                    <a:pt x="0" y="497273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1" name="Google Shape;5521;p46"/>
            <p:cNvSpPr/>
            <p:nvPr/>
          </p:nvSpPr>
          <p:spPr>
            <a:xfrm>
              <a:off x="6522233" y="998645"/>
              <a:ext cx="265713" cy="523912"/>
            </a:xfrm>
            <a:custGeom>
              <a:rect b="b" l="l" r="r" t="t"/>
              <a:pathLst>
                <a:path extrusionOk="0" h="523912" w="265713">
                  <a:moveTo>
                    <a:pt x="0" y="0"/>
                  </a:moveTo>
                  <a:lnTo>
                    <a:pt x="265714" y="0"/>
                  </a:lnTo>
                  <a:lnTo>
                    <a:pt x="265714" y="523913"/>
                  </a:lnTo>
                  <a:lnTo>
                    <a:pt x="0" y="523913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2" name="Google Shape;5522;p46"/>
            <p:cNvSpPr/>
            <p:nvPr/>
          </p:nvSpPr>
          <p:spPr>
            <a:xfrm>
              <a:off x="6947784" y="1130477"/>
              <a:ext cx="381834" cy="359293"/>
            </a:xfrm>
            <a:custGeom>
              <a:rect b="b" l="l" r="r" t="t"/>
              <a:pathLst>
                <a:path extrusionOk="0" h="359293" w="381834">
                  <a:moveTo>
                    <a:pt x="0" y="0"/>
                  </a:moveTo>
                  <a:lnTo>
                    <a:pt x="381835" y="0"/>
                  </a:lnTo>
                  <a:lnTo>
                    <a:pt x="381835" y="359294"/>
                  </a:lnTo>
                  <a:lnTo>
                    <a:pt x="0" y="359294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3" name="Google Shape;5523;p46"/>
            <p:cNvSpPr/>
            <p:nvPr/>
          </p:nvSpPr>
          <p:spPr>
            <a:xfrm>
              <a:off x="6417724" y="607247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4" name="Google Shape;5524;p46"/>
            <p:cNvSpPr/>
            <p:nvPr/>
          </p:nvSpPr>
          <p:spPr>
            <a:xfrm>
              <a:off x="7905445" y="998645"/>
              <a:ext cx="265713" cy="523912"/>
            </a:xfrm>
            <a:custGeom>
              <a:rect b="b" l="l" r="r" t="t"/>
              <a:pathLst>
                <a:path extrusionOk="0" h="523912" w="265713">
                  <a:moveTo>
                    <a:pt x="0" y="0"/>
                  </a:moveTo>
                  <a:lnTo>
                    <a:pt x="265714" y="0"/>
                  </a:lnTo>
                  <a:lnTo>
                    <a:pt x="265714" y="523913"/>
                  </a:lnTo>
                  <a:lnTo>
                    <a:pt x="0" y="523913"/>
                  </a:lnTo>
                  <a:close/>
                </a:path>
              </a:pathLst>
            </a:custGeom>
            <a:solidFill>
              <a:srgbClr val="ACD8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5" name="Google Shape;5525;p46"/>
            <p:cNvSpPr/>
            <p:nvPr/>
          </p:nvSpPr>
          <p:spPr>
            <a:xfrm>
              <a:off x="7801619" y="607247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6" name="Google Shape;5526;p46"/>
            <p:cNvSpPr/>
            <p:nvPr/>
          </p:nvSpPr>
          <p:spPr>
            <a:xfrm>
              <a:off x="6778384" y="174182"/>
              <a:ext cx="130465" cy="86612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7" name="Google Shape;5527;p46"/>
            <p:cNvSpPr/>
            <p:nvPr/>
          </p:nvSpPr>
          <p:spPr>
            <a:xfrm>
              <a:off x="7080300" y="834025"/>
              <a:ext cx="130465" cy="593585"/>
            </a:xfrm>
            <a:custGeom>
              <a:rect b="b" l="l" r="r" t="t"/>
              <a:pathLst>
                <a:path extrusionOk="0" h="593585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593586"/>
                  </a:lnTo>
                  <a:lnTo>
                    <a:pt x="0" y="59358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8" name="Google Shape;5528;p46"/>
            <p:cNvSpPr/>
            <p:nvPr/>
          </p:nvSpPr>
          <p:spPr>
            <a:xfrm>
              <a:off x="6417724" y="0"/>
              <a:ext cx="1875704" cy="1461081"/>
            </a:xfrm>
            <a:custGeom>
              <a:rect b="b" l="l" r="r" t="t"/>
              <a:pathLst>
                <a:path extrusionOk="0" h="1461081" w="1875704">
                  <a:moveTo>
                    <a:pt x="1867507" y="1461082"/>
                  </a:moveTo>
                  <a:lnTo>
                    <a:pt x="1875704" y="1454251"/>
                  </a:lnTo>
                  <a:lnTo>
                    <a:pt x="978153" y="118854"/>
                  </a:lnTo>
                  <a:lnTo>
                    <a:pt x="978153" y="40984"/>
                  </a:lnTo>
                  <a:lnTo>
                    <a:pt x="978153" y="0"/>
                  </a:lnTo>
                  <a:lnTo>
                    <a:pt x="889354" y="0"/>
                  </a:lnTo>
                  <a:lnTo>
                    <a:pt x="889354" y="129783"/>
                  </a:lnTo>
                  <a:lnTo>
                    <a:pt x="0" y="1454251"/>
                  </a:lnTo>
                  <a:lnTo>
                    <a:pt x="7514" y="1461082"/>
                  </a:lnTo>
                  <a:lnTo>
                    <a:pt x="889354" y="147543"/>
                  </a:lnTo>
                  <a:lnTo>
                    <a:pt x="889354" y="265030"/>
                  </a:lnTo>
                  <a:lnTo>
                    <a:pt x="113389" y="1454251"/>
                  </a:lnTo>
                  <a:lnTo>
                    <a:pt x="120903" y="1461082"/>
                  </a:lnTo>
                  <a:lnTo>
                    <a:pt x="889354" y="283473"/>
                  </a:lnTo>
                  <a:lnTo>
                    <a:pt x="889354" y="437846"/>
                  </a:lnTo>
                  <a:lnTo>
                    <a:pt x="234293" y="1454251"/>
                  </a:lnTo>
                  <a:lnTo>
                    <a:pt x="241806" y="1461082"/>
                  </a:lnTo>
                  <a:lnTo>
                    <a:pt x="889354" y="456289"/>
                  </a:lnTo>
                  <a:lnTo>
                    <a:pt x="889354" y="599050"/>
                  </a:lnTo>
                  <a:lnTo>
                    <a:pt x="370906" y="1454934"/>
                  </a:lnTo>
                  <a:lnTo>
                    <a:pt x="379103" y="1460399"/>
                  </a:lnTo>
                  <a:lnTo>
                    <a:pt x="889354" y="618176"/>
                  </a:lnTo>
                  <a:lnTo>
                    <a:pt x="889354" y="737030"/>
                  </a:lnTo>
                  <a:lnTo>
                    <a:pt x="480197" y="1454934"/>
                  </a:lnTo>
                  <a:lnTo>
                    <a:pt x="487711" y="1460399"/>
                  </a:lnTo>
                  <a:lnTo>
                    <a:pt x="889354" y="757522"/>
                  </a:lnTo>
                  <a:lnTo>
                    <a:pt x="889354" y="904382"/>
                  </a:lnTo>
                  <a:lnTo>
                    <a:pt x="592903" y="1454934"/>
                  </a:lnTo>
                  <a:lnTo>
                    <a:pt x="601100" y="1460399"/>
                  </a:lnTo>
                  <a:lnTo>
                    <a:pt x="889354" y="924874"/>
                  </a:lnTo>
                  <a:lnTo>
                    <a:pt x="889354" y="1087444"/>
                  </a:lnTo>
                  <a:lnTo>
                    <a:pt x="713806" y="1454934"/>
                  </a:lnTo>
                  <a:lnTo>
                    <a:pt x="722003" y="1460399"/>
                  </a:lnTo>
                  <a:lnTo>
                    <a:pt x="889354" y="1109985"/>
                  </a:lnTo>
                  <a:lnTo>
                    <a:pt x="889354" y="1310124"/>
                  </a:lnTo>
                  <a:lnTo>
                    <a:pt x="809435" y="1454934"/>
                  </a:lnTo>
                  <a:lnTo>
                    <a:pt x="817632" y="1460399"/>
                  </a:lnTo>
                  <a:lnTo>
                    <a:pt x="889354" y="1330616"/>
                  </a:lnTo>
                  <a:lnTo>
                    <a:pt x="889354" y="1457667"/>
                  </a:lnTo>
                  <a:lnTo>
                    <a:pt x="978153" y="1457667"/>
                  </a:lnTo>
                  <a:lnTo>
                    <a:pt x="978153" y="1316272"/>
                  </a:lnTo>
                  <a:lnTo>
                    <a:pt x="1058072" y="1460399"/>
                  </a:lnTo>
                  <a:lnTo>
                    <a:pt x="1066269" y="1454934"/>
                  </a:lnTo>
                  <a:lnTo>
                    <a:pt x="978153" y="1296463"/>
                  </a:lnTo>
                  <a:lnTo>
                    <a:pt x="978153" y="1093592"/>
                  </a:lnTo>
                  <a:lnTo>
                    <a:pt x="1153702" y="1460399"/>
                  </a:lnTo>
                  <a:lnTo>
                    <a:pt x="1161898" y="1454934"/>
                  </a:lnTo>
                  <a:lnTo>
                    <a:pt x="978153" y="1071050"/>
                  </a:lnTo>
                  <a:lnTo>
                    <a:pt x="978153" y="910529"/>
                  </a:lnTo>
                  <a:lnTo>
                    <a:pt x="1274605" y="1460399"/>
                  </a:lnTo>
                  <a:lnTo>
                    <a:pt x="1282802" y="1454934"/>
                  </a:lnTo>
                  <a:lnTo>
                    <a:pt x="978153" y="890037"/>
                  </a:lnTo>
                  <a:lnTo>
                    <a:pt x="978153" y="743861"/>
                  </a:lnTo>
                  <a:lnTo>
                    <a:pt x="1387994" y="1460399"/>
                  </a:lnTo>
                  <a:lnTo>
                    <a:pt x="1395508" y="1454934"/>
                  </a:lnTo>
                  <a:lnTo>
                    <a:pt x="978153" y="724052"/>
                  </a:lnTo>
                  <a:lnTo>
                    <a:pt x="978153" y="605881"/>
                  </a:lnTo>
                  <a:lnTo>
                    <a:pt x="1496602" y="1460399"/>
                  </a:lnTo>
                  <a:lnTo>
                    <a:pt x="1504799" y="1454934"/>
                  </a:lnTo>
                  <a:lnTo>
                    <a:pt x="978153" y="586755"/>
                  </a:lnTo>
                  <a:lnTo>
                    <a:pt x="978153" y="444677"/>
                  </a:lnTo>
                  <a:lnTo>
                    <a:pt x="1633898" y="1461082"/>
                  </a:lnTo>
                  <a:lnTo>
                    <a:pt x="1641412" y="1454251"/>
                  </a:lnTo>
                  <a:lnTo>
                    <a:pt x="978153" y="426234"/>
                  </a:lnTo>
                  <a:lnTo>
                    <a:pt x="978153" y="271861"/>
                  </a:lnTo>
                  <a:lnTo>
                    <a:pt x="1754801" y="1461082"/>
                  </a:lnTo>
                  <a:lnTo>
                    <a:pt x="1762315" y="1454251"/>
                  </a:lnTo>
                  <a:lnTo>
                    <a:pt x="978153" y="253418"/>
                  </a:lnTo>
                  <a:lnTo>
                    <a:pt x="978153" y="136614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9" name="Google Shape;5529;p46"/>
            <p:cNvSpPr/>
            <p:nvPr/>
          </p:nvSpPr>
          <p:spPr>
            <a:xfrm>
              <a:off x="7440276" y="424868"/>
              <a:ext cx="252052" cy="1008890"/>
            </a:xfrm>
            <a:custGeom>
              <a:rect b="b" l="l" r="r" t="t"/>
              <a:pathLst>
                <a:path extrusionOk="0" h="1008890" w="252052">
                  <a:moveTo>
                    <a:pt x="40984" y="245221"/>
                  </a:moveTo>
                  <a:lnTo>
                    <a:pt x="40984" y="258200"/>
                  </a:lnTo>
                  <a:lnTo>
                    <a:pt x="0" y="1008891"/>
                  </a:lnTo>
                  <a:lnTo>
                    <a:pt x="252052" y="1008891"/>
                  </a:lnTo>
                  <a:lnTo>
                    <a:pt x="211068" y="258200"/>
                  </a:lnTo>
                  <a:lnTo>
                    <a:pt x="210385" y="258200"/>
                  </a:lnTo>
                  <a:lnTo>
                    <a:pt x="210385" y="245221"/>
                  </a:lnTo>
                  <a:lnTo>
                    <a:pt x="200139" y="245221"/>
                  </a:lnTo>
                  <a:lnTo>
                    <a:pt x="200139" y="258200"/>
                  </a:lnTo>
                  <a:lnTo>
                    <a:pt x="193308" y="258200"/>
                  </a:lnTo>
                  <a:lnTo>
                    <a:pt x="193308" y="245221"/>
                  </a:lnTo>
                  <a:lnTo>
                    <a:pt x="183062" y="245221"/>
                  </a:lnTo>
                  <a:lnTo>
                    <a:pt x="183062" y="258200"/>
                  </a:lnTo>
                  <a:lnTo>
                    <a:pt x="172133" y="258200"/>
                  </a:lnTo>
                  <a:cubicBezTo>
                    <a:pt x="174866" y="258200"/>
                    <a:pt x="176915" y="255467"/>
                    <a:pt x="176915" y="252735"/>
                  </a:cubicBezTo>
                  <a:lnTo>
                    <a:pt x="155739" y="86067"/>
                  </a:lnTo>
                  <a:lnTo>
                    <a:pt x="217215" y="94263"/>
                  </a:lnTo>
                  <a:cubicBezTo>
                    <a:pt x="220631" y="94946"/>
                    <a:pt x="224046" y="92214"/>
                    <a:pt x="224046" y="88116"/>
                  </a:cubicBezTo>
                  <a:lnTo>
                    <a:pt x="224046" y="73088"/>
                  </a:lnTo>
                  <a:lnTo>
                    <a:pt x="231560" y="73088"/>
                  </a:lnTo>
                  <a:cubicBezTo>
                    <a:pt x="234975" y="73088"/>
                    <a:pt x="238391" y="70356"/>
                    <a:pt x="238391" y="66258"/>
                  </a:cubicBezTo>
                  <a:cubicBezTo>
                    <a:pt x="238391" y="62842"/>
                    <a:pt x="235658" y="59427"/>
                    <a:pt x="231560" y="59427"/>
                  </a:cubicBezTo>
                  <a:lnTo>
                    <a:pt x="224046" y="59427"/>
                  </a:lnTo>
                  <a:lnTo>
                    <a:pt x="224046" y="56695"/>
                  </a:lnTo>
                  <a:cubicBezTo>
                    <a:pt x="224046" y="53279"/>
                    <a:pt x="221314" y="50547"/>
                    <a:pt x="217899" y="50547"/>
                  </a:cubicBezTo>
                  <a:lnTo>
                    <a:pt x="151641" y="50547"/>
                  </a:lnTo>
                  <a:lnTo>
                    <a:pt x="150958" y="46449"/>
                  </a:lnTo>
                  <a:cubicBezTo>
                    <a:pt x="150958" y="44399"/>
                    <a:pt x="148909" y="42350"/>
                    <a:pt x="146177" y="42350"/>
                  </a:cubicBezTo>
                  <a:lnTo>
                    <a:pt x="142078" y="42350"/>
                  </a:lnTo>
                  <a:lnTo>
                    <a:pt x="142078" y="16394"/>
                  </a:lnTo>
                  <a:cubicBezTo>
                    <a:pt x="142078" y="6831"/>
                    <a:pt x="134564" y="0"/>
                    <a:pt x="125685" y="0"/>
                  </a:cubicBezTo>
                  <a:cubicBezTo>
                    <a:pt x="116122" y="0"/>
                    <a:pt x="109291" y="7514"/>
                    <a:pt x="109291" y="16394"/>
                  </a:cubicBezTo>
                  <a:lnTo>
                    <a:pt x="109291" y="42350"/>
                  </a:lnTo>
                  <a:lnTo>
                    <a:pt x="105193" y="42350"/>
                  </a:lnTo>
                  <a:cubicBezTo>
                    <a:pt x="103143" y="42350"/>
                    <a:pt x="101094" y="44399"/>
                    <a:pt x="100411" y="46449"/>
                  </a:cubicBezTo>
                  <a:lnTo>
                    <a:pt x="99728" y="50547"/>
                  </a:lnTo>
                  <a:lnTo>
                    <a:pt x="49864" y="50547"/>
                  </a:lnTo>
                  <a:cubicBezTo>
                    <a:pt x="46449" y="50547"/>
                    <a:pt x="43717" y="53279"/>
                    <a:pt x="43717" y="56695"/>
                  </a:cubicBezTo>
                  <a:lnTo>
                    <a:pt x="43717" y="59427"/>
                  </a:lnTo>
                  <a:lnTo>
                    <a:pt x="36203" y="59427"/>
                  </a:lnTo>
                  <a:cubicBezTo>
                    <a:pt x="32787" y="59427"/>
                    <a:pt x="29372" y="62159"/>
                    <a:pt x="29372" y="66258"/>
                  </a:cubicBezTo>
                  <a:cubicBezTo>
                    <a:pt x="29372" y="69673"/>
                    <a:pt x="32104" y="73088"/>
                    <a:pt x="36203" y="73088"/>
                  </a:cubicBezTo>
                  <a:lnTo>
                    <a:pt x="43717" y="73088"/>
                  </a:lnTo>
                  <a:lnTo>
                    <a:pt x="43717" y="88116"/>
                  </a:lnTo>
                  <a:cubicBezTo>
                    <a:pt x="43717" y="92214"/>
                    <a:pt x="47132" y="94946"/>
                    <a:pt x="51230" y="94263"/>
                  </a:cubicBezTo>
                  <a:lnTo>
                    <a:pt x="94947" y="86750"/>
                  </a:lnTo>
                  <a:lnTo>
                    <a:pt x="73771" y="252052"/>
                  </a:lnTo>
                  <a:cubicBezTo>
                    <a:pt x="73088" y="254784"/>
                    <a:pt x="75821" y="257517"/>
                    <a:pt x="78553" y="257517"/>
                  </a:cubicBezTo>
                  <a:lnTo>
                    <a:pt x="67624" y="257517"/>
                  </a:lnTo>
                  <a:lnTo>
                    <a:pt x="67624" y="244538"/>
                  </a:lnTo>
                  <a:lnTo>
                    <a:pt x="57378" y="244538"/>
                  </a:lnTo>
                  <a:lnTo>
                    <a:pt x="57378" y="257517"/>
                  </a:lnTo>
                  <a:lnTo>
                    <a:pt x="50547" y="257517"/>
                  </a:lnTo>
                  <a:lnTo>
                    <a:pt x="50547" y="244538"/>
                  </a:lnTo>
                  <a:lnTo>
                    <a:pt x="40984" y="244538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0" name="Google Shape;5530;p46"/>
            <p:cNvSpPr/>
            <p:nvPr/>
          </p:nvSpPr>
          <p:spPr>
            <a:xfrm>
              <a:off x="7908861" y="30054"/>
              <a:ext cx="327189" cy="1464497"/>
            </a:xfrm>
            <a:custGeom>
              <a:rect b="b" l="l" r="r" t="t"/>
              <a:pathLst>
                <a:path extrusionOk="0" h="1464497" w="327189">
                  <a:moveTo>
                    <a:pt x="327189" y="28689"/>
                  </a:moveTo>
                  <a:lnTo>
                    <a:pt x="327189" y="6831"/>
                  </a:lnTo>
                  <a:lnTo>
                    <a:pt x="299866" y="6831"/>
                  </a:lnTo>
                  <a:lnTo>
                    <a:pt x="299866" y="0"/>
                  </a:lnTo>
                  <a:lnTo>
                    <a:pt x="293036" y="0"/>
                  </a:lnTo>
                  <a:lnTo>
                    <a:pt x="293036" y="129783"/>
                  </a:lnTo>
                  <a:lnTo>
                    <a:pt x="243855" y="129783"/>
                  </a:lnTo>
                  <a:lnTo>
                    <a:pt x="243855" y="28689"/>
                  </a:lnTo>
                  <a:lnTo>
                    <a:pt x="269128" y="28689"/>
                  </a:lnTo>
                  <a:lnTo>
                    <a:pt x="269128" y="6831"/>
                  </a:lnTo>
                  <a:lnTo>
                    <a:pt x="243855" y="6831"/>
                  </a:lnTo>
                  <a:lnTo>
                    <a:pt x="243855" y="0"/>
                  </a:lnTo>
                  <a:lnTo>
                    <a:pt x="237024" y="0"/>
                  </a:lnTo>
                  <a:lnTo>
                    <a:pt x="237024" y="129783"/>
                  </a:lnTo>
                  <a:lnTo>
                    <a:pt x="173499" y="129783"/>
                  </a:lnTo>
                  <a:lnTo>
                    <a:pt x="173499" y="28689"/>
                  </a:lnTo>
                  <a:lnTo>
                    <a:pt x="200822" y="28689"/>
                  </a:lnTo>
                  <a:lnTo>
                    <a:pt x="200822" y="6831"/>
                  </a:lnTo>
                  <a:lnTo>
                    <a:pt x="173499" y="6831"/>
                  </a:lnTo>
                  <a:lnTo>
                    <a:pt x="173499" y="0"/>
                  </a:lnTo>
                  <a:lnTo>
                    <a:pt x="166668" y="0"/>
                  </a:lnTo>
                  <a:lnTo>
                    <a:pt x="166668" y="129783"/>
                  </a:lnTo>
                  <a:lnTo>
                    <a:pt x="103143" y="129783"/>
                  </a:lnTo>
                  <a:lnTo>
                    <a:pt x="103143" y="28689"/>
                  </a:lnTo>
                  <a:lnTo>
                    <a:pt x="130466" y="28689"/>
                  </a:lnTo>
                  <a:lnTo>
                    <a:pt x="130466" y="6831"/>
                  </a:lnTo>
                  <a:lnTo>
                    <a:pt x="103143" y="6831"/>
                  </a:lnTo>
                  <a:lnTo>
                    <a:pt x="103143" y="0"/>
                  </a:lnTo>
                  <a:lnTo>
                    <a:pt x="96995" y="0"/>
                  </a:lnTo>
                  <a:lnTo>
                    <a:pt x="96995" y="129783"/>
                  </a:lnTo>
                  <a:lnTo>
                    <a:pt x="32787" y="129783"/>
                  </a:lnTo>
                  <a:lnTo>
                    <a:pt x="32787" y="28689"/>
                  </a:lnTo>
                  <a:lnTo>
                    <a:pt x="60110" y="28689"/>
                  </a:lnTo>
                  <a:lnTo>
                    <a:pt x="60110" y="6831"/>
                  </a:lnTo>
                  <a:lnTo>
                    <a:pt x="32787" y="6831"/>
                  </a:lnTo>
                  <a:lnTo>
                    <a:pt x="32787" y="0"/>
                  </a:lnTo>
                  <a:lnTo>
                    <a:pt x="26639" y="0"/>
                  </a:lnTo>
                  <a:lnTo>
                    <a:pt x="26639" y="129783"/>
                  </a:lnTo>
                  <a:lnTo>
                    <a:pt x="26639" y="189210"/>
                  </a:lnTo>
                  <a:lnTo>
                    <a:pt x="104509" y="189210"/>
                  </a:lnTo>
                  <a:lnTo>
                    <a:pt x="104509" y="299867"/>
                  </a:lnTo>
                  <a:lnTo>
                    <a:pt x="26639" y="299867"/>
                  </a:lnTo>
                  <a:lnTo>
                    <a:pt x="26639" y="357244"/>
                  </a:lnTo>
                  <a:lnTo>
                    <a:pt x="0" y="357244"/>
                  </a:lnTo>
                  <a:lnTo>
                    <a:pt x="0" y="370223"/>
                  </a:lnTo>
                  <a:lnTo>
                    <a:pt x="12295" y="370223"/>
                  </a:lnTo>
                  <a:lnTo>
                    <a:pt x="12295" y="474049"/>
                  </a:lnTo>
                  <a:lnTo>
                    <a:pt x="89482" y="538257"/>
                  </a:lnTo>
                  <a:lnTo>
                    <a:pt x="89482" y="607247"/>
                  </a:lnTo>
                  <a:lnTo>
                    <a:pt x="77869" y="607247"/>
                  </a:lnTo>
                  <a:lnTo>
                    <a:pt x="77869" y="614761"/>
                  </a:lnTo>
                  <a:lnTo>
                    <a:pt x="89482" y="614761"/>
                  </a:lnTo>
                  <a:lnTo>
                    <a:pt x="89482" y="639351"/>
                  </a:lnTo>
                  <a:lnTo>
                    <a:pt x="77869" y="639351"/>
                  </a:lnTo>
                  <a:lnTo>
                    <a:pt x="77869" y="646865"/>
                  </a:lnTo>
                  <a:lnTo>
                    <a:pt x="89482" y="646865"/>
                  </a:lnTo>
                  <a:lnTo>
                    <a:pt x="89482" y="773916"/>
                  </a:lnTo>
                  <a:lnTo>
                    <a:pt x="77869" y="773916"/>
                  </a:lnTo>
                  <a:lnTo>
                    <a:pt x="77869" y="781430"/>
                  </a:lnTo>
                  <a:lnTo>
                    <a:pt x="89482" y="781430"/>
                  </a:lnTo>
                  <a:lnTo>
                    <a:pt x="89482" y="806020"/>
                  </a:lnTo>
                  <a:lnTo>
                    <a:pt x="77869" y="806020"/>
                  </a:lnTo>
                  <a:lnTo>
                    <a:pt x="77869" y="813534"/>
                  </a:lnTo>
                  <a:lnTo>
                    <a:pt x="89482" y="813534"/>
                  </a:lnTo>
                  <a:lnTo>
                    <a:pt x="89482" y="941267"/>
                  </a:lnTo>
                  <a:lnTo>
                    <a:pt x="77869" y="941267"/>
                  </a:lnTo>
                  <a:lnTo>
                    <a:pt x="77869" y="948781"/>
                  </a:lnTo>
                  <a:lnTo>
                    <a:pt x="89482" y="948781"/>
                  </a:lnTo>
                  <a:lnTo>
                    <a:pt x="89482" y="973372"/>
                  </a:lnTo>
                  <a:lnTo>
                    <a:pt x="77869" y="973372"/>
                  </a:lnTo>
                  <a:lnTo>
                    <a:pt x="77869" y="980885"/>
                  </a:lnTo>
                  <a:lnTo>
                    <a:pt x="89482" y="980885"/>
                  </a:lnTo>
                  <a:lnTo>
                    <a:pt x="89482" y="1107936"/>
                  </a:lnTo>
                  <a:lnTo>
                    <a:pt x="77869" y="1107936"/>
                  </a:lnTo>
                  <a:lnTo>
                    <a:pt x="77869" y="1115450"/>
                  </a:lnTo>
                  <a:lnTo>
                    <a:pt x="89482" y="1115450"/>
                  </a:lnTo>
                  <a:lnTo>
                    <a:pt x="89482" y="1140040"/>
                  </a:lnTo>
                  <a:lnTo>
                    <a:pt x="77869" y="1140040"/>
                  </a:lnTo>
                  <a:lnTo>
                    <a:pt x="77869" y="1147554"/>
                  </a:lnTo>
                  <a:lnTo>
                    <a:pt x="89482" y="1147554"/>
                  </a:lnTo>
                  <a:lnTo>
                    <a:pt x="89482" y="1275288"/>
                  </a:lnTo>
                  <a:lnTo>
                    <a:pt x="77869" y="1275288"/>
                  </a:lnTo>
                  <a:lnTo>
                    <a:pt x="77869" y="1282801"/>
                  </a:lnTo>
                  <a:lnTo>
                    <a:pt x="89482" y="1282801"/>
                  </a:lnTo>
                  <a:lnTo>
                    <a:pt x="89482" y="1307392"/>
                  </a:lnTo>
                  <a:lnTo>
                    <a:pt x="77869" y="1307392"/>
                  </a:lnTo>
                  <a:lnTo>
                    <a:pt x="77869" y="1314905"/>
                  </a:lnTo>
                  <a:lnTo>
                    <a:pt x="89482" y="1314905"/>
                  </a:lnTo>
                  <a:lnTo>
                    <a:pt x="89482" y="1464497"/>
                  </a:lnTo>
                  <a:lnTo>
                    <a:pt x="164619" y="1464497"/>
                  </a:lnTo>
                  <a:lnTo>
                    <a:pt x="239757" y="1464497"/>
                  </a:lnTo>
                  <a:lnTo>
                    <a:pt x="239757" y="1314905"/>
                  </a:lnTo>
                  <a:lnTo>
                    <a:pt x="248636" y="1314905"/>
                  </a:lnTo>
                  <a:lnTo>
                    <a:pt x="248636" y="1307392"/>
                  </a:lnTo>
                  <a:lnTo>
                    <a:pt x="239757" y="1307392"/>
                  </a:lnTo>
                  <a:lnTo>
                    <a:pt x="239757" y="1282801"/>
                  </a:lnTo>
                  <a:lnTo>
                    <a:pt x="248636" y="1282801"/>
                  </a:lnTo>
                  <a:lnTo>
                    <a:pt x="248636" y="1275288"/>
                  </a:lnTo>
                  <a:lnTo>
                    <a:pt x="239757" y="1275288"/>
                  </a:lnTo>
                  <a:lnTo>
                    <a:pt x="239757" y="1147554"/>
                  </a:lnTo>
                  <a:lnTo>
                    <a:pt x="248636" y="1147554"/>
                  </a:lnTo>
                  <a:lnTo>
                    <a:pt x="248636" y="1140040"/>
                  </a:lnTo>
                  <a:lnTo>
                    <a:pt x="239757" y="1140040"/>
                  </a:lnTo>
                  <a:lnTo>
                    <a:pt x="239757" y="1115450"/>
                  </a:lnTo>
                  <a:lnTo>
                    <a:pt x="248636" y="1115450"/>
                  </a:lnTo>
                  <a:lnTo>
                    <a:pt x="248636" y="1107936"/>
                  </a:lnTo>
                  <a:lnTo>
                    <a:pt x="239757" y="1107936"/>
                  </a:lnTo>
                  <a:lnTo>
                    <a:pt x="239757" y="980885"/>
                  </a:lnTo>
                  <a:lnTo>
                    <a:pt x="248636" y="980885"/>
                  </a:lnTo>
                  <a:lnTo>
                    <a:pt x="248636" y="973372"/>
                  </a:lnTo>
                  <a:lnTo>
                    <a:pt x="239757" y="973372"/>
                  </a:lnTo>
                  <a:lnTo>
                    <a:pt x="239757" y="948781"/>
                  </a:lnTo>
                  <a:lnTo>
                    <a:pt x="248636" y="948781"/>
                  </a:lnTo>
                  <a:lnTo>
                    <a:pt x="248636" y="941267"/>
                  </a:lnTo>
                  <a:lnTo>
                    <a:pt x="239757" y="941267"/>
                  </a:lnTo>
                  <a:lnTo>
                    <a:pt x="239757" y="813534"/>
                  </a:lnTo>
                  <a:lnTo>
                    <a:pt x="248636" y="813534"/>
                  </a:lnTo>
                  <a:lnTo>
                    <a:pt x="248636" y="806020"/>
                  </a:lnTo>
                  <a:lnTo>
                    <a:pt x="239757" y="806020"/>
                  </a:lnTo>
                  <a:lnTo>
                    <a:pt x="239757" y="781430"/>
                  </a:lnTo>
                  <a:lnTo>
                    <a:pt x="248636" y="781430"/>
                  </a:lnTo>
                  <a:lnTo>
                    <a:pt x="248636" y="773916"/>
                  </a:lnTo>
                  <a:lnTo>
                    <a:pt x="239757" y="773916"/>
                  </a:lnTo>
                  <a:lnTo>
                    <a:pt x="239757" y="646865"/>
                  </a:lnTo>
                  <a:lnTo>
                    <a:pt x="248636" y="646865"/>
                  </a:lnTo>
                  <a:lnTo>
                    <a:pt x="248636" y="639351"/>
                  </a:lnTo>
                  <a:lnTo>
                    <a:pt x="239757" y="639351"/>
                  </a:lnTo>
                  <a:lnTo>
                    <a:pt x="239757" y="614761"/>
                  </a:lnTo>
                  <a:lnTo>
                    <a:pt x="248636" y="614761"/>
                  </a:lnTo>
                  <a:lnTo>
                    <a:pt x="248636" y="607247"/>
                  </a:lnTo>
                  <a:lnTo>
                    <a:pt x="239757" y="607247"/>
                  </a:lnTo>
                  <a:lnTo>
                    <a:pt x="239757" y="538257"/>
                  </a:lnTo>
                  <a:lnTo>
                    <a:pt x="316260" y="474049"/>
                  </a:lnTo>
                  <a:lnTo>
                    <a:pt x="316260" y="370223"/>
                  </a:lnTo>
                  <a:lnTo>
                    <a:pt x="326506" y="370223"/>
                  </a:lnTo>
                  <a:lnTo>
                    <a:pt x="326506" y="357244"/>
                  </a:lnTo>
                  <a:lnTo>
                    <a:pt x="299866" y="357244"/>
                  </a:lnTo>
                  <a:lnTo>
                    <a:pt x="299866" y="299867"/>
                  </a:lnTo>
                  <a:lnTo>
                    <a:pt x="227461" y="299867"/>
                  </a:lnTo>
                  <a:lnTo>
                    <a:pt x="227461" y="189210"/>
                  </a:lnTo>
                  <a:lnTo>
                    <a:pt x="299866" y="189210"/>
                  </a:lnTo>
                  <a:lnTo>
                    <a:pt x="299866" y="129783"/>
                  </a:lnTo>
                  <a:lnTo>
                    <a:pt x="299866" y="129783"/>
                  </a:lnTo>
                  <a:lnTo>
                    <a:pt x="299866" y="2868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1" name="Google Shape;5531;p46"/>
            <p:cNvSpPr/>
            <p:nvPr/>
          </p:nvSpPr>
          <p:spPr>
            <a:xfrm>
              <a:off x="6653382" y="762986"/>
              <a:ext cx="1116132" cy="766401"/>
            </a:xfrm>
            <a:custGeom>
              <a:rect b="b" l="l" r="r" t="t"/>
              <a:pathLst>
                <a:path extrusionOk="0" h="766401" w="1116132">
                  <a:moveTo>
                    <a:pt x="1114767" y="460388"/>
                  </a:moveTo>
                  <a:lnTo>
                    <a:pt x="1107936" y="460388"/>
                  </a:lnTo>
                  <a:cubicBezTo>
                    <a:pt x="1103838" y="450142"/>
                    <a:pt x="1095641" y="442628"/>
                    <a:pt x="1085395" y="439896"/>
                  </a:cubicBezTo>
                  <a:lnTo>
                    <a:pt x="1085395" y="426234"/>
                  </a:lnTo>
                  <a:lnTo>
                    <a:pt x="1094958" y="426234"/>
                  </a:lnTo>
                  <a:lnTo>
                    <a:pt x="1094958" y="418037"/>
                  </a:lnTo>
                  <a:lnTo>
                    <a:pt x="1085395" y="418037"/>
                  </a:lnTo>
                  <a:lnTo>
                    <a:pt x="1085395" y="405742"/>
                  </a:lnTo>
                  <a:lnTo>
                    <a:pt x="1074466" y="405742"/>
                  </a:lnTo>
                  <a:lnTo>
                    <a:pt x="1074466" y="386616"/>
                  </a:lnTo>
                  <a:lnTo>
                    <a:pt x="1081297" y="386616"/>
                  </a:lnTo>
                  <a:lnTo>
                    <a:pt x="1081297" y="383201"/>
                  </a:lnTo>
                  <a:lnTo>
                    <a:pt x="1074466" y="383201"/>
                  </a:lnTo>
                  <a:lnTo>
                    <a:pt x="1074466" y="375687"/>
                  </a:lnTo>
                  <a:lnTo>
                    <a:pt x="1071051" y="375687"/>
                  </a:lnTo>
                  <a:lnTo>
                    <a:pt x="1071051" y="383201"/>
                  </a:lnTo>
                  <a:lnTo>
                    <a:pt x="1064220" y="383201"/>
                  </a:lnTo>
                  <a:lnTo>
                    <a:pt x="1064220" y="386616"/>
                  </a:lnTo>
                  <a:lnTo>
                    <a:pt x="1071051" y="386616"/>
                  </a:lnTo>
                  <a:lnTo>
                    <a:pt x="1071051" y="405742"/>
                  </a:lnTo>
                  <a:lnTo>
                    <a:pt x="1061487" y="405742"/>
                  </a:lnTo>
                  <a:lnTo>
                    <a:pt x="1061487" y="418037"/>
                  </a:lnTo>
                  <a:lnTo>
                    <a:pt x="1049875" y="418037"/>
                  </a:lnTo>
                  <a:lnTo>
                    <a:pt x="1049875" y="426234"/>
                  </a:lnTo>
                  <a:lnTo>
                    <a:pt x="1061487" y="426234"/>
                  </a:lnTo>
                  <a:lnTo>
                    <a:pt x="1061487" y="441262"/>
                  </a:lnTo>
                  <a:cubicBezTo>
                    <a:pt x="1053291" y="444677"/>
                    <a:pt x="1046460" y="452191"/>
                    <a:pt x="1043044" y="460388"/>
                  </a:cubicBezTo>
                  <a:lnTo>
                    <a:pt x="1029383" y="460388"/>
                  </a:lnTo>
                  <a:lnTo>
                    <a:pt x="1029383" y="470634"/>
                  </a:lnTo>
                  <a:lnTo>
                    <a:pt x="1040995" y="470634"/>
                  </a:lnTo>
                  <a:cubicBezTo>
                    <a:pt x="1040995" y="471317"/>
                    <a:pt x="1040995" y="472000"/>
                    <a:pt x="1040995" y="473366"/>
                  </a:cubicBezTo>
                  <a:lnTo>
                    <a:pt x="1040995" y="560116"/>
                  </a:lnTo>
                  <a:lnTo>
                    <a:pt x="1017088" y="560116"/>
                  </a:lnTo>
                  <a:lnTo>
                    <a:pt x="1017088" y="528695"/>
                  </a:lnTo>
                  <a:lnTo>
                    <a:pt x="980202" y="528695"/>
                  </a:lnTo>
                  <a:lnTo>
                    <a:pt x="980202" y="560116"/>
                  </a:lnTo>
                  <a:lnTo>
                    <a:pt x="955612" y="560116"/>
                  </a:lnTo>
                  <a:lnTo>
                    <a:pt x="955612" y="528695"/>
                  </a:lnTo>
                  <a:lnTo>
                    <a:pt x="918726" y="528695"/>
                  </a:lnTo>
                  <a:lnTo>
                    <a:pt x="918726" y="560116"/>
                  </a:lnTo>
                  <a:lnTo>
                    <a:pt x="894819" y="560116"/>
                  </a:lnTo>
                  <a:lnTo>
                    <a:pt x="894819" y="528695"/>
                  </a:lnTo>
                  <a:lnTo>
                    <a:pt x="857933" y="528695"/>
                  </a:lnTo>
                  <a:lnTo>
                    <a:pt x="857933" y="560116"/>
                  </a:lnTo>
                  <a:lnTo>
                    <a:pt x="834026" y="560116"/>
                  </a:lnTo>
                  <a:lnTo>
                    <a:pt x="834026" y="528695"/>
                  </a:lnTo>
                  <a:lnTo>
                    <a:pt x="797140" y="528695"/>
                  </a:lnTo>
                  <a:lnTo>
                    <a:pt x="797140" y="560116"/>
                  </a:lnTo>
                  <a:lnTo>
                    <a:pt x="773233" y="560116"/>
                  </a:lnTo>
                  <a:lnTo>
                    <a:pt x="773233" y="528695"/>
                  </a:lnTo>
                  <a:lnTo>
                    <a:pt x="737030" y="528695"/>
                  </a:lnTo>
                  <a:lnTo>
                    <a:pt x="737030" y="560116"/>
                  </a:lnTo>
                  <a:lnTo>
                    <a:pt x="713123" y="560116"/>
                  </a:lnTo>
                  <a:lnTo>
                    <a:pt x="713123" y="528695"/>
                  </a:lnTo>
                  <a:lnTo>
                    <a:pt x="676237" y="528695"/>
                  </a:lnTo>
                  <a:lnTo>
                    <a:pt x="676237" y="560116"/>
                  </a:lnTo>
                  <a:lnTo>
                    <a:pt x="652330" y="560116"/>
                  </a:lnTo>
                  <a:lnTo>
                    <a:pt x="652330" y="528695"/>
                  </a:lnTo>
                  <a:lnTo>
                    <a:pt x="615444" y="528695"/>
                  </a:lnTo>
                  <a:lnTo>
                    <a:pt x="615444" y="560116"/>
                  </a:lnTo>
                  <a:lnTo>
                    <a:pt x="591537" y="560116"/>
                  </a:lnTo>
                  <a:lnTo>
                    <a:pt x="591537" y="528695"/>
                  </a:lnTo>
                  <a:lnTo>
                    <a:pt x="554651" y="528695"/>
                  </a:lnTo>
                  <a:lnTo>
                    <a:pt x="554651" y="560116"/>
                  </a:lnTo>
                  <a:lnTo>
                    <a:pt x="530744" y="560116"/>
                  </a:lnTo>
                  <a:lnTo>
                    <a:pt x="530744" y="528695"/>
                  </a:lnTo>
                  <a:lnTo>
                    <a:pt x="493858" y="528695"/>
                  </a:lnTo>
                  <a:lnTo>
                    <a:pt x="493858" y="560116"/>
                  </a:lnTo>
                  <a:lnTo>
                    <a:pt x="469951" y="560116"/>
                  </a:lnTo>
                  <a:lnTo>
                    <a:pt x="469951" y="528695"/>
                  </a:lnTo>
                  <a:lnTo>
                    <a:pt x="433065" y="528695"/>
                  </a:lnTo>
                  <a:lnTo>
                    <a:pt x="433065" y="560116"/>
                  </a:lnTo>
                  <a:lnTo>
                    <a:pt x="410524" y="560116"/>
                  </a:lnTo>
                  <a:lnTo>
                    <a:pt x="410524" y="437846"/>
                  </a:lnTo>
                  <a:lnTo>
                    <a:pt x="388666" y="437846"/>
                  </a:lnTo>
                  <a:lnTo>
                    <a:pt x="388666" y="400278"/>
                  </a:lnTo>
                  <a:cubicBezTo>
                    <a:pt x="388666" y="392081"/>
                    <a:pt x="381835" y="385250"/>
                    <a:pt x="373638" y="385250"/>
                  </a:cubicBezTo>
                  <a:cubicBezTo>
                    <a:pt x="365441" y="385250"/>
                    <a:pt x="358611" y="392081"/>
                    <a:pt x="358611" y="400278"/>
                  </a:cubicBezTo>
                  <a:lnTo>
                    <a:pt x="358611" y="437846"/>
                  </a:lnTo>
                  <a:lnTo>
                    <a:pt x="352463" y="437846"/>
                  </a:lnTo>
                  <a:lnTo>
                    <a:pt x="352463" y="295768"/>
                  </a:lnTo>
                  <a:lnTo>
                    <a:pt x="358611" y="295768"/>
                  </a:lnTo>
                  <a:lnTo>
                    <a:pt x="358611" y="273910"/>
                  </a:lnTo>
                  <a:lnTo>
                    <a:pt x="352463" y="273910"/>
                  </a:lnTo>
                  <a:lnTo>
                    <a:pt x="352463" y="241123"/>
                  </a:lnTo>
                  <a:lnTo>
                    <a:pt x="372955" y="241123"/>
                  </a:lnTo>
                  <a:lnTo>
                    <a:pt x="372955" y="200822"/>
                  </a:lnTo>
                  <a:lnTo>
                    <a:pt x="340168" y="200822"/>
                  </a:lnTo>
                  <a:lnTo>
                    <a:pt x="340168" y="234975"/>
                  </a:lnTo>
                  <a:lnTo>
                    <a:pt x="327190" y="234975"/>
                  </a:lnTo>
                  <a:lnTo>
                    <a:pt x="327190" y="185111"/>
                  </a:lnTo>
                  <a:lnTo>
                    <a:pt x="334020" y="185111"/>
                  </a:lnTo>
                  <a:lnTo>
                    <a:pt x="334020" y="165985"/>
                  </a:lnTo>
                  <a:lnTo>
                    <a:pt x="341534" y="165985"/>
                  </a:lnTo>
                  <a:lnTo>
                    <a:pt x="341534" y="142078"/>
                  </a:lnTo>
                  <a:lnTo>
                    <a:pt x="349048" y="142078"/>
                  </a:lnTo>
                  <a:lnTo>
                    <a:pt x="349048" y="113389"/>
                  </a:lnTo>
                  <a:lnTo>
                    <a:pt x="337436" y="113389"/>
                  </a:lnTo>
                  <a:lnTo>
                    <a:pt x="337436" y="75821"/>
                  </a:lnTo>
                  <a:cubicBezTo>
                    <a:pt x="337436" y="68307"/>
                    <a:pt x="331971" y="62159"/>
                    <a:pt x="324457" y="61476"/>
                  </a:cubicBezTo>
                  <a:lnTo>
                    <a:pt x="324457" y="47132"/>
                  </a:lnTo>
                  <a:lnTo>
                    <a:pt x="331288" y="47132"/>
                  </a:lnTo>
                  <a:lnTo>
                    <a:pt x="331288" y="43033"/>
                  </a:lnTo>
                  <a:lnTo>
                    <a:pt x="324457" y="43033"/>
                  </a:lnTo>
                  <a:lnTo>
                    <a:pt x="324457" y="35520"/>
                  </a:lnTo>
                  <a:lnTo>
                    <a:pt x="320359" y="35520"/>
                  </a:lnTo>
                  <a:lnTo>
                    <a:pt x="320359" y="43033"/>
                  </a:lnTo>
                  <a:lnTo>
                    <a:pt x="313528" y="43033"/>
                  </a:lnTo>
                  <a:lnTo>
                    <a:pt x="313528" y="46449"/>
                  </a:lnTo>
                  <a:lnTo>
                    <a:pt x="320359" y="46449"/>
                  </a:lnTo>
                  <a:lnTo>
                    <a:pt x="320359" y="60793"/>
                  </a:lnTo>
                  <a:cubicBezTo>
                    <a:pt x="312845" y="61476"/>
                    <a:pt x="307380" y="67624"/>
                    <a:pt x="307380" y="75821"/>
                  </a:cubicBezTo>
                  <a:lnTo>
                    <a:pt x="307380" y="113389"/>
                  </a:lnTo>
                  <a:lnTo>
                    <a:pt x="282107" y="113389"/>
                  </a:lnTo>
                  <a:lnTo>
                    <a:pt x="282107" y="51913"/>
                  </a:lnTo>
                  <a:cubicBezTo>
                    <a:pt x="282107" y="38252"/>
                    <a:pt x="271861" y="28006"/>
                    <a:pt x="258200" y="27323"/>
                  </a:cubicBezTo>
                  <a:lnTo>
                    <a:pt x="258200" y="10929"/>
                  </a:lnTo>
                  <a:lnTo>
                    <a:pt x="265031" y="10929"/>
                  </a:lnTo>
                  <a:lnTo>
                    <a:pt x="265031" y="7514"/>
                  </a:lnTo>
                  <a:lnTo>
                    <a:pt x="258200" y="7514"/>
                  </a:lnTo>
                  <a:lnTo>
                    <a:pt x="258200" y="0"/>
                  </a:lnTo>
                  <a:lnTo>
                    <a:pt x="254785" y="0"/>
                  </a:lnTo>
                  <a:lnTo>
                    <a:pt x="254785" y="7514"/>
                  </a:lnTo>
                  <a:lnTo>
                    <a:pt x="247954" y="7514"/>
                  </a:lnTo>
                  <a:lnTo>
                    <a:pt x="247954" y="10929"/>
                  </a:lnTo>
                  <a:lnTo>
                    <a:pt x="254785" y="10929"/>
                  </a:lnTo>
                  <a:lnTo>
                    <a:pt x="254785" y="27323"/>
                  </a:lnTo>
                  <a:cubicBezTo>
                    <a:pt x="243172" y="28689"/>
                    <a:pt x="233609" y="38252"/>
                    <a:pt x="233609" y="50547"/>
                  </a:cubicBezTo>
                  <a:lnTo>
                    <a:pt x="233609" y="113389"/>
                  </a:lnTo>
                  <a:lnTo>
                    <a:pt x="221997" y="113389"/>
                  </a:lnTo>
                  <a:lnTo>
                    <a:pt x="221997" y="97679"/>
                  </a:lnTo>
                  <a:lnTo>
                    <a:pt x="228828" y="97679"/>
                  </a:lnTo>
                  <a:lnTo>
                    <a:pt x="228828" y="94263"/>
                  </a:lnTo>
                  <a:lnTo>
                    <a:pt x="221997" y="94263"/>
                  </a:lnTo>
                  <a:lnTo>
                    <a:pt x="221997" y="86750"/>
                  </a:lnTo>
                  <a:lnTo>
                    <a:pt x="218582" y="86750"/>
                  </a:lnTo>
                  <a:lnTo>
                    <a:pt x="218582" y="94263"/>
                  </a:lnTo>
                  <a:lnTo>
                    <a:pt x="211751" y="94263"/>
                  </a:lnTo>
                  <a:lnTo>
                    <a:pt x="211751" y="97679"/>
                  </a:lnTo>
                  <a:lnTo>
                    <a:pt x="218582" y="97679"/>
                  </a:lnTo>
                  <a:lnTo>
                    <a:pt x="218582" y="112706"/>
                  </a:lnTo>
                  <a:lnTo>
                    <a:pt x="196041" y="112706"/>
                  </a:lnTo>
                  <a:lnTo>
                    <a:pt x="196041" y="97679"/>
                  </a:lnTo>
                  <a:lnTo>
                    <a:pt x="202871" y="97679"/>
                  </a:lnTo>
                  <a:lnTo>
                    <a:pt x="202871" y="94263"/>
                  </a:lnTo>
                  <a:lnTo>
                    <a:pt x="196041" y="94263"/>
                  </a:lnTo>
                  <a:lnTo>
                    <a:pt x="196041" y="86750"/>
                  </a:lnTo>
                  <a:lnTo>
                    <a:pt x="192625" y="86750"/>
                  </a:lnTo>
                  <a:lnTo>
                    <a:pt x="192625" y="94263"/>
                  </a:lnTo>
                  <a:lnTo>
                    <a:pt x="185795" y="94263"/>
                  </a:lnTo>
                  <a:lnTo>
                    <a:pt x="185795" y="97679"/>
                  </a:lnTo>
                  <a:lnTo>
                    <a:pt x="192625" y="97679"/>
                  </a:lnTo>
                  <a:lnTo>
                    <a:pt x="192625" y="112706"/>
                  </a:lnTo>
                  <a:lnTo>
                    <a:pt x="170084" y="112706"/>
                  </a:lnTo>
                  <a:lnTo>
                    <a:pt x="170084" y="97679"/>
                  </a:lnTo>
                  <a:lnTo>
                    <a:pt x="176915" y="97679"/>
                  </a:lnTo>
                  <a:lnTo>
                    <a:pt x="176915" y="94263"/>
                  </a:lnTo>
                  <a:lnTo>
                    <a:pt x="170084" y="94263"/>
                  </a:lnTo>
                  <a:lnTo>
                    <a:pt x="170084" y="86750"/>
                  </a:lnTo>
                  <a:lnTo>
                    <a:pt x="166669" y="86750"/>
                  </a:lnTo>
                  <a:lnTo>
                    <a:pt x="166669" y="94263"/>
                  </a:lnTo>
                  <a:lnTo>
                    <a:pt x="159838" y="94263"/>
                  </a:lnTo>
                  <a:lnTo>
                    <a:pt x="159838" y="97679"/>
                  </a:lnTo>
                  <a:lnTo>
                    <a:pt x="166669" y="97679"/>
                  </a:lnTo>
                  <a:lnTo>
                    <a:pt x="166669" y="112706"/>
                  </a:lnTo>
                  <a:lnTo>
                    <a:pt x="142761" y="112706"/>
                  </a:lnTo>
                  <a:lnTo>
                    <a:pt x="142761" y="97679"/>
                  </a:lnTo>
                  <a:lnTo>
                    <a:pt x="149592" y="97679"/>
                  </a:lnTo>
                  <a:lnTo>
                    <a:pt x="149592" y="94263"/>
                  </a:lnTo>
                  <a:lnTo>
                    <a:pt x="142761" y="94263"/>
                  </a:lnTo>
                  <a:lnTo>
                    <a:pt x="142761" y="86750"/>
                  </a:lnTo>
                  <a:lnTo>
                    <a:pt x="139346" y="86750"/>
                  </a:lnTo>
                  <a:lnTo>
                    <a:pt x="139346" y="94263"/>
                  </a:lnTo>
                  <a:lnTo>
                    <a:pt x="132515" y="94263"/>
                  </a:lnTo>
                  <a:lnTo>
                    <a:pt x="132515" y="97679"/>
                  </a:lnTo>
                  <a:lnTo>
                    <a:pt x="139346" y="97679"/>
                  </a:lnTo>
                  <a:lnTo>
                    <a:pt x="139346" y="112706"/>
                  </a:lnTo>
                  <a:lnTo>
                    <a:pt x="116805" y="112706"/>
                  </a:lnTo>
                  <a:lnTo>
                    <a:pt x="116805" y="97679"/>
                  </a:lnTo>
                  <a:lnTo>
                    <a:pt x="123636" y="97679"/>
                  </a:lnTo>
                  <a:lnTo>
                    <a:pt x="123636" y="94263"/>
                  </a:lnTo>
                  <a:lnTo>
                    <a:pt x="116805" y="94263"/>
                  </a:lnTo>
                  <a:lnTo>
                    <a:pt x="116805" y="86750"/>
                  </a:lnTo>
                  <a:lnTo>
                    <a:pt x="113389" y="86750"/>
                  </a:lnTo>
                  <a:lnTo>
                    <a:pt x="113389" y="94263"/>
                  </a:lnTo>
                  <a:lnTo>
                    <a:pt x="106559" y="94263"/>
                  </a:lnTo>
                  <a:lnTo>
                    <a:pt x="106559" y="97679"/>
                  </a:lnTo>
                  <a:lnTo>
                    <a:pt x="113389" y="97679"/>
                  </a:lnTo>
                  <a:lnTo>
                    <a:pt x="113389" y="112706"/>
                  </a:lnTo>
                  <a:lnTo>
                    <a:pt x="97679" y="112706"/>
                  </a:lnTo>
                  <a:lnTo>
                    <a:pt x="97679" y="75137"/>
                  </a:lnTo>
                  <a:cubicBezTo>
                    <a:pt x="97679" y="67624"/>
                    <a:pt x="92214" y="61476"/>
                    <a:pt x="84701" y="60793"/>
                  </a:cubicBezTo>
                  <a:lnTo>
                    <a:pt x="84701" y="46449"/>
                  </a:lnTo>
                  <a:lnTo>
                    <a:pt x="91531" y="46449"/>
                  </a:lnTo>
                  <a:lnTo>
                    <a:pt x="91531" y="43033"/>
                  </a:lnTo>
                  <a:lnTo>
                    <a:pt x="84701" y="43033"/>
                  </a:lnTo>
                  <a:lnTo>
                    <a:pt x="84701" y="35520"/>
                  </a:lnTo>
                  <a:lnTo>
                    <a:pt x="81285" y="35520"/>
                  </a:lnTo>
                  <a:lnTo>
                    <a:pt x="81285" y="43033"/>
                  </a:lnTo>
                  <a:lnTo>
                    <a:pt x="74455" y="43033"/>
                  </a:lnTo>
                  <a:lnTo>
                    <a:pt x="74455" y="46449"/>
                  </a:lnTo>
                  <a:lnTo>
                    <a:pt x="81285" y="46449"/>
                  </a:lnTo>
                  <a:lnTo>
                    <a:pt x="81285" y="60793"/>
                  </a:lnTo>
                  <a:cubicBezTo>
                    <a:pt x="73772" y="61476"/>
                    <a:pt x="68307" y="67624"/>
                    <a:pt x="68307" y="75137"/>
                  </a:cubicBezTo>
                  <a:lnTo>
                    <a:pt x="68307" y="112706"/>
                  </a:lnTo>
                  <a:lnTo>
                    <a:pt x="58061" y="112706"/>
                  </a:lnTo>
                  <a:lnTo>
                    <a:pt x="58061" y="141395"/>
                  </a:lnTo>
                  <a:lnTo>
                    <a:pt x="65575" y="141395"/>
                  </a:lnTo>
                  <a:lnTo>
                    <a:pt x="65575" y="165302"/>
                  </a:lnTo>
                  <a:lnTo>
                    <a:pt x="71722" y="165302"/>
                  </a:lnTo>
                  <a:lnTo>
                    <a:pt x="71722" y="184428"/>
                  </a:lnTo>
                  <a:lnTo>
                    <a:pt x="77870" y="184428"/>
                  </a:lnTo>
                  <a:lnTo>
                    <a:pt x="77870" y="234292"/>
                  </a:lnTo>
                  <a:lnTo>
                    <a:pt x="67624" y="234292"/>
                  </a:lnTo>
                  <a:lnTo>
                    <a:pt x="67624" y="200139"/>
                  </a:lnTo>
                  <a:lnTo>
                    <a:pt x="34837" y="200139"/>
                  </a:lnTo>
                  <a:lnTo>
                    <a:pt x="34837" y="240440"/>
                  </a:lnTo>
                  <a:lnTo>
                    <a:pt x="53280" y="240440"/>
                  </a:lnTo>
                  <a:lnTo>
                    <a:pt x="53280" y="273227"/>
                  </a:lnTo>
                  <a:lnTo>
                    <a:pt x="45766" y="273227"/>
                  </a:lnTo>
                  <a:lnTo>
                    <a:pt x="45766" y="295085"/>
                  </a:lnTo>
                  <a:lnTo>
                    <a:pt x="53280" y="295085"/>
                  </a:lnTo>
                  <a:lnTo>
                    <a:pt x="53280" y="437846"/>
                  </a:lnTo>
                  <a:lnTo>
                    <a:pt x="45766" y="437846"/>
                  </a:lnTo>
                  <a:lnTo>
                    <a:pt x="45766" y="400278"/>
                  </a:lnTo>
                  <a:cubicBezTo>
                    <a:pt x="45766" y="392764"/>
                    <a:pt x="40301" y="386616"/>
                    <a:pt x="32788" y="385933"/>
                  </a:cubicBezTo>
                  <a:lnTo>
                    <a:pt x="32788" y="371589"/>
                  </a:lnTo>
                  <a:lnTo>
                    <a:pt x="39618" y="371589"/>
                  </a:lnTo>
                  <a:lnTo>
                    <a:pt x="39618" y="368174"/>
                  </a:lnTo>
                  <a:lnTo>
                    <a:pt x="32788" y="368174"/>
                  </a:lnTo>
                  <a:lnTo>
                    <a:pt x="32788" y="360660"/>
                  </a:lnTo>
                  <a:lnTo>
                    <a:pt x="29372" y="360660"/>
                  </a:lnTo>
                  <a:lnTo>
                    <a:pt x="29372" y="368174"/>
                  </a:lnTo>
                  <a:lnTo>
                    <a:pt x="22542" y="368174"/>
                  </a:lnTo>
                  <a:lnTo>
                    <a:pt x="22542" y="371589"/>
                  </a:lnTo>
                  <a:lnTo>
                    <a:pt x="29372" y="371589"/>
                  </a:lnTo>
                  <a:lnTo>
                    <a:pt x="29372" y="385933"/>
                  </a:lnTo>
                  <a:cubicBezTo>
                    <a:pt x="21858" y="386616"/>
                    <a:pt x="16394" y="392764"/>
                    <a:pt x="16394" y="400278"/>
                  </a:cubicBezTo>
                  <a:lnTo>
                    <a:pt x="16394" y="437846"/>
                  </a:lnTo>
                  <a:lnTo>
                    <a:pt x="0" y="437846"/>
                  </a:lnTo>
                  <a:lnTo>
                    <a:pt x="0" y="766402"/>
                  </a:lnTo>
                  <a:lnTo>
                    <a:pt x="53963" y="766402"/>
                  </a:lnTo>
                  <a:lnTo>
                    <a:pt x="77187" y="766402"/>
                  </a:lnTo>
                  <a:lnTo>
                    <a:pt x="334020" y="766402"/>
                  </a:lnTo>
                  <a:lnTo>
                    <a:pt x="353829" y="766402"/>
                  </a:lnTo>
                  <a:lnTo>
                    <a:pt x="411207" y="766402"/>
                  </a:lnTo>
                  <a:lnTo>
                    <a:pt x="1111351" y="766402"/>
                  </a:lnTo>
                  <a:lnTo>
                    <a:pt x="1111351" y="560116"/>
                  </a:lnTo>
                  <a:lnTo>
                    <a:pt x="1111351" y="473366"/>
                  </a:lnTo>
                  <a:cubicBezTo>
                    <a:pt x="1111351" y="472683"/>
                    <a:pt x="1111351" y="472000"/>
                    <a:pt x="1111351" y="470634"/>
                  </a:cubicBezTo>
                  <a:lnTo>
                    <a:pt x="1116133" y="470634"/>
                  </a:lnTo>
                  <a:lnTo>
                    <a:pt x="1116133" y="460388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2" name="Google Shape;5532;p46"/>
            <p:cNvSpPr/>
            <p:nvPr/>
          </p:nvSpPr>
          <p:spPr>
            <a:xfrm>
              <a:off x="6185481" y="1470644"/>
              <a:ext cx="2325162" cy="132515"/>
            </a:xfrm>
            <a:custGeom>
              <a:rect b="b" l="l" r="r" t="t"/>
              <a:pathLst>
                <a:path extrusionOk="0" h="132515" w="2325162">
                  <a:moveTo>
                    <a:pt x="2282130" y="132515"/>
                  </a:moveTo>
                  <a:lnTo>
                    <a:pt x="43034" y="132515"/>
                  </a:lnTo>
                  <a:cubicBezTo>
                    <a:pt x="19126" y="132515"/>
                    <a:pt x="0" y="102460"/>
                    <a:pt x="0" y="66258"/>
                  </a:cubicBezTo>
                  <a:lnTo>
                    <a:pt x="0" y="66258"/>
                  </a:lnTo>
                  <a:cubicBezTo>
                    <a:pt x="0" y="29372"/>
                    <a:pt x="19126" y="0"/>
                    <a:pt x="43034" y="0"/>
                  </a:cubicBezTo>
                  <a:lnTo>
                    <a:pt x="2282130" y="0"/>
                  </a:lnTo>
                  <a:cubicBezTo>
                    <a:pt x="2306037" y="0"/>
                    <a:pt x="2325163" y="30055"/>
                    <a:pt x="2325163" y="66258"/>
                  </a:cubicBezTo>
                  <a:lnTo>
                    <a:pt x="2325163" y="66258"/>
                  </a:lnTo>
                  <a:cubicBezTo>
                    <a:pt x="2325163" y="102460"/>
                    <a:pt x="2306037" y="132515"/>
                    <a:pt x="2282130" y="132515"/>
                  </a:cubicBez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3" name="Google Shape;5533;p46"/>
            <p:cNvSpPr/>
            <p:nvPr/>
          </p:nvSpPr>
          <p:spPr>
            <a:xfrm>
              <a:off x="7910101" y="1182977"/>
              <a:ext cx="302782" cy="382613"/>
            </a:xfrm>
            <a:custGeom>
              <a:rect b="b" l="l" r="r" t="t"/>
              <a:pathLst>
                <a:path extrusionOk="0" h="382613" w="302782">
                  <a:moveTo>
                    <a:pt x="216658" y="71135"/>
                  </a:moveTo>
                  <a:lnTo>
                    <a:pt x="193434" y="85479"/>
                  </a:lnTo>
                  <a:lnTo>
                    <a:pt x="194800" y="83430"/>
                  </a:lnTo>
                  <a:lnTo>
                    <a:pt x="179773" y="81381"/>
                  </a:lnTo>
                  <a:lnTo>
                    <a:pt x="199582" y="73867"/>
                  </a:lnTo>
                  <a:lnTo>
                    <a:pt x="210511" y="52009"/>
                  </a:lnTo>
                  <a:lnTo>
                    <a:pt x="190702" y="49277"/>
                  </a:lnTo>
                  <a:lnTo>
                    <a:pt x="216658" y="39714"/>
                  </a:lnTo>
                  <a:lnTo>
                    <a:pt x="232369" y="8293"/>
                  </a:lnTo>
                  <a:cubicBezTo>
                    <a:pt x="211877" y="-1953"/>
                    <a:pt x="184554" y="11708"/>
                    <a:pt x="170893" y="38348"/>
                  </a:cubicBezTo>
                  <a:lnTo>
                    <a:pt x="155182" y="69086"/>
                  </a:lnTo>
                  <a:lnTo>
                    <a:pt x="146303" y="41080"/>
                  </a:lnTo>
                  <a:cubicBezTo>
                    <a:pt x="137423" y="12391"/>
                    <a:pt x="112149" y="-5369"/>
                    <a:pt x="90291" y="1462"/>
                  </a:cubicBezTo>
                  <a:lnTo>
                    <a:pt x="101220" y="34932"/>
                  </a:lnTo>
                  <a:lnTo>
                    <a:pt x="125128" y="48594"/>
                  </a:lnTo>
                  <a:lnTo>
                    <a:pt x="105318" y="47911"/>
                  </a:lnTo>
                  <a:lnTo>
                    <a:pt x="112832" y="71135"/>
                  </a:lnTo>
                  <a:lnTo>
                    <a:pt x="131275" y="81381"/>
                  </a:lnTo>
                  <a:lnTo>
                    <a:pt x="116247" y="80698"/>
                  </a:lnTo>
                  <a:lnTo>
                    <a:pt x="118297" y="86845"/>
                  </a:lnTo>
                  <a:lnTo>
                    <a:pt x="82094" y="59523"/>
                  </a:lnTo>
                  <a:cubicBezTo>
                    <a:pt x="58187" y="41080"/>
                    <a:pt x="27449" y="41080"/>
                    <a:pt x="13787" y="58840"/>
                  </a:cubicBezTo>
                  <a:lnTo>
                    <a:pt x="41793" y="80015"/>
                  </a:lnTo>
                  <a:lnTo>
                    <a:pt x="69116" y="77283"/>
                  </a:lnTo>
                  <a:lnTo>
                    <a:pt x="52722" y="88212"/>
                  </a:lnTo>
                  <a:lnTo>
                    <a:pt x="72531" y="103239"/>
                  </a:lnTo>
                  <a:lnTo>
                    <a:pt x="93706" y="101190"/>
                  </a:lnTo>
                  <a:lnTo>
                    <a:pt x="80728" y="109387"/>
                  </a:lnTo>
                  <a:lnTo>
                    <a:pt x="96439" y="120999"/>
                  </a:lnTo>
                  <a:lnTo>
                    <a:pt x="51356" y="124414"/>
                  </a:lnTo>
                  <a:cubicBezTo>
                    <a:pt x="21301" y="126463"/>
                    <a:pt x="-1923" y="146955"/>
                    <a:pt x="126" y="169497"/>
                  </a:cubicBezTo>
                  <a:lnTo>
                    <a:pt x="34963" y="166764"/>
                  </a:lnTo>
                  <a:lnTo>
                    <a:pt x="53405" y="146955"/>
                  </a:lnTo>
                  <a:lnTo>
                    <a:pt x="48624" y="166081"/>
                  </a:lnTo>
                  <a:lnTo>
                    <a:pt x="73214" y="164032"/>
                  </a:lnTo>
                  <a:lnTo>
                    <a:pt x="87559" y="148322"/>
                  </a:lnTo>
                  <a:lnTo>
                    <a:pt x="83460" y="163349"/>
                  </a:lnTo>
                  <a:lnTo>
                    <a:pt x="123761" y="159934"/>
                  </a:lnTo>
                  <a:lnTo>
                    <a:pt x="133324" y="149005"/>
                  </a:lnTo>
                  <a:lnTo>
                    <a:pt x="134007" y="149688"/>
                  </a:lnTo>
                  <a:lnTo>
                    <a:pt x="131275" y="159251"/>
                  </a:lnTo>
                  <a:lnTo>
                    <a:pt x="139472" y="158568"/>
                  </a:lnTo>
                  <a:lnTo>
                    <a:pt x="139472" y="159251"/>
                  </a:lnTo>
                  <a:lnTo>
                    <a:pt x="142204" y="159251"/>
                  </a:lnTo>
                  <a:lnTo>
                    <a:pt x="144253" y="382614"/>
                  </a:lnTo>
                  <a:lnTo>
                    <a:pt x="162696" y="382614"/>
                  </a:lnTo>
                  <a:lnTo>
                    <a:pt x="160647" y="160617"/>
                  </a:lnTo>
                  <a:lnTo>
                    <a:pt x="171576" y="161300"/>
                  </a:lnTo>
                  <a:lnTo>
                    <a:pt x="168161" y="149688"/>
                  </a:lnTo>
                  <a:lnTo>
                    <a:pt x="179773" y="161983"/>
                  </a:lnTo>
                  <a:lnTo>
                    <a:pt x="220074" y="164715"/>
                  </a:lnTo>
                  <a:lnTo>
                    <a:pt x="215976" y="149688"/>
                  </a:lnTo>
                  <a:lnTo>
                    <a:pt x="230320" y="165398"/>
                  </a:lnTo>
                  <a:lnTo>
                    <a:pt x="254910" y="166764"/>
                  </a:lnTo>
                  <a:lnTo>
                    <a:pt x="249446" y="147639"/>
                  </a:lnTo>
                  <a:lnTo>
                    <a:pt x="267888" y="167447"/>
                  </a:lnTo>
                  <a:lnTo>
                    <a:pt x="302725" y="169497"/>
                  </a:lnTo>
                  <a:cubicBezTo>
                    <a:pt x="304091" y="146955"/>
                    <a:pt x="280867" y="127146"/>
                    <a:pt x="250812" y="125097"/>
                  </a:cubicBezTo>
                  <a:lnTo>
                    <a:pt x="205729" y="122365"/>
                  </a:lnTo>
                  <a:lnTo>
                    <a:pt x="211194" y="118950"/>
                  </a:lnTo>
                  <a:lnTo>
                    <a:pt x="199582" y="109387"/>
                  </a:lnTo>
                  <a:lnTo>
                    <a:pt x="220074" y="113485"/>
                  </a:lnTo>
                  <a:lnTo>
                    <a:pt x="241249" y="100507"/>
                  </a:lnTo>
                  <a:lnTo>
                    <a:pt x="226222" y="88212"/>
                  </a:lnTo>
                  <a:lnTo>
                    <a:pt x="252861" y="93676"/>
                  </a:lnTo>
                  <a:lnTo>
                    <a:pt x="282916" y="75233"/>
                  </a:lnTo>
                  <a:cubicBezTo>
                    <a:pt x="272670" y="58840"/>
                    <a:pt x="242615" y="55424"/>
                    <a:pt x="216658" y="71135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4" name="Google Shape;5534;p46"/>
            <p:cNvSpPr/>
            <p:nvPr/>
          </p:nvSpPr>
          <p:spPr>
            <a:xfrm>
              <a:off x="6368467" y="1192755"/>
              <a:ext cx="229661" cy="289501"/>
            </a:xfrm>
            <a:custGeom>
              <a:rect b="b" l="l" r="r" t="t"/>
              <a:pathLst>
                <a:path extrusionOk="0" h="289501" w="229661">
                  <a:moveTo>
                    <a:pt x="163330" y="53160"/>
                  </a:moveTo>
                  <a:lnTo>
                    <a:pt x="145570" y="63406"/>
                  </a:lnTo>
                  <a:lnTo>
                    <a:pt x="146253" y="61357"/>
                  </a:lnTo>
                  <a:lnTo>
                    <a:pt x="134641" y="59991"/>
                  </a:lnTo>
                  <a:lnTo>
                    <a:pt x="149668" y="54527"/>
                  </a:lnTo>
                  <a:lnTo>
                    <a:pt x="157865" y="38133"/>
                  </a:lnTo>
                  <a:lnTo>
                    <a:pt x="143521" y="36084"/>
                  </a:lnTo>
                  <a:lnTo>
                    <a:pt x="162647" y="29253"/>
                  </a:lnTo>
                  <a:lnTo>
                    <a:pt x="174259" y="6029"/>
                  </a:lnTo>
                  <a:cubicBezTo>
                    <a:pt x="159231" y="-1485"/>
                    <a:pt x="138739" y="8761"/>
                    <a:pt x="128493" y="28570"/>
                  </a:cubicBezTo>
                  <a:lnTo>
                    <a:pt x="116881" y="51794"/>
                  </a:lnTo>
                  <a:lnTo>
                    <a:pt x="110050" y="30619"/>
                  </a:lnTo>
                  <a:cubicBezTo>
                    <a:pt x="103220" y="8761"/>
                    <a:pt x="84094" y="-4217"/>
                    <a:pt x="68383" y="1247"/>
                  </a:cubicBezTo>
                  <a:lnTo>
                    <a:pt x="76580" y="26521"/>
                  </a:lnTo>
                  <a:lnTo>
                    <a:pt x="94340" y="36767"/>
                  </a:lnTo>
                  <a:lnTo>
                    <a:pt x="79312" y="36767"/>
                  </a:lnTo>
                  <a:lnTo>
                    <a:pt x="84777" y="54527"/>
                  </a:lnTo>
                  <a:lnTo>
                    <a:pt x="98438" y="62040"/>
                  </a:lnTo>
                  <a:lnTo>
                    <a:pt x="86826" y="62040"/>
                  </a:lnTo>
                  <a:lnTo>
                    <a:pt x="88192" y="66822"/>
                  </a:lnTo>
                  <a:lnTo>
                    <a:pt x="61553" y="46330"/>
                  </a:lnTo>
                  <a:cubicBezTo>
                    <a:pt x="43793" y="32668"/>
                    <a:pt x="20569" y="32668"/>
                    <a:pt x="10323" y="46330"/>
                  </a:cubicBezTo>
                  <a:lnTo>
                    <a:pt x="31498" y="62040"/>
                  </a:lnTo>
                  <a:lnTo>
                    <a:pt x="51990" y="59991"/>
                  </a:lnTo>
                  <a:lnTo>
                    <a:pt x="39694" y="68188"/>
                  </a:lnTo>
                  <a:lnTo>
                    <a:pt x="54039" y="79117"/>
                  </a:lnTo>
                  <a:lnTo>
                    <a:pt x="69749" y="77751"/>
                  </a:lnTo>
                  <a:lnTo>
                    <a:pt x="60186" y="83899"/>
                  </a:lnTo>
                  <a:lnTo>
                    <a:pt x="71799" y="92778"/>
                  </a:lnTo>
                  <a:lnTo>
                    <a:pt x="38328" y="95511"/>
                  </a:lnTo>
                  <a:cubicBezTo>
                    <a:pt x="15787" y="97560"/>
                    <a:pt x="-1290" y="112587"/>
                    <a:pt x="77" y="129664"/>
                  </a:cubicBezTo>
                  <a:lnTo>
                    <a:pt x="26716" y="127615"/>
                  </a:lnTo>
                  <a:lnTo>
                    <a:pt x="40377" y="112587"/>
                  </a:lnTo>
                  <a:lnTo>
                    <a:pt x="36962" y="126932"/>
                  </a:lnTo>
                  <a:lnTo>
                    <a:pt x="55405" y="125566"/>
                  </a:lnTo>
                  <a:lnTo>
                    <a:pt x="66334" y="113954"/>
                  </a:lnTo>
                  <a:lnTo>
                    <a:pt x="63602" y="124883"/>
                  </a:lnTo>
                  <a:lnTo>
                    <a:pt x="93657" y="122833"/>
                  </a:lnTo>
                  <a:lnTo>
                    <a:pt x="101171" y="114637"/>
                  </a:lnTo>
                  <a:lnTo>
                    <a:pt x="101853" y="115320"/>
                  </a:lnTo>
                  <a:lnTo>
                    <a:pt x="99804" y="122150"/>
                  </a:lnTo>
                  <a:lnTo>
                    <a:pt x="105952" y="121467"/>
                  </a:lnTo>
                  <a:lnTo>
                    <a:pt x="105952" y="122150"/>
                  </a:lnTo>
                  <a:lnTo>
                    <a:pt x="108001" y="122150"/>
                  </a:lnTo>
                  <a:lnTo>
                    <a:pt x="109367" y="289502"/>
                  </a:lnTo>
                  <a:lnTo>
                    <a:pt x="123029" y="289502"/>
                  </a:lnTo>
                  <a:lnTo>
                    <a:pt x="121663" y="122833"/>
                  </a:lnTo>
                  <a:lnTo>
                    <a:pt x="129859" y="123516"/>
                  </a:lnTo>
                  <a:lnTo>
                    <a:pt x="127810" y="114637"/>
                  </a:lnTo>
                  <a:lnTo>
                    <a:pt x="136007" y="123516"/>
                  </a:lnTo>
                  <a:lnTo>
                    <a:pt x="166062" y="125566"/>
                  </a:lnTo>
                  <a:lnTo>
                    <a:pt x="163330" y="114637"/>
                  </a:lnTo>
                  <a:lnTo>
                    <a:pt x="174259" y="126249"/>
                  </a:lnTo>
                  <a:lnTo>
                    <a:pt x="192701" y="127615"/>
                  </a:lnTo>
                  <a:lnTo>
                    <a:pt x="188603" y="113270"/>
                  </a:lnTo>
                  <a:lnTo>
                    <a:pt x="202947" y="128298"/>
                  </a:lnTo>
                  <a:lnTo>
                    <a:pt x="229587" y="130347"/>
                  </a:lnTo>
                  <a:cubicBezTo>
                    <a:pt x="230953" y="113270"/>
                    <a:pt x="213193" y="98243"/>
                    <a:pt x="190652" y="96877"/>
                  </a:cubicBezTo>
                  <a:lnTo>
                    <a:pt x="157182" y="94828"/>
                  </a:lnTo>
                  <a:lnTo>
                    <a:pt x="161280" y="92095"/>
                  </a:lnTo>
                  <a:lnTo>
                    <a:pt x="152401" y="84582"/>
                  </a:lnTo>
                  <a:lnTo>
                    <a:pt x="168111" y="87997"/>
                  </a:lnTo>
                  <a:lnTo>
                    <a:pt x="183822" y="78434"/>
                  </a:lnTo>
                  <a:lnTo>
                    <a:pt x="172209" y="68871"/>
                  </a:lnTo>
                  <a:lnTo>
                    <a:pt x="192018" y="72970"/>
                  </a:lnTo>
                  <a:lnTo>
                    <a:pt x="214560" y="59308"/>
                  </a:lnTo>
                  <a:cubicBezTo>
                    <a:pt x="205680" y="43598"/>
                    <a:pt x="182455" y="41548"/>
                    <a:pt x="163330" y="53160"/>
                  </a:cubicBez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5" name="Google Shape;5535;p46"/>
          <p:cNvGrpSpPr/>
          <p:nvPr/>
        </p:nvGrpSpPr>
        <p:grpSpPr>
          <a:xfrm>
            <a:off x="4606868" y="3037797"/>
            <a:ext cx="1670819" cy="1336734"/>
            <a:chOff x="4705556" y="3089797"/>
            <a:chExt cx="1670819" cy="1336734"/>
          </a:xfrm>
        </p:grpSpPr>
        <p:sp>
          <p:nvSpPr>
            <p:cNvPr id="5536" name="Google Shape;5536;p46"/>
            <p:cNvSpPr/>
            <p:nvPr/>
          </p:nvSpPr>
          <p:spPr>
            <a:xfrm>
              <a:off x="5349298" y="3984683"/>
              <a:ext cx="395873" cy="395873"/>
            </a:xfrm>
            <a:custGeom>
              <a:rect b="b" l="l" r="r" t="t"/>
              <a:pathLst>
                <a:path extrusionOk="0" h="515033" w="515033">
                  <a:moveTo>
                    <a:pt x="0" y="0"/>
                  </a:moveTo>
                  <a:lnTo>
                    <a:pt x="515033" y="0"/>
                  </a:lnTo>
                  <a:lnTo>
                    <a:pt x="515033" y="515033"/>
                  </a:lnTo>
                  <a:lnTo>
                    <a:pt x="-1" y="515033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7" name="Google Shape;5537;p46"/>
            <p:cNvSpPr/>
            <p:nvPr/>
          </p:nvSpPr>
          <p:spPr>
            <a:xfrm>
              <a:off x="6088972" y="3266840"/>
              <a:ext cx="260940" cy="1102227"/>
            </a:xfrm>
            <a:custGeom>
              <a:rect b="b" l="l" r="r" t="t"/>
              <a:pathLst>
                <a:path extrusionOk="0" h="1434002" w="339484">
                  <a:moveTo>
                    <a:pt x="339484" y="1434002"/>
                  </a:moveTo>
                  <a:lnTo>
                    <a:pt x="0" y="1434002"/>
                  </a:lnTo>
                  <a:lnTo>
                    <a:pt x="0" y="125244"/>
                  </a:lnTo>
                  <a:cubicBezTo>
                    <a:pt x="0" y="30298"/>
                    <a:pt x="62842" y="-29812"/>
                    <a:pt x="114755" y="15270"/>
                  </a:cubicBezTo>
                  <a:lnTo>
                    <a:pt x="267762" y="148469"/>
                  </a:lnTo>
                  <a:cubicBezTo>
                    <a:pt x="311479" y="186720"/>
                    <a:pt x="338801" y="260492"/>
                    <a:pt x="338801" y="340411"/>
                  </a:cubicBezTo>
                  <a:lnTo>
                    <a:pt x="338801" y="1434002"/>
                  </a:ln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8" name="Google Shape;5538;p46"/>
            <p:cNvSpPr/>
            <p:nvPr/>
          </p:nvSpPr>
          <p:spPr>
            <a:xfrm>
              <a:off x="5186265" y="3684305"/>
              <a:ext cx="100280" cy="66573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9" name="Google Shape;5539;p46"/>
            <p:cNvSpPr/>
            <p:nvPr/>
          </p:nvSpPr>
          <p:spPr>
            <a:xfrm>
              <a:off x="5832629" y="3684305"/>
              <a:ext cx="100280" cy="665739"/>
            </a:xfrm>
            <a:custGeom>
              <a:rect b="b" l="l" r="r" t="t"/>
              <a:pathLst>
                <a:path extrusionOk="0" h="86612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866130"/>
                  </a:lnTo>
                  <a:lnTo>
                    <a:pt x="0" y="866130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0" name="Google Shape;5540;p46"/>
            <p:cNvSpPr/>
            <p:nvPr/>
          </p:nvSpPr>
          <p:spPr>
            <a:xfrm>
              <a:off x="5376034" y="3502925"/>
              <a:ext cx="100280" cy="515055"/>
            </a:xfrm>
            <a:custGeom>
              <a:rect b="b" l="l" r="r" t="t"/>
              <a:pathLst>
                <a:path extrusionOk="0" h="670089" w="130465">
                  <a:moveTo>
                    <a:pt x="0" y="0"/>
                  </a:moveTo>
                  <a:lnTo>
                    <a:pt x="130466" y="0"/>
                  </a:lnTo>
                  <a:lnTo>
                    <a:pt x="130466" y="670089"/>
                  </a:lnTo>
                  <a:lnTo>
                    <a:pt x="0" y="670089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1" name="Google Shape;5541;p46"/>
            <p:cNvSpPr/>
            <p:nvPr/>
          </p:nvSpPr>
          <p:spPr>
            <a:xfrm>
              <a:off x="4934640" y="3218797"/>
              <a:ext cx="1441735" cy="1122516"/>
            </a:xfrm>
            <a:custGeom>
              <a:rect b="b" l="l" r="r" t="t"/>
              <a:pathLst>
                <a:path extrusionOk="0" h="1460398" w="1875704">
                  <a:moveTo>
                    <a:pt x="1868190" y="1460399"/>
                  </a:moveTo>
                  <a:lnTo>
                    <a:pt x="1875704" y="1454251"/>
                  </a:lnTo>
                  <a:lnTo>
                    <a:pt x="978153" y="118171"/>
                  </a:lnTo>
                  <a:lnTo>
                    <a:pt x="978153" y="40984"/>
                  </a:lnTo>
                  <a:lnTo>
                    <a:pt x="978153" y="0"/>
                  </a:lnTo>
                  <a:lnTo>
                    <a:pt x="889354" y="0"/>
                  </a:lnTo>
                  <a:lnTo>
                    <a:pt x="889354" y="129783"/>
                  </a:lnTo>
                  <a:lnTo>
                    <a:pt x="0" y="1454251"/>
                  </a:lnTo>
                  <a:lnTo>
                    <a:pt x="8197" y="1460399"/>
                  </a:lnTo>
                  <a:lnTo>
                    <a:pt x="889354" y="147543"/>
                  </a:lnTo>
                  <a:lnTo>
                    <a:pt x="889354" y="265030"/>
                  </a:lnTo>
                  <a:lnTo>
                    <a:pt x="113389" y="1454251"/>
                  </a:lnTo>
                  <a:lnTo>
                    <a:pt x="120903" y="1460399"/>
                  </a:lnTo>
                  <a:lnTo>
                    <a:pt x="889354" y="283473"/>
                  </a:lnTo>
                  <a:lnTo>
                    <a:pt x="889354" y="437846"/>
                  </a:lnTo>
                  <a:lnTo>
                    <a:pt x="234292" y="1454251"/>
                  </a:lnTo>
                  <a:lnTo>
                    <a:pt x="241806" y="1460399"/>
                  </a:lnTo>
                  <a:lnTo>
                    <a:pt x="889354" y="456289"/>
                  </a:lnTo>
                  <a:lnTo>
                    <a:pt x="889354" y="599050"/>
                  </a:lnTo>
                  <a:lnTo>
                    <a:pt x="370906" y="1454251"/>
                  </a:lnTo>
                  <a:lnTo>
                    <a:pt x="379103" y="1460399"/>
                  </a:lnTo>
                  <a:lnTo>
                    <a:pt x="889354" y="618176"/>
                  </a:lnTo>
                  <a:lnTo>
                    <a:pt x="889354" y="737030"/>
                  </a:lnTo>
                  <a:lnTo>
                    <a:pt x="480197" y="1454251"/>
                  </a:lnTo>
                  <a:lnTo>
                    <a:pt x="487710" y="1460399"/>
                  </a:lnTo>
                  <a:lnTo>
                    <a:pt x="889354" y="756839"/>
                  </a:lnTo>
                  <a:lnTo>
                    <a:pt x="889354" y="903699"/>
                  </a:lnTo>
                  <a:lnTo>
                    <a:pt x="592903" y="1454934"/>
                  </a:lnTo>
                  <a:lnTo>
                    <a:pt x="601100" y="1460399"/>
                  </a:lnTo>
                  <a:lnTo>
                    <a:pt x="889354" y="924874"/>
                  </a:lnTo>
                  <a:lnTo>
                    <a:pt x="889354" y="1087444"/>
                  </a:lnTo>
                  <a:lnTo>
                    <a:pt x="713805" y="1454934"/>
                  </a:lnTo>
                  <a:lnTo>
                    <a:pt x="722003" y="1459716"/>
                  </a:lnTo>
                  <a:lnTo>
                    <a:pt x="889354" y="1109985"/>
                  </a:lnTo>
                  <a:lnTo>
                    <a:pt x="889354" y="1310124"/>
                  </a:lnTo>
                  <a:lnTo>
                    <a:pt x="809435" y="1454934"/>
                  </a:lnTo>
                  <a:lnTo>
                    <a:pt x="817632" y="1460399"/>
                  </a:lnTo>
                  <a:lnTo>
                    <a:pt x="889354" y="1329933"/>
                  </a:lnTo>
                  <a:lnTo>
                    <a:pt x="889354" y="1457667"/>
                  </a:lnTo>
                  <a:lnTo>
                    <a:pt x="978153" y="1457667"/>
                  </a:lnTo>
                  <a:lnTo>
                    <a:pt x="978153" y="1316271"/>
                  </a:lnTo>
                  <a:lnTo>
                    <a:pt x="1058072" y="1460399"/>
                  </a:lnTo>
                  <a:lnTo>
                    <a:pt x="1066269" y="1454934"/>
                  </a:lnTo>
                  <a:lnTo>
                    <a:pt x="978153" y="1295779"/>
                  </a:lnTo>
                  <a:lnTo>
                    <a:pt x="978153" y="1093592"/>
                  </a:lnTo>
                  <a:lnTo>
                    <a:pt x="1153701" y="1459716"/>
                  </a:lnTo>
                  <a:lnTo>
                    <a:pt x="1161898" y="1454934"/>
                  </a:lnTo>
                  <a:lnTo>
                    <a:pt x="978153" y="1071050"/>
                  </a:lnTo>
                  <a:lnTo>
                    <a:pt x="978153" y="910529"/>
                  </a:lnTo>
                  <a:lnTo>
                    <a:pt x="1274605" y="1460399"/>
                  </a:lnTo>
                  <a:lnTo>
                    <a:pt x="1282801" y="1454934"/>
                  </a:lnTo>
                  <a:lnTo>
                    <a:pt x="978153" y="890037"/>
                  </a:lnTo>
                  <a:lnTo>
                    <a:pt x="978153" y="743861"/>
                  </a:lnTo>
                  <a:lnTo>
                    <a:pt x="1387994" y="1460399"/>
                  </a:lnTo>
                  <a:lnTo>
                    <a:pt x="1395507" y="1454251"/>
                  </a:lnTo>
                  <a:lnTo>
                    <a:pt x="978153" y="724052"/>
                  </a:lnTo>
                  <a:lnTo>
                    <a:pt x="978153" y="605198"/>
                  </a:lnTo>
                  <a:lnTo>
                    <a:pt x="1496602" y="1460399"/>
                  </a:lnTo>
                  <a:lnTo>
                    <a:pt x="1504798" y="1454251"/>
                  </a:lnTo>
                  <a:lnTo>
                    <a:pt x="978153" y="586755"/>
                  </a:lnTo>
                  <a:lnTo>
                    <a:pt x="978153" y="443994"/>
                  </a:lnTo>
                  <a:lnTo>
                    <a:pt x="1633898" y="1460399"/>
                  </a:lnTo>
                  <a:lnTo>
                    <a:pt x="1641412" y="1454251"/>
                  </a:lnTo>
                  <a:lnTo>
                    <a:pt x="978153" y="426234"/>
                  </a:lnTo>
                  <a:lnTo>
                    <a:pt x="978153" y="271861"/>
                  </a:lnTo>
                  <a:lnTo>
                    <a:pt x="1754801" y="1460399"/>
                  </a:lnTo>
                  <a:lnTo>
                    <a:pt x="1762314" y="1454251"/>
                  </a:lnTo>
                  <a:lnTo>
                    <a:pt x="978153" y="253418"/>
                  </a:lnTo>
                  <a:lnTo>
                    <a:pt x="978153" y="135930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2" name="Google Shape;5542;p46"/>
            <p:cNvSpPr/>
            <p:nvPr/>
          </p:nvSpPr>
          <p:spPr>
            <a:xfrm>
              <a:off x="5744559" y="3682732"/>
              <a:ext cx="630562" cy="698816"/>
            </a:xfrm>
            <a:custGeom>
              <a:rect b="b" l="l" r="r" t="t"/>
              <a:pathLst>
                <a:path extrusionOk="0" h="909163" w="820364">
                  <a:moveTo>
                    <a:pt x="804654" y="0"/>
                  </a:moveTo>
                  <a:lnTo>
                    <a:pt x="804654" y="28006"/>
                  </a:lnTo>
                  <a:lnTo>
                    <a:pt x="787577" y="28006"/>
                  </a:lnTo>
                  <a:lnTo>
                    <a:pt x="787577" y="0"/>
                  </a:lnTo>
                  <a:lnTo>
                    <a:pt x="771867" y="0"/>
                  </a:lnTo>
                  <a:lnTo>
                    <a:pt x="771867" y="28006"/>
                  </a:lnTo>
                  <a:lnTo>
                    <a:pt x="745910" y="28006"/>
                  </a:lnTo>
                  <a:lnTo>
                    <a:pt x="745910" y="0"/>
                  </a:lnTo>
                  <a:lnTo>
                    <a:pt x="730200" y="0"/>
                  </a:lnTo>
                  <a:lnTo>
                    <a:pt x="730200" y="28006"/>
                  </a:lnTo>
                  <a:lnTo>
                    <a:pt x="704926" y="28006"/>
                  </a:lnTo>
                  <a:lnTo>
                    <a:pt x="704926" y="0"/>
                  </a:lnTo>
                  <a:lnTo>
                    <a:pt x="689216" y="0"/>
                  </a:lnTo>
                  <a:lnTo>
                    <a:pt x="689216" y="28006"/>
                  </a:lnTo>
                  <a:lnTo>
                    <a:pt x="663259" y="28006"/>
                  </a:lnTo>
                  <a:lnTo>
                    <a:pt x="663259" y="0"/>
                  </a:lnTo>
                  <a:lnTo>
                    <a:pt x="647549" y="0"/>
                  </a:lnTo>
                  <a:lnTo>
                    <a:pt x="647549" y="28006"/>
                  </a:lnTo>
                  <a:lnTo>
                    <a:pt x="621592" y="28006"/>
                  </a:lnTo>
                  <a:lnTo>
                    <a:pt x="621592" y="0"/>
                  </a:lnTo>
                  <a:lnTo>
                    <a:pt x="605882" y="0"/>
                  </a:lnTo>
                  <a:lnTo>
                    <a:pt x="605882" y="28006"/>
                  </a:lnTo>
                  <a:lnTo>
                    <a:pt x="579925" y="28006"/>
                  </a:lnTo>
                  <a:lnTo>
                    <a:pt x="579925" y="0"/>
                  </a:lnTo>
                  <a:lnTo>
                    <a:pt x="564215" y="0"/>
                  </a:lnTo>
                  <a:lnTo>
                    <a:pt x="564215" y="28006"/>
                  </a:lnTo>
                  <a:lnTo>
                    <a:pt x="538258" y="28006"/>
                  </a:lnTo>
                  <a:lnTo>
                    <a:pt x="538258" y="0"/>
                  </a:lnTo>
                  <a:lnTo>
                    <a:pt x="522547" y="0"/>
                  </a:lnTo>
                  <a:lnTo>
                    <a:pt x="522547" y="28006"/>
                  </a:lnTo>
                  <a:lnTo>
                    <a:pt x="522547" y="47815"/>
                  </a:lnTo>
                  <a:lnTo>
                    <a:pt x="522547" y="357244"/>
                  </a:lnTo>
                  <a:lnTo>
                    <a:pt x="506837" y="357244"/>
                  </a:lnTo>
                  <a:lnTo>
                    <a:pt x="506837" y="331971"/>
                  </a:lnTo>
                  <a:lnTo>
                    <a:pt x="497274" y="331971"/>
                  </a:lnTo>
                  <a:lnTo>
                    <a:pt x="497274" y="357244"/>
                  </a:lnTo>
                  <a:lnTo>
                    <a:pt x="487028" y="357244"/>
                  </a:lnTo>
                  <a:lnTo>
                    <a:pt x="487028" y="331971"/>
                  </a:lnTo>
                  <a:lnTo>
                    <a:pt x="477465" y="331971"/>
                  </a:lnTo>
                  <a:lnTo>
                    <a:pt x="477465" y="357244"/>
                  </a:lnTo>
                  <a:lnTo>
                    <a:pt x="461754" y="357244"/>
                  </a:lnTo>
                  <a:lnTo>
                    <a:pt x="461754" y="331971"/>
                  </a:lnTo>
                  <a:lnTo>
                    <a:pt x="452191" y="331971"/>
                  </a:lnTo>
                  <a:lnTo>
                    <a:pt x="452191" y="357244"/>
                  </a:lnTo>
                  <a:lnTo>
                    <a:pt x="436480" y="357244"/>
                  </a:lnTo>
                  <a:lnTo>
                    <a:pt x="436480" y="331971"/>
                  </a:lnTo>
                  <a:lnTo>
                    <a:pt x="426917" y="331971"/>
                  </a:lnTo>
                  <a:lnTo>
                    <a:pt x="426917" y="357244"/>
                  </a:lnTo>
                  <a:lnTo>
                    <a:pt x="411207" y="357244"/>
                  </a:lnTo>
                  <a:lnTo>
                    <a:pt x="411207" y="331971"/>
                  </a:lnTo>
                  <a:lnTo>
                    <a:pt x="401644" y="331971"/>
                  </a:lnTo>
                  <a:lnTo>
                    <a:pt x="401644" y="357244"/>
                  </a:lnTo>
                  <a:lnTo>
                    <a:pt x="385933" y="357244"/>
                  </a:lnTo>
                  <a:lnTo>
                    <a:pt x="385933" y="331971"/>
                  </a:lnTo>
                  <a:lnTo>
                    <a:pt x="376371" y="331971"/>
                  </a:lnTo>
                  <a:lnTo>
                    <a:pt x="376371" y="357244"/>
                  </a:lnTo>
                  <a:lnTo>
                    <a:pt x="360660" y="357244"/>
                  </a:lnTo>
                  <a:lnTo>
                    <a:pt x="360660" y="331971"/>
                  </a:lnTo>
                  <a:lnTo>
                    <a:pt x="351097" y="331971"/>
                  </a:lnTo>
                  <a:lnTo>
                    <a:pt x="351097" y="357244"/>
                  </a:lnTo>
                  <a:lnTo>
                    <a:pt x="335387" y="357244"/>
                  </a:lnTo>
                  <a:lnTo>
                    <a:pt x="335387" y="331971"/>
                  </a:lnTo>
                  <a:lnTo>
                    <a:pt x="325824" y="331971"/>
                  </a:lnTo>
                  <a:lnTo>
                    <a:pt x="325824" y="357244"/>
                  </a:lnTo>
                  <a:lnTo>
                    <a:pt x="297134" y="357244"/>
                  </a:lnTo>
                  <a:lnTo>
                    <a:pt x="297134" y="47815"/>
                  </a:lnTo>
                  <a:lnTo>
                    <a:pt x="297134" y="28006"/>
                  </a:lnTo>
                  <a:lnTo>
                    <a:pt x="297134" y="0"/>
                  </a:lnTo>
                  <a:lnTo>
                    <a:pt x="281424" y="0"/>
                  </a:lnTo>
                  <a:lnTo>
                    <a:pt x="281424" y="28006"/>
                  </a:lnTo>
                  <a:lnTo>
                    <a:pt x="265031" y="28006"/>
                  </a:lnTo>
                  <a:lnTo>
                    <a:pt x="265031" y="0"/>
                  </a:lnTo>
                  <a:lnTo>
                    <a:pt x="249320" y="0"/>
                  </a:lnTo>
                  <a:lnTo>
                    <a:pt x="249320" y="28006"/>
                  </a:lnTo>
                  <a:lnTo>
                    <a:pt x="223364" y="28006"/>
                  </a:lnTo>
                  <a:lnTo>
                    <a:pt x="223364" y="0"/>
                  </a:lnTo>
                  <a:lnTo>
                    <a:pt x="207653" y="0"/>
                  </a:lnTo>
                  <a:lnTo>
                    <a:pt x="207653" y="28006"/>
                  </a:lnTo>
                  <a:lnTo>
                    <a:pt x="181697" y="28006"/>
                  </a:lnTo>
                  <a:lnTo>
                    <a:pt x="181697" y="0"/>
                  </a:lnTo>
                  <a:lnTo>
                    <a:pt x="165986" y="0"/>
                  </a:lnTo>
                  <a:lnTo>
                    <a:pt x="165986" y="28006"/>
                  </a:lnTo>
                  <a:lnTo>
                    <a:pt x="140029" y="28006"/>
                  </a:lnTo>
                  <a:lnTo>
                    <a:pt x="140029" y="0"/>
                  </a:lnTo>
                  <a:lnTo>
                    <a:pt x="124319" y="0"/>
                  </a:lnTo>
                  <a:lnTo>
                    <a:pt x="124319" y="28006"/>
                  </a:lnTo>
                  <a:lnTo>
                    <a:pt x="99045" y="28006"/>
                  </a:lnTo>
                  <a:lnTo>
                    <a:pt x="99045" y="0"/>
                  </a:lnTo>
                  <a:lnTo>
                    <a:pt x="83335" y="0"/>
                  </a:lnTo>
                  <a:lnTo>
                    <a:pt x="83335" y="28006"/>
                  </a:lnTo>
                  <a:lnTo>
                    <a:pt x="57378" y="28006"/>
                  </a:lnTo>
                  <a:lnTo>
                    <a:pt x="57378" y="0"/>
                  </a:lnTo>
                  <a:lnTo>
                    <a:pt x="41668" y="0"/>
                  </a:lnTo>
                  <a:lnTo>
                    <a:pt x="41668" y="28006"/>
                  </a:lnTo>
                  <a:lnTo>
                    <a:pt x="15711" y="28006"/>
                  </a:lnTo>
                  <a:lnTo>
                    <a:pt x="15711" y="0"/>
                  </a:lnTo>
                  <a:lnTo>
                    <a:pt x="0" y="0"/>
                  </a:lnTo>
                  <a:lnTo>
                    <a:pt x="0" y="28006"/>
                  </a:lnTo>
                  <a:lnTo>
                    <a:pt x="0" y="47815"/>
                  </a:lnTo>
                  <a:lnTo>
                    <a:pt x="0" y="909163"/>
                  </a:lnTo>
                  <a:lnTo>
                    <a:pt x="297134" y="909163"/>
                  </a:lnTo>
                  <a:lnTo>
                    <a:pt x="522547" y="909163"/>
                  </a:lnTo>
                  <a:lnTo>
                    <a:pt x="820365" y="909163"/>
                  </a:lnTo>
                  <a:lnTo>
                    <a:pt x="820365" y="47815"/>
                  </a:lnTo>
                  <a:lnTo>
                    <a:pt x="820365" y="28006"/>
                  </a:lnTo>
                  <a:lnTo>
                    <a:pt x="820365" y="0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3" name="Google Shape;5543;p46"/>
            <p:cNvSpPr/>
            <p:nvPr/>
          </p:nvSpPr>
          <p:spPr>
            <a:xfrm>
              <a:off x="5151471" y="3218273"/>
              <a:ext cx="235935" cy="860000"/>
            </a:xfrm>
            <a:custGeom>
              <a:rect b="b" l="l" r="r" t="t"/>
              <a:pathLst>
                <a:path extrusionOk="0" h="1118864" w="306953">
                  <a:moveTo>
                    <a:pt x="293292" y="129783"/>
                  </a:moveTo>
                  <a:lnTo>
                    <a:pt x="293292" y="0"/>
                  </a:lnTo>
                  <a:lnTo>
                    <a:pt x="284413" y="0"/>
                  </a:lnTo>
                  <a:lnTo>
                    <a:pt x="284413" y="129783"/>
                  </a:lnTo>
                  <a:lnTo>
                    <a:pt x="262554" y="129783"/>
                  </a:lnTo>
                  <a:lnTo>
                    <a:pt x="262554" y="278009"/>
                  </a:lnTo>
                  <a:lnTo>
                    <a:pt x="218155" y="278009"/>
                  </a:lnTo>
                  <a:lnTo>
                    <a:pt x="218155" y="289621"/>
                  </a:lnTo>
                  <a:cubicBezTo>
                    <a:pt x="153946" y="330605"/>
                    <a:pt x="102716" y="395496"/>
                    <a:pt x="66514" y="482929"/>
                  </a:cubicBezTo>
                  <a:cubicBezTo>
                    <a:pt x="65831" y="483612"/>
                    <a:pt x="65148" y="484978"/>
                    <a:pt x="65148" y="486344"/>
                  </a:cubicBezTo>
                  <a:cubicBezTo>
                    <a:pt x="33044" y="564214"/>
                    <a:pt x="12552" y="659160"/>
                    <a:pt x="5038" y="769817"/>
                  </a:cubicBezTo>
                  <a:cubicBezTo>
                    <a:pt x="4355" y="777331"/>
                    <a:pt x="4355" y="784845"/>
                    <a:pt x="3671" y="792359"/>
                  </a:cubicBezTo>
                  <a:lnTo>
                    <a:pt x="2306" y="793725"/>
                  </a:lnTo>
                  <a:cubicBezTo>
                    <a:pt x="256" y="795091"/>
                    <a:pt x="-427" y="797823"/>
                    <a:pt x="256" y="799872"/>
                  </a:cubicBezTo>
                  <a:cubicBezTo>
                    <a:pt x="256" y="801238"/>
                    <a:pt x="1622" y="802605"/>
                    <a:pt x="2306" y="803288"/>
                  </a:cubicBezTo>
                  <a:lnTo>
                    <a:pt x="2306" y="803288"/>
                  </a:lnTo>
                  <a:lnTo>
                    <a:pt x="2989" y="803971"/>
                  </a:lnTo>
                  <a:cubicBezTo>
                    <a:pt x="-5208" y="970639"/>
                    <a:pt x="15967" y="1112717"/>
                    <a:pt x="16650" y="1114084"/>
                  </a:cubicBezTo>
                  <a:cubicBezTo>
                    <a:pt x="17333" y="1116816"/>
                    <a:pt x="18699" y="1118865"/>
                    <a:pt x="21431" y="1118865"/>
                  </a:cubicBezTo>
                  <a:lnTo>
                    <a:pt x="218838" y="1118865"/>
                  </a:lnTo>
                  <a:lnTo>
                    <a:pt x="218838" y="1118865"/>
                  </a:lnTo>
                  <a:lnTo>
                    <a:pt x="306954" y="1118865"/>
                  </a:lnTo>
                  <a:lnTo>
                    <a:pt x="306954" y="278692"/>
                  </a:lnTo>
                  <a:lnTo>
                    <a:pt x="306954" y="129783"/>
                  </a:lnTo>
                  <a:lnTo>
                    <a:pt x="293292" y="129783"/>
                  </a:lnTo>
                  <a:close/>
                  <a:moveTo>
                    <a:pt x="203127" y="959710"/>
                  </a:moveTo>
                  <a:lnTo>
                    <a:pt x="117744" y="1028017"/>
                  </a:lnTo>
                  <a:lnTo>
                    <a:pt x="26213" y="959710"/>
                  </a:lnTo>
                  <a:lnTo>
                    <a:pt x="203127" y="959710"/>
                  </a:lnTo>
                  <a:close/>
                  <a:moveTo>
                    <a:pt x="26896" y="948781"/>
                  </a:moveTo>
                  <a:lnTo>
                    <a:pt x="115012" y="885256"/>
                  </a:lnTo>
                  <a:lnTo>
                    <a:pt x="202444" y="948781"/>
                  </a:lnTo>
                  <a:lnTo>
                    <a:pt x="26896" y="948781"/>
                  </a:lnTo>
                  <a:close/>
                  <a:moveTo>
                    <a:pt x="123892" y="879108"/>
                  </a:moveTo>
                  <a:lnTo>
                    <a:pt x="218838" y="810802"/>
                  </a:lnTo>
                  <a:lnTo>
                    <a:pt x="218838" y="948098"/>
                  </a:lnTo>
                  <a:lnTo>
                    <a:pt x="123892" y="879108"/>
                  </a:lnTo>
                  <a:close/>
                  <a:moveTo>
                    <a:pt x="209275" y="803971"/>
                  </a:moveTo>
                  <a:lnTo>
                    <a:pt x="114328" y="872278"/>
                  </a:lnTo>
                  <a:lnTo>
                    <a:pt x="20748" y="803971"/>
                  </a:lnTo>
                  <a:lnTo>
                    <a:pt x="209275" y="803971"/>
                  </a:lnTo>
                  <a:close/>
                  <a:moveTo>
                    <a:pt x="20748" y="793042"/>
                  </a:moveTo>
                  <a:lnTo>
                    <a:pt x="119110" y="721320"/>
                  </a:lnTo>
                  <a:lnTo>
                    <a:pt x="210641" y="793042"/>
                  </a:lnTo>
                  <a:lnTo>
                    <a:pt x="20748" y="793042"/>
                  </a:lnTo>
                  <a:close/>
                  <a:moveTo>
                    <a:pt x="127990" y="715172"/>
                  </a:moveTo>
                  <a:lnTo>
                    <a:pt x="218155" y="649597"/>
                  </a:lnTo>
                  <a:lnTo>
                    <a:pt x="218155" y="786211"/>
                  </a:lnTo>
                  <a:lnTo>
                    <a:pt x="127990" y="715172"/>
                  </a:lnTo>
                  <a:close/>
                  <a:moveTo>
                    <a:pt x="71978" y="496590"/>
                  </a:moveTo>
                  <a:lnTo>
                    <a:pt x="129356" y="556700"/>
                  </a:lnTo>
                  <a:lnTo>
                    <a:pt x="33044" y="632521"/>
                  </a:lnTo>
                  <a:cubicBezTo>
                    <a:pt x="41923" y="586072"/>
                    <a:pt x="54219" y="540307"/>
                    <a:pt x="71978" y="496590"/>
                  </a:cubicBezTo>
                  <a:close/>
                  <a:moveTo>
                    <a:pt x="82224" y="492492"/>
                  </a:moveTo>
                  <a:lnTo>
                    <a:pt x="210641" y="492492"/>
                  </a:lnTo>
                  <a:lnTo>
                    <a:pt x="136870" y="549870"/>
                  </a:lnTo>
                  <a:lnTo>
                    <a:pt x="82224" y="492492"/>
                  </a:lnTo>
                  <a:close/>
                  <a:moveTo>
                    <a:pt x="136187" y="564214"/>
                  </a:moveTo>
                  <a:lnTo>
                    <a:pt x="205860" y="637302"/>
                  </a:lnTo>
                  <a:lnTo>
                    <a:pt x="43290" y="637302"/>
                  </a:lnTo>
                  <a:lnTo>
                    <a:pt x="136187" y="564214"/>
                  </a:lnTo>
                  <a:close/>
                  <a:moveTo>
                    <a:pt x="201761" y="648231"/>
                  </a:moveTo>
                  <a:lnTo>
                    <a:pt x="119793" y="708341"/>
                  </a:lnTo>
                  <a:lnTo>
                    <a:pt x="43290" y="648231"/>
                  </a:lnTo>
                  <a:lnTo>
                    <a:pt x="201761" y="648231"/>
                  </a:lnTo>
                  <a:close/>
                  <a:moveTo>
                    <a:pt x="144384" y="558066"/>
                  </a:moveTo>
                  <a:lnTo>
                    <a:pt x="218155" y="500006"/>
                  </a:lnTo>
                  <a:lnTo>
                    <a:pt x="218155" y="635253"/>
                  </a:lnTo>
                  <a:lnTo>
                    <a:pt x="144384" y="558066"/>
                  </a:lnTo>
                  <a:close/>
                  <a:moveTo>
                    <a:pt x="84957" y="481563"/>
                  </a:moveTo>
                  <a:lnTo>
                    <a:pt x="218155" y="375687"/>
                  </a:lnTo>
                  <a:lnTo>
                    <a:pt x="218155" y="481563"/>
                  </a:lnTo>
                  <a:lnTo>
                    <a:pt x="84957" y="481563"/>
                  </a:lnTo>
                  <a:close/>
                  <a:moveTo>
                    <a:pt x="218155" y="302599"/>
                  </a:moveTo>
                  <a:lnTo>
                    <a:pt x="218155" y="362026"/>
                  </a:lnTo>
                  <a:lnTo>
                    <a:pt x="82908" y="469951"/>
                  </a:lnTo>
                  <a:cubicBezTo>
                    <a:pt x="113646" y="402327"/>
                    <a:pt x="157362" y="342217"/>
                    <a:pt x="218155" y="302599"/>
                  </a:cubicBezTo>
                  <a:close/>
                  <a:moveTo>
                    <a:pt x="13917" y="771183"/>
                  </a:moveTo>
                  <a:cubicBezTo>
                    <a:pt x="16650" y="732932"/>
                    <a:pt x="21431" y="691948"/>
                    <a:pt x="28945" y="650281"/>
                  </a:cubicBezTo>
                  <a:lnTo>
                    <a:pt x="110913" y="714489"/>
                  </a:lnTo>
                  <a:lnTo>
                    <a:pt x="13235" y="785528"/>
                  </a:lnTo>
                  <a:cubicBezTo>
                    <a:pt x="13235" y="780746"/>
                    <a:pt x="13917" y="775965"/>
                    <a:pt x="13917" y="771183"/>
                  </a:cubicBezTo>
                  <a:close/>
                  <a:moveTo>
                    <a:pt x="105449" y="879108"/>
                  </a:moveTo>
                  <a:lnTo>
                    <a:pt x="11185" y="946732"/>
                  </a:lnTo>
                  <a:cubicBezTo>
                    <a:pt x="9819" y="905748"/>
                    <a:pt x="9136" y="859299"/>
                    <a:pt x="11868" y="810118"/>
                  </a:cubicBezTo>
                  <a:lnTo>
                    <a:pt x="105449" y="879108"/>
                  </a:lnTo>
                  <a:close/>
                  <a:moveTo>
                    <a:pt x="11868" y="962442"/>
                  </a:moveTo>
                  <a:lnTo>
                    <a:pt x="109547" y="1034848"/>
                  </a:lnTo>
                  <a:lnTo>
                    <a:pt x="24163" y="1103154"/>
                  </a:lnTo>
                  <a:cubicBezTo>
                    <a:pt x="21431" y="1084029"/>
                    <a:pt x="15284" y="1031432"/>
                    <a:pt x="11868" y="962442"/>
                  </a:cubicBezTo>
                  <a:close/>
                  <a:moveTo>
                    <a:pt x="35776" y="1107253"/>
                  </a:moveTo>
                  <a:lnTo>
                    <a:pt x="117744" y="1040995"/>
                  </a:lnTo>
                  <a:lnTo>
                    <a:pt x="206543" y="1107253"/>
                  </a:lnTo>
                  <a:lnTo>
                    <a:pt x="35776" y="1107253"/>
                  </a:lnTo>
                  <a:close/>
                  <a:moveTo>
                    <a:pt x="126624" y="1034848"/>
                  </a:moveTo>
                  <a:lnTo>
                    <a:pt x="218155" y="961076"/>
                  </a:lnTo>
                  <a:lnTo>
                    <a:pt x="218155" y="1103154"/>
                  </a:lnTo>
                  <a:lnTo>
                    <a:pt x="126624" y="103484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4" name="Google Shape;5544;p46"/>
            <p:cNvSpPr/>
            <p:nvPr/>
          </p:nvSpPr>
          <p:spPr>
            <a:xfrm>
              <a:off x="4705556" y="3846814"/>
              <a:ext cx="875752" cy="550758"/>
            </a:xfrm>
            <a:custGeom>
              <a:rect b="b" l="l" r="r" t="t"/>
              <a:pathLst>
                <a:path extrusionOk="0" h="716538" w="1139357">
                  <a:moveTo>
                    <a:pt x="1082662" y="674871"/>
                  </a:moveTo>
                  <a:lnTo>
                    <a:pt x="1082662" y="651647"/>
                  </a:lnTo>
                  <a:lnTo>
                    <a:pt x="1061487" y="652330"/>
                  </a:lnTo>
                  <a:lnTo>
                    <a:pt x="1061487" y="629105"/>
                  </a:lnTo>
                  <a:lnTo>
                    <a:pt x="1034165" y="629789"/>
                  </a:lnTo>
                  <a:lnTo>
                    <a:pt x="1033482" y="607247"/>
                  </a:lnTo>
                  <a:lnTo>
                    <a:pt x="1009574" y="607247"/>
                  </a:lnTo>
                  <a:lnTo>
                    <a:pt x="1008891" y="575143"/>
                  </a:lnTo>
                  <a:lnTo>
                    <a:pt x="999328" y="575143"/>
                  </a:lnTo>
                  <a:lnTo>
                    <a:pt x="993864" y="293036"/>
                  </a:lnTo>
                  <a:lnTo>
                    <a:pt x="1004110" y="292353"/>
                  </a:lnTo>
                  <a:lnTo>
                    <a:pt x="1003427" y="260249"/>
                  </a:lnTo>
                  <a:lnTo>
                    <a:pt x="1036897" y="259566"/>
                  </a:lnTo>
                  <a:lnTo>
                    <a:pt x="1034848" y="152324"/>
                  </a:lnTo>
                  <a:lnTo>
                    <a:pt x="1139357" y="150275"/>
                  </a:lnTo>
                  <a:lnTo>
                    <a:pt x="1138674" y="131149"/>
                  </a:lnTo>
                  <a:lnTo>
                    <a:pt x="560798" y="0"/>
                  </a:lnTo>
                  <a:lnTo>
                    <a:pt x="0" y="151641"/>
                  </a:lnTo>
                  <a:lnTo>
                    <a:pt x="0" y="171450"/>
                  </a:lnTo>
                  <a:lnTo>
                    <a:pt x="107242" y="169401"/>
                  </a:lnTo>
                  <a:lnTo>
                    <a:pt x="109291" y="276642"/>
                  </a:lnTo>
                  <a:lnTo>
                    <a:pt x="146860" y="275959"/>
                  </a:lnTo>
                  <a:lnTo>
                    <a:pt x="147542" y="308064"/>
                  </a:lnTo>
                  <a:lnTo>
                    <a:pt x="159838" y="308064"/>
                  </a:lnTo>
                  <a:lnTo>
                    <a:pt x="164619" y="590171"/>
                  </a:lnTo>
                  <a:lnTo>
                    <a:pt x="152324" y="590854"/>
                  </a:lnTo>
                  <a:lnTo>
                    <a:pt x="153007" y="622958"/>
                  </a:lnTo>
                  <a:lnTo>
                    <a:pt x="119537" y="623641"/>
                  </a:lnTo>
                  <a:lnTo>
                    <a:pt x="120220" y="646865"/>
                  </a:lnTo>
                  <a:lnTo>
                    <a:pt x="98362" y="646865"/>
                  </a:lnTo>
                  <a:lnTo>
                    <a:pt x="99045" y="670090"/>
                  </a:lnTo>
                  <a:lnTo>
                    <a:pt x="78553" y="670090"/>
                  </a:lnTo>
                  <a:lnTo>
                    <a:pt x="78553" y="693314"/>
                  </a:lnTo>
                  <a:lnTo>
                    <a:pt x="62159" y="693314"/>
                  </a:lnTo>
                  <a:lnTo>
                    <a:pt x="62159" y="716538"/>
                  </a:lnTo>
                  <a:lnTo>
                    <a:pt x="1097690" y="697412"/>
                  </a:lnTo>
                  <a:lnTo>
                    <a:pt x="1097690" y="674871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5" name="Google Shape;5545;p46"/>
            <p:cNvSpPr/>
            <p:nvPr/>
          </p:nvSpPr>
          <p:spPr>
            <a:xfrm>
              <a:off x="4759978" y="4132440"/>
              <a:ext cx="232729" cy="294090"/>
            </a:xfrm>
            <a:custGeom>
              <a:rect b="b" l="l" r="r" t="t"/>
              <a:pathLst>
                <a:path extrusionOk="0" h="382613" w="302782">
                  <a:moveTo>
                    <a:pt x="216658" y="71135"/>
                  </a:moveTo>
                  <a:lnTo>
                    <a:pt x="193434" y="85479"/>
                  </a:lnTo>
                  <a:lnTo>
                    <a:pt x="194800" y="83430"/>
                  </a:lnTo>
                  <a:lnTo>
                    <a:pt x="179773" y="81381"/>
                  </a:lnTo>
                  <a:lnTo>
                    <a:pt x="199581" y="73867"/>
                  </a:lnTo>
                  <a:lnTo>
                    <a:pt x="210511" y="52009"/>
                  </a:lnTo>
                  <a:lnTo>
                    <a:pt x="190702" y="49277"/>
                  </a:lnTo>
                  <a:lnTo>
                    <a:pt x="216658" y="39714"/>
                  </a:lnTo>
                  <a:lnTo>
                    <a:pt x="232369" y="8293"/>
                  </a:lnTo>
                  <a:cubicBezTo>
                    <a:pt x="211877" y="-1953"/>
                    <a:pt x="184554" y="11708"/>
                    <a:pt x="170893" y="38348"/>
                  </a:cubicBezTo>
                  <a:lnTo>
                    <a:pt x="155182" y="69086"/>
                  </a:lnTo>
                  <a:lnTo>
                    <a:pt x="146302" y="41080"/>
                  </a:lnTo>
                  <a:cubicBezTo>
                    <a:pt x="137422" y="12391"/>
                    <a:pt x="112149" y="-5369"/>
                    <a:pt x="90291" y="1462"/>
                  </a:cubicBezTo>
                  <a:lnTo>
                    <a:pt x="101220" y="34932"/>
                  </a:lnTo>
                  <a:lnTo>
                    <a:pt x="125127" y="48594"/>
                  </a:lnTo>
                  <a:lnTo>
                    <a:pt x="105318" y="47910"/>
                  </a:lnTo>
                  <a:lnTo>
                    <a:pt x="112832" y="71135"/>
                  </a:lnTo>
                  <a:lnTo>
                    <a:pt x="131275" y="81381"/>
                  </a:lnTo>
                  <a:lnTo>
                    <a:pt x="116247" y="80698"/>
                  </a:lnTo>
                  <a:lnTo>
                    <a:pt x="118297" y="86845"/>
                  </a:lnTo>
                  <a:lnTo>
                    <a:pt x="82094" y="59523"/>
                  </a:lnTo>
                  <a:cubicBezTo>
                    <a:pt x="58187" y="41080"/>
                    <a:pt x="27449" y="41080"/>
                    <a:pt x="13787" y="58840"/>
                  </a:cubicBezTo>
                  <a:lnTo>
                    <a:pt x="41793" y="80015"/>
                  </a:lnTo>
                  <a:lnTo>
                    <a:pt x="69116" y="77283"/>
                  </a:lnTo>
                  <a:lnTo>
                    <a:pt x="52722" y="88211"/>
                  </a:lnTo>
                  <a:lnTo>
                    <a:pt x="72531" y="103239"/>
                  </a:lnTo>
                  <a:lnTo>
                    <a:pt x="93706" y="101190"/>
                  </a:lnTo>
                  <a:lnTo>
                    <a:pt x="80728" y="109387"/>
                  </a:lnTo>
                  <a:lnTo>
                    <a:pt x="96438" y="120999"/>
                  </a:lnTo>
                  <a:lnTo>
                    <a:pt x="51356" y="124414"/>
                  </a:lnTo>
                  <a:cubicBezTo>
                    <a:pt x="21301" y="126463"/>
                    <a:pt x="-1924" y="146955"/>
                    <a:pt x="126" y="169497"/>
                  </a:cubicBezTo>
                  <a:lnTo>
                    <a:pt x="34962" y="166764"/>
                  </a:lnTo>
                  <a:lnTo>
                    <a:pt x="53405" y="146955"/>
                  </a:lnTo>
                  <a:lnTo>
                    <a:pt x="48624" y="166081"/>
                  </a:lnTo>
                  <a:lnTo>
                    <a:pt x="73214" y="164032"/>
                  </a:lnTo>
                  <a:lnTo>
                    <a:pt x="87558" y="148322"/>
                  </a:lnTo>
                  <a:lnTo>
                    <a:pt x="83460" y="163349"/>
                  </a:lnTo>
                  <a:lnTo>
                    <a:pt x="123761" y="159934"/>
                  </a:lnTo>
                  <a:lnTo>
                    <a:pt x="133324" y="149005"/>
                  </a:lnTo>
                  <a:lnTo>
                    <a:pt x="134007" y="149688"/>
                  </a:lnTo>
                  <a:lnTo>
                    <a:pt x="131275" y="159251"/>
                  </a:lnTo>
                  <a:lnTo>
                    <a:pt x="139471" y="158568"/>
                  </a:lnTo>
                  <a:lnTo>
                    <a:pt x="139471" y="159251"/>
                  </a:lnTo>
                  <a:lnTo>
                    <a:pt x="142204" y="159251"/>
                  </a:lnTo>
                  <a:lnTo>
                    <a:pt x="144253" y="382614"/>
                  </a:lnTo>
                  <a:lnTo>
                    <a:pt x="162696" y="382614"/>
                  </a:lnTo>
                  <a:lnTo>
                    <a:pt x="160647" y="160617"/>
                  </a:lnTo>
                  <a:lnTo>
                    <a:pt x="171576" y="161300"/>
                  </a:lnTo>
                  <a:lnTo>
                    <a:pt x="168160" y="149688"/>
                  </a:lnTo>
                  <a:lnTo>
                    <a:pt x="179773" y="161983"/>
                  </a:lnTo>
                  <a:lnTo>
                    <a:pt x="220073" y="164715"/>
                  </a:lnTo>
                  <a:lnTo>
                    <a:pt x="215975" y="149688"/>
                  </a:lnTo>
                  <a:lnTo>
                    <a:pt x="230319" y="165398"/>
                  </a:lnTo>
                  <a:lnTo>
                    <a:pt x="254910" y="166764"/>
                  </a:lnTo>
                  <a:lnTo>
                    <a:pt x="249446" y="147638"/>
                  </a:lnTo>
                  <a:lnTo>
                    <a:pt x="267888" y="167447"/>
                  </a:lnTo>
                  <a:lnTo>
                    <a:pt x="302725" y="169497"/>
                  </a:lnTo>
                  <a:cubicBezTo>
                    <a:pt x="304091" y="146955"/>
                    <a:pt x="280867" y="127146"/>
                    <a:pt x="250811" y="125097"/>
                  </a:cubicBezTo>
                  <a:lnTo>
                    <a:pt x="205729" y="122365"/>
                  </a:lnTo>
                  <a:lnTo>
                    <a:pt x="211194" y="118949"/>
                  </a:lnTo>
                  <a:lnTo>
                    <a:pt x="199581" y="109387"/>
                  </a:lnTo>
                  <a:lnTo>
                    <a:pt x="220073" y="113485"/>
                  </a:lnTo>
                  <a:lnTo>
                    <a:pt x="241249" y="100507"/>
                  </a:lnTo>
                  <a:lnTo>
                    <a:pt x="226221" y="88211"/>
                  </a:lnTo>
                  <a:lnTo>
                    <a:pt x="252861" y="93676"/>
                  </a:lnTo>
                  <a:lnTo>
                    <a:pt x="282916" y="75233"/>
                  </a:lnTo>
                  <a:cubicBezTo>
                    <a:pt x="272670" y="58156"/>
                    <a:pt x="241932" y="55424"/>
                    <a:pt x="216658" y="71135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6" name="Google Shape;5546;p46"/>
            <p:cNvSpPr/>
            <p:nvPr/>
          </p:nvSpPr>
          <p:spPr>
            <a:xfrm>
              <a:off x="5123945" y="3089797"/>
              <a:ext cx="363440" cy="90175"/>
            </a:xfrm>
            <a:custGeom>
              <a:rect b="b" l="l" r="r" t="t"/>
              <a:pathLst>
                <a:path extrusionOk="0" h="180329" w="726798">
                  <a:moveTo>
                    <a:pt x="672836" y="0"/>
                  </a:moveTo>
                  <a:lnTo>
                    <a:pt x="181710" y="0"/>
                  </a:lnTo>
                  <a:cubicBezTo>
                    <a:pt x="152338" y="0"/>
                    <a:pt x="127065" y="14344"/>
                    <a:pt x="126382" y="33470"/>
                  </a:cubicBezTo>
                  <a:cubicBezTo>
                    <a:pt x="125699" y="53279"/>
                    <a:pt x="149606" y="68990"/>
                    <a:pt x="178978" y="68990"/>
                  </a:cubicBezTo>
                  <a:lnTo>
                    <a:pt x="363406" y="68990"/>
                  </a:lnTo>
                  <a:cubicBezTo>
                    <a:pt x="381166" y="68990"/>
                    <a:pt x="395510" y="78553"/>
                    <a:pt x="395510" y="90165"/>
                  </a:cubicBezTo>
                  <a:lnTo>
                    <a:pt x="395510" y="90165"/>
                  </a:lnTo>
                  <a:cubicBezTo>
                    <a:pt x="395510" y="101777"/>
                    <a:pt x="381166" y="111340"/>
                    <a:pt x="363406" y="111340"/>
                  </a:cubicBezTo>
                  <a:lnTo>
                    <a:pt x="55343" y="111340"/>
                  </a:lnTo>
                  <a:cubicBezTo>
                    <a:pt x="25971" y="111340"/>
                    <a:pt x="697" y="125684"/>
                    <a:pt x="14" y="144810"/>
                  </a:cubicBezTo>
                  <a:cubicBezTo>
                    <a:pt x="-669" y="164619"/>
                    <a:pt x="23238" y="180330"/>
                    <a:pt x="52610" y="180330"/>
                  </a:cubicBezTo>
                  <a:lnTo>
                    <a:pt x="543736" y="180330"/>
                  </a:lnTo>
                  <a:cubicBezTo>
                    <a:pt x="573108" y="180330"/>
                    <a:pt x="598381" y="165985"/>
                    <a:pt x="599064" y="146860"/>
                  </a:cubicBezTo>
                  <a:cubicBezTo>
                    <a:pt x="599748" y="127050"/>
                    <a:pt x="575840" y="111340"/>
                    <a:pt x="546468" y="111340"/>
                  </a:cubicBezTo>
                  <a:lnTo>
                    <a:pt x="489774" y="111340"/>
                  </a:lnTo>
                  <a:cubicBezTo>
                    <a:pt x="472014" y="111340"/>
                    <a:pt x="457670" y="101777"/>
                    <a:pt x="457670" y="90165"/>
                  </a:cubicBezTo>
                  <a:lnTo>
                    <a:pt x="457670" y="90165"/>
                  </a:lnTo>
                  <a:cubicBezTo>
                    <a:pt x="457670" y="78553"/>
                    <a:pt x="472014" y="68990"/>
                    <a:pt x="489774" y="68990"/>
                  </a:cubicBezTo>
                  <a:lnTo>
                    <a:pt x="671470" y="68990"/>
                  </a:lnTo>
                  <a:cubicBezTo>
                    <a:pt x="700842" y="68990"/>
                    <a:pt x="726115" y="54645"/>
                    <a:pt x="726798" y="35519"/>
                  </a:cubicBezTo>
                  <a:cubicBezTo>
                    <a:pt x="726798" y="15710"/>
                    <a:pt x="702891" y="0"/>
                    <a:pt x="672836" y="0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7" name="Google Shape;5547;p46"/>
            <p:cNvSpPr/>
            <p:nvPr/>
          </p:nvSpPr>
          <p:spPr>
            <a:xfrm>
              <a:off x="5774317" y="3103779"/>
              <a:ext cx="363440" cy="90175"/>
            </a:xfrm>
            <a:custGeom>
              <a:rect b="b" l="l" r="r" t="t"/>
              <a:pathLst>
                <a:path extrusionOk="0" h="180330" w="726798">
                  <a:moveTo>
                    <a:pt x="673519" y="0"/>
                  </a:moveTo>
                  <a:lnTo>
                    <a:pt x="182393" y="0"/>
                  </a:lnTo>
                  <a:cubicBezTo>
                    <a:pt x="153022" y="0"/>
                    <a:pt x="127748" y="14344"/>
                    <a:pt x="127065" y="33470"/>
                  </a:cubicBezTo>
                  <a:cubicBezTo>
                    <a:pt x="126382" y="53279"/>
                    <a:pt x="150289" y="68990"/>
                    <a:pt x="179661" y="68990"/>
                  </a:cubicBezTo>
                  <a:lnTo>
                    <a:pt x="364090" y="68990"/>
                  </a:lnTo>
                  <a:cubicBezTo>
                    <a:pt x="381849" y="68990"/>
                    <a:pt x="396194" y="78553"/>
                    <a:pt x="396194" y="90165"/>
                  </a:cubicBezTo>
                  <a:lnTo>
                    <a:pt x="396194" y="90165"/>
                  </a:lnTo>
                  <a:cubicBezTo>
                    <a:pt x="396194" y="101777"/>
                    <a:pt x="381849" y="111340"/>
                    <a:pt x="364090" y="111340"/>
                  </a:cubicBezTo>
                  <a:lnTo>
                    <a:pt x="55343" y="111340"/>
                  </a:lnTo>
                  <a:cubicBezTo>
                    <a:pt x="25971" y="111340"/>
                    <a:pt x="698" y="125685"/>
                    <a:pt x="14" y="144810"/>
                  </a:cubicBezTo>
                  <a:cubicBezTo>
                    <a:pt x="-669" y="164619"/>
                    <a:pt x="23239" y="180330"/>
                    <a:pt x="52611" y="180330"/>
                  </a:cubicBezTo>
                  <a:lnTo>
                    <a:pt x="543736" y="180330"/>
                  </a:lnTo>
                  <a:cubicBezTo>
                    <a:pt x="573108" y="180330"/>
                    <a:pt x="598381" y="165985"/>
                    <a:pt x="599065" y="146860"/>
                  </a:cubicBezTo>
                  <a:cubicBezTo>
                    <a:pt x="599748" y="127050"/>
                    <a:pt x="575841" y="111340"/>
                    <a:pt x="546468" y="111340"/>
                  </a:cubicBezTo>
                  <a:lnTo>
                    <a:pt x="489774" y="111340"/>
                  </a:lnTo>
                  <a:cubicBezTo>
                    <a:pt x="472014" y="111340"/>
                    <a:pt x="457670" y="101777"/>
                    <a:pt x="457670" y="90165"/>
                  </a:cubicBezTo>
                  <a:lnTo>
                    <a:pt x="457670" y="90165"/>
                  </a:lnTo>
                  <a:cubicBezTo>
                    <a:pt x="457670" y="78553"/>
                    <a:pt x="472014" y="68990"/>
                    <a:pt x="489774" y="68990"/>
                  </a:cubicBezTo>
                  <a:lnTo>
                    <a:pt x="671470" y="68990"/>
                  </a:lnTo>
                  <a:cubicBezTo>
                    <a:pt x="700842" y="68990"/>
                    <a:pt x="726116" y="54645"/>
                    <a:pt x="726798" y="35520"/>
                  </a:cubicBezTo>
                  <a:cubicBezTo>
                    <a:pt x="726798" y="15710"/>
                    <a:pt x="702891" y="0"/>
                    <a:pt x="673519" y="0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8" name="Google Shape;5548;p46"/>
          <p:cNvGrpSpPr/>
          <p:nvPr/>
        </p:nvGrpSpPr>
        <p:grpSpPr>
          <a:xfrm>
            <a:off x="1234638" y="2872727"/>
            <a:ext cx="2725436" cy="1573171"/>
            <a:chOff x="1475946" y="3539564"/>
            <a:chExt cx="2100853" cy="1212557"/>
          </a:xfrm>
        </p:grpSpPr>
        <p:sp>
          <p:nvSpPr>
            <p:cNvPr id="5549" name="Google Shape;5549;p46"/>
            <p:cNvSpPr/>
            <p:nvPr/>
          </p:nvSpPr>
          <p:spPr>
            <a:xfrm>
              <a:off x="1475946" y="3913202"/>
              <a:ext cx="2100853" cy="756155"/>
            </a:xfrm>
            <a:custGeom>
              <a:rect b="b" l="l" r="r" t="t"/>
              <a:pathLst>
                <a:path extrusionOk="0" h="1229521" w="3416021">
                  <a:moveTo>
                    <a:pt x="3416022" y="506836"/>
                  </a:moveTo>
                  <a:lnTo>
                    <a:pt x="3416022" y="506836"/>
                  </a:lnTo>
                  <a:lnTo>
                    <a:pt x="3416022" y="487027"/>
                  </a:lnTo>
                  <a:cubicBezTo>
                    <a:pt x="3411240" y="488393"/>
                    <a:pt x="3406459" y="489760"/>
                    <a:pt x="3401677" y="491126"/>
                  </a:cubicBezTo>
                  <a:cubicBezTo>
                    <a:pt x="3343616" y="505470"/>
                    <a:pt x="3283507" y="512301"/>
                    <a:pt x="3222713" y="512301"/>
                  </a:cubicBezTo>
                  <a:cubicBezTo>
                    <a:pt x="2896890" y="512301"/>
                    <a:pt x="2629811" y="306698"/>
                    <a:pt x="2612734" y="49181"/>
                  </a:cubicBezTo>
                  <a:lnTo>
                    <a:pt x="2612734" y="0"/>
                  </a:lnTo>
                  <a:lnTo>
                    <a:pt x="2566286" y="0"/>
                  </a:lnTo>
                  <a:lnTo>
                    <a:pt x="2566286" y="34836"/>
                  </a:lnTo>
                  <a:lnTo>
                    <a:pt x="2363414" y="34836"/>
                  </a:lnTo>
                  <a:lnTo>
                    <a:pt x="2363414" y="0"/>
                  </a:lnTo>
                  <a:lnTo>
                    <a:pt x="2316966" y="0"/>
                  </a:lnTo>
                  <a:lnTo>
                    <a:pt x="2316966" y="68307"/>
                  </a:lnTo>
                  <a:cubicBezTo>
                    <a:pt x="2288277" y="316944"/>
                    <a:pt x="2026662" y="512301"/>
                    <a:pt x="1708352" y="512301"/>
                  </a:cubicBezTo>
                  <a:cubicBezTo>
                    <a:pt x="1390726" y="512301"/>
                    <a:pt x="1128428" y="316944"/>
                    <a:pt x="1099739" y="68307"/>
                  </a:cubicBezTo>
                  <a:lnTo>
                    <a:pt x="1099739" y="0"/>
                  </a:lnTo>
                  <a:lnTo>
                    <a:pt x="1053290" y="0"/>
                  </a:lnTo>
                  <a:lnTo>
                    <a:pt x="1053290" y="34836"/>
                  </a:lnTo>
                  <a:lnTo>
                    <a:pt x="851102" y="34836"/>
                  </a:lnTo>
                  <a:lnTo>
                    <a:pt x="851102" y="0"/>
                  </a:lnTo>
                  <a:lnTo>
                    <a:pt x="804654" y="0"/>
                  </a:lnTo>
                  <a:lnTo>
                    <a:pt x="804654" y="68307"/>
                  </a:lnTo>
                  <a:cubicBezTo>
                    <a:pt x="782113" y="265714"/>
                    <a:pt x="615444" y="432382"/>
                    <a:pt x="375687" y="491126"/>
                  </a:cubicBezTo>
                  <a:cubicBezTo>
                    <a:pt x="317626" y="505470"/>
                    <a:pt x="257517" y="512301"/>
                    <a:pt x="196723" y="512301"/>
                  </a:cubicBezTo>
                  <a:cubicBezTo>
                    <a:pt x="127734" y="512301"/>
                    <a:pt x="61476" y="503421"/>
                    <a:pt x="0" y="486344"/>
                  </a:cubicBezTo>
                  <a:lnTo>
                    <a:pt x="0" y="515033"/>
                  </a:lnTo>
                  <a:lnTo>
                    <a:pt x="0" y="515033"/>
                  </a:lnTo>
                  <a:lnTo>
                    <a:pt x="0" y="676237"/>
                  </a:lnTo>
                  <a:lnTo>
                    <a:pt x="0" y="676237"/>
                  </a:lnTo>
                  <a:lnTo>
                    <a:pt x="0" y="750008"/>
                  </a:lnTo>
                  <a:lnTo>
                    <a:pt x="805337" y="750008"/>
                  </a:lnTo>
                  <a:lnTo>
                    <a:pt x="805337" y="1155751"/>
                  </a:lnTo>
                  <a:lnTo>
                    <a:pt x="720636" y="1155751"/>
                  </a:lnTo>
                  <a:lnTo>
                    <a:pt x="720636" y="1229522"/>
                  </a:lnTo>
                  <a:lnTo>
                    <a:pt x="1183073" y="1229522"/>
                  </a:lnTo>
                  <a:lnTo>
                    <a:pt x="1183073" y="1155751"/>
                  </a:lnTo>
                  <a:lnTo>
                    <a:pt x="1100422" y="1155751"/>
                  </a:lnTo>
                  <a:lnTo>
                    <a:pt x="1100422" y="750008"/>
                  </a:lnTo>
                  <a:lnTo>
                    <a:pt x="2316966" y="750008"/>
                  </a:lnTo>
                  <a:lnTo>
                    <a:pt x="2316966" y="1155751"/>
                  </a:lnTo>
                  <a:lnTo>
                    <a:pt x="2232265" y="1155751"/>
                  </a:lnTo>
                  <a:lnTo>
                    <a:pt x="2232265" y="1229522"/>
                  </a:lnTo>
                  <a:lnTo>
                    <a:pt x="2694702" y="1229522"/>
                  </a:lnTo>
                  <a:lnTo>
                    <a:pt x="2694702" y="1155751"/>
                  </a:lnTo>
                  <a:lnTo>
                    <a:pt x="2612051" y="1155751"/>
                  </a:lnTo>
                  <a:lnTo>
                    <a:pt x="2612051" y="750008"/>
                  </a:lnTo>
                  <a:lnTo>
                    <a:pt x="3415339" y="750008"/>
                  </a:lnTo>
                  <a:lnTo>
                    <a:pt x="3415339" y="693314"/>
                  </a:lnTo>
                  <a:lnTo>
                    <a:pt x="3416022" y="693314"/>
                  </a:lnTo>
                  <a:lnTo>
                    <a:pt x="3416022" y="506836"/>
                  </a:lnTo>
                  <a:close/>
                  <a:moveTo>
                    <a:pt x="3073805" y="530744"/>
                  </a:moveTo>
                  <a:cubicBezTo>
                    <a:pt x="3117521" y="538941"/>
                    <a:pt x="3163287" y="543722"/>
                    <a:pt x="3210418" y="544405"/>
                  </a:cubicBezTo>
                  <a:lnTo>
                    <a:pt x="3210418" y="676237"/>
                  </a:lnTo>
                  <a:lnTo>
                    <a:pt x="3073805" y="676237"/>
                  </a:lnTo>
                  <a:lnTo>
                    <a:pt x="3073805" y="530744"/>
                  </a:lnTo>
                  <a:close/>
                  <a:moveTo>
                    <a:pt x="3039651" y="676237"/>
                  </a:moveTo>
                  <a:lnTo>
                    <a:pt x="2902355" y="676237"/>
                  </a:lnTo>
                  <a:lnTo>
                    <a:pt x="2902355" y="476781"/>
                  </a:lnTo>
                  <a:cubicBezTo>
                    <a:pt x="2945388" y="496590"/>
                    <a:pt x="2991154" y="512301"/>
                    <a:pt x="3039651" y="523230"/>
                  </a:cubicBezTo>
                  <a:lnTo>
                    <a:pt x="3039651" y="676237"/>
                  </a:lnTo>
                  <a:close/>
                  <a:moveTo>
                    <a:pt x="3243889" y="543722"/>
                  </a:moveTo>
                  <a:cubicBezTo>
                    <a:pt x="3290337" y="542356"/>
                    <a:pt x="3336786" y="537574"/>
                    <a:pt x="3381185" y="528011"/>
                  </a:cubicBezTo>
                  <a:lnTo>
                    <a:pt x="3381185" y="676237"/>
                  </a:lnTo>
                  <a:lnTo>
                    <a:pt x="3243889" y="676237"/>
                  </a:lnTo>
                  <a:lnTo>
                    <a:pt x="3243889" y="543722"/>
                  </a:lnTo>
                  <a:close/>
                  <a:moveTo>
                    <a:pt x="2867518" y="460388"/>
                  </a:moveTo>
                  <a:lnTo>
                    <a:pt x="2867518" y="676237"/>
                  </a:lnTo>
                  <a:lnTo>
                    <a:pt x="2745932" y="676237"/>
                  </a:lnTo>
                  <a:lnTo>
                    <a:pt x="2745932" y="378420"/>
                  </a:lnTo>
                  <a:cubicBezTo>
                    <a:pt x="2782818" y="409841"/>
                    <a:pt x="2823119" y="437163"/>
                    <a:pt x="2867518" y="460388"/>
                  </a:cubicBezTo>
                  <a:close/>
                  <a:moveTo>
                    <a:pt x="2565602" y="1104521"/>
                  </a:moveTo>
                  <a:lnTo>
                    <a:pt x="2485000" y="1040312"/>
                  </a:lnTo>
                  <a:lnTo>
                    <a:pt x="2565602" y="976104"/>
                  </a:lnTo>
                  <a:lnTo>
                    <a:pt x="2565602" y="1104521"/>
                  </a:lnTo>
                  <a:close/>
                  <a:moveTo>
                    <a:pt x="2363414" y="784162"/>
                  </a:moveTo>
                  <a:lnTo>
                    <a:pt x="2441967" y="847004"/>
                  </a:lnTo>
                  <a:lnTo>
                    <a:pt x="2363414" y="909846"/>
                  </a:lnTo>
                  <a:lnTo>
                    <a:pt x="2363414" y="784162"/>
                  </a:lnTo>
                  <a:close/>
                  <a:moveTo>
                    <a:pt x="2565602" y="630471"/>
                  </a:moveTo>
                  <a:lnTo>
                    <a:pt x="2485000" y="566263"/>
                  </a:lnTo>
                  <a:lnTo>
                    <a:pt x="2565602" y="502055"/>
                  </a:lnTo>
                  <a:lnTo>
                    <a:pt x="2565602" y="630471"/>
                  </a:lnTo>
                  <a:close/>
                  <a:moveTo>
                    <a:pt x="2363414" y="306014"/>
                  </a:moveTo>
                  <a:lnTo>
                    <a:pt x="2441967" y="368857"/>
                  </a:lnTo>
                  <a:lnTo>
                    <a:pt x="2363414" y="431699"/>
                  </a:lnTo>
                  <a:lnTo>
                    <a:pt x="2363414" y="306014"/>
                  </a:lnTo>
                  <a:close/>
                  <a:moveTo>
                    <a:pt x="2363414" y="503421"/>
                  </a:moveTo>
                  <a:lnTo>
                    <a:pt x="2441967" y="566263"/>
                  </a:lnTo>
                  <a:lnTo>
                    <a:pt x="2363414" y="628422"/>
                  </a:lnTo>
                  <a:lnTo>
                    <a:pt x="2363414" y="503421"/>
                  </a:lnTo>
                  <a:close/>
                  <a:moveTo>
                    <a:pt x="2363414" y="469268"/>
                  </a:moveTo>
                  <a:lnTo>
                    <a:pt x="2363414" y="465852"/>
                  </a:lnTo>
                  <a:lnTo>
                    <a:pt x="2463142" y="385933"/>
                  </a:lnTo>
                  <a:lnTo>
                    <a:pt x="2564919" y="467219"/>
                  </a:lnTo>
                  <a:lnTo>
                    <a:pt x="2463142" y="548503"/>
                  </a:lnTo>
                  <a:lnTo>
                    <a:pt x="2363414" y="469268"/>
                  </a:lnTo>
                  <a:close/>
                  <a:moveTo>
                    <a:pt x="2565602" y="433065"/>
                  </a:moveTo>
                  <a:lnTo>
                    <a:pt x="2485000" y="368857"/>
                  </a:lnTo>
                  <a:lnTo>
                    <a:pt x="2565602" y="304648"/>
                  </a:lnTo>
                  <a:lnTo>
                    <a:pt x="2565602" y="433065"/>
                  </a:lnTo>
                  <a:close/>
                  <a:moveTo>
                    <a:pt x="2564236" y="271178"/>
                  </a:moveTo>
                  <a:lnTo>
                    <a:pt x="2463142" y="351780"/>
                  </a:lnTo>
                  <a:lnTo>
                    <a:pt x="2363414" y="271861"/>
                  </a:lnTo>
                  <a:lnTo>
                    <a:pt x="2363414" y="270495"/>
                  </a:lnTo>
                  <a:lnTo>
                    <a:pt x="2463142" y="190576"/>
                  </a:lnTo>
                  <a:lnTo>
                    <a:pt x="2564236" y="271178"/>
                  </a:lnTo>
                  <a:close/>
                  <a:moveTo>
                    <a:pt x="2485000" y="173499"/>
                  </a:moveTo>
                  <a:lnTo>
                    <a:pt x="2565602" y="109291"/>
                  </a:lnTo>
                  <a:lnTo>
                    <a:pt x="2565602" y="238391"/>
                  </a:lnTo>
                  <a:lnTo>
                    <a:pt x="2485000" y="173499"/>
                  </a:lnTo>
                  <a:close/>
                  <a:moveTo>
                    <a:pt x="2363414" y="236341"/>
                  </a:moveTo>
                  <a:lnTo>
                    <a:pt x="2363414" y="111340"/>
                  </a:lnTo>
                  <a:lnTo>
                    <a:pt x="2441967" y="174182"/>
                  </a:lnTo>
                  <a:lnTo>
                    <a:pt x="2363414" y="236341"/>
                  </a:lnTo>
                  <a:close/>
                  <a:moveTo>
                    <a:pt x="2364097" y="750008"/>
                  </a:moveTo>
                  <a:lnTo>
                    <a:pt x="2563553" y="750008"/>
                  </a:lnTo>
                  <a:lnTo>
                    <a:pt x="2463825" y="829244"/>
                  </a:lnTo>
                  <a:lnTo>
                    <a:pt x="2364097" y="750008"/>
                  </a:lnTo>
                  <a:close/>
                  <a:moveTo>
                    <a:pt x="2363414" y="977470"/>
                  </a:moveTo>
                  <a:lnTo>
                    <a:pt x="2441967" y="1040312"/>
                  </a:lnTo>
                  <a:lnTo>
                    <a:pt x="2363414" y="1103154"/>
                  </a:lnTo>
                  <a:lnTo>
                    <a:pt x="2363414" y="977470"/>
                  </a:lnTo>
                  <a:close/>
                  <a:moveTo>
                    <a:pt x="2363414" y="943316"/>
                  </a:moveTo>
                  <a:lnTo>
                    <a:pt x="2463142" y="863398"/>
                  </a:lnTo>
                  <a:lnTo>
                    <a:pt x="2562870" y="943316"/>
                  </a:lnTo>
                  <a:lnTo>
                    <a:pt x="2463142" y="1023235"/>
                  </a:lnTo>
                  <a:lnTo>
                    <a:pt x="2363414" y="943316"/>
                  </a:lnTo>
                  <a:close/>
                  <a:moveTo>
                    <a:pt x="2565602" y="911213"/>
                  </a:moveTo>
                  <a:lnTo>
                    <a:pt x="2485000" y="847004"/>
                  </a:lnTo>
                  <a:lnTo>
                    <a:pt x="2565602" y="782795"/>
                  </a:lnTo>
                  <a:lnTo>
                    <a:pt x="2565602" y="911213"/>
                  </a:lnTo>
                  <a:close/>
                  <a:moveTo>
                    <a:pt x="2363414" y="676237"/>
                  </a:moveTo>
                  <a:lnTo>
                    <a:pt x="2363414" y="662576"/>
                  </a:lnTo>
                  <a:lnTo>
                    <a:pt x="2463142" y="582657"/>
                  </a:lnTo>
                  <a:lnTo>
                    <a:pt x="2565602" y="663942"/>
                  </a:lnTo>
                  <a:lnTo>
                    <a:pt x="2565602" y="676237"/>
                  </a:lnTo>
                  <a:lnTo>
                    <a:pt x="2363414" y="676237"/>
                  </a:lnTo>
                  <a:close/>
                  <a:moveTo>
                    <a:pt x="2565602" y="68307"/>
                  </a:moveTo>
                  <a:lnTo>
                    <a:pt x="2565602" y="75137"/>
                  </a:lnTo>
                  <a:lnTo>
                    <a:pt x="2463142" y="156423"/>
                  </a:lnTo>
                  <a:lnTo>
                    <a:pt x="2363414" y="76504"/>
                  </a:lnTo>
                  <a:lnTo>
                    <a:pt x="2363414" y="68307"/>
                  </a:lnTo>
                  <a:lnTo>
                    <a:pt x="2565602" y="68307"/>
                  </a:lnTo>
                  <a:close/>
                  <a:moveTo>
                    <a:pt x="2189232" y="374321"/>
                  </a:moveTo>
                  <a:lnTo>
                    <a:pt x="2189232" y="676237"/>
                  </a:lnTo>
                  <a:lnTo>
                    <a:pt x="2067646" y="676237"/>
                  </a:lnTo>
                  <a:lnTo>
                    <a:pt x="2067646" y="457655"/>
                  </a:lnTo>
                  <a:cubicBezTo>
                    <a:pt x="2112728" y="433748"/>
                    <a:pt x="2153030" y="405742"/>
                    <a:pt x="2189232" y="374321"/>
                  </a:cubicBezTo>
                  <a:close/>
                  <a:moveTo>
                    <a:pt x="1553979" y="529378"/>
                  </a:moveTo>
                  <a:cubicBezTo>
                    <a:pt x="1597695" y="538257"/>
                    <a:pt x="1643461" y="543039"/>
                    <a:pt x="1690593" y="543722"/>
                  </a:cubicBezTo>
                  <a:lnTo>
                    <a:pt x="1690593" y="676237"/>
                  </a:lnTo>
                  <a:lnTo>
                    <a:pt x="1553979" y="676237"/>
                  </a:lnTo>
                  <a:lnTo>
                    <a:pt x="1553979" y="529378"/>
                  </a:lnTo>
                  <a:close/>
                  <a:moveTo>
                    <a:pt x="1519826" y="676237"/>
                  </a:moveTo>
                  <a:lnTo>
                    <a:pt x="1382529" y="676237"/>
                  </a:lnTo>
                  <a:lnTo>
                    <a:pt x="1382529" y="474049"/>
                  </a:lnTo>
                  <a:cubicBezTo>
                    <a:pt x="1425562" y="493858"/>
                    <a:pt x="1471328" y="510252"/>
                    <a:pt x="1519826" y="521864"/>
                  </a:cubicBezTo>
                  <a:lnTo>
                    <a:pt x="1519826" y="676237"/>
                  </a:lnTo>
                  <a:close/>
                  <a:moveTo>
                    <a:pt x="1724746" y="544405"/>
                  </a:moveTo>
                  <a:cubicBezTo>
                    <a:pt x="1771878" y="543722"/>
                    <a:pt x="1817643" y="538257"/>
                    <a:pt x="1862043" y="530060"/>
                  </a:cubicBezTo>
                  <a:lnTo>
                    <a:pt x="1862043" y="676237"/>
                  </a:lnTo>
                  <a:lnTo>
                    <a:pt x="1724746" y="676237"/>
                  </a:lnTo>
                  <a:lnTo>
                    <a:pt x="1724746" y="544405"/>
                  </a:lnTo>
                  <a:close/>
                  <a:moveTo>
                    <a:pt x="1896196" y="521864"/>
                  </a:moveTo>
                  <a:cubicBezTo>
                    <a:pt x="1944694" y="510252"/>
                    <a:pt x="1990459" y="493858"/>
                    <a:pt x="2033493" y="474049"/>
                  </a:cubicBezTo>
                  <a:lnTo>
                    <a:pt x="2033493" y="676237"/>
                  </a:lnTo>
                  <a:lnTo>
                    <a:pt x="1896196" y="676237"/>
                  </a:lnTo>
                  <a:lnTo>
                    <a:pt x="1896196" y="521864"/>
                  </a:lnTo>
                  <a:close/>
                  <a:moveTo>
                    <a:pt x="1348376" y="456972"/>
                  </a:moveTo>
                  <a:lnTo>
                    <a:pt x="1348376" y="676237"/>
                  </a:lnTo>
                  <a:lnTo>
                    <a:pt x="1226790" y="676237"/>
                  </a:lnTo>
                  <a:lnTo>
                    <a:pt x="1226790" y="373638"/>
                  </a:lnTo>
                  <a:cubicBezTo>
                    <a:pt x="1262992" y="405059"/>
                    <a:pt x="1303976" y="433065"/>
                    <a:pt x="1348376" y="456972"/>
                  </a:cubicBezTo>
                  <a:close/>
                  <a:moveTo>
                    <a:pt x="1053974" y="1104521"/>
                  </a:moveTo>
                  <a:lnTo>
                    <a:pt x="973371" y="1040312"/>
                  </a:lnTo>
                  <a:lnTo>
                    <a:pt x="1053974" y="976104"/>
                  </a:lnTo>
                  <a:lnTo>
                    <a:pt x="1053974" y="1104521"/>
                  </a:lnTo>
                  <a:close/>
                  <a:moveTo>
                    <a:pt x="851785" y="784162"/>
                  </a:moveTo>
                  <a:lnTo>
                    <a:pt x="930338" y="847004"/>
                  </a:lnTo>
                  <a:lnTo>
                    <a:pt x="851785" y="909846"/>
                  </a:lnTo>
                  <a:lnTo>
                    <a:pt x="851785" y="784162"/>
                  </a:lnTo>
                  <a:close/>
                  <a:moveTo>
                    <a:pt x="1053974" y="630471"/>
                  </a:moveTo>
                  <a:lnTo>
                    <a:pt x="973371" y="566263"/>
                  </a:lnTo>
                  <a:lnTo>
                    <a:pt x="1053974" y="502055"/>
                  </a:lnTo>
                  <a:lnTo>
                    <a:pt x="1053974" y="630471"/>
                  </a:lnTo>
                  <a:close/>
                  <a:moveTo>
                    <a:pt x="851785" y="306014"/>
                  </a:moveTo>
                  <a:lnTo>
                    <a:pt x="930338" y="368857"/>
                  </a:lnTo>
                  <a:lnTo>
                    <a:pt x="851785" y="431699"/>
                  </a:lnTo>
                  <a:lnTo>
                    <a:pt x="851785" y="306014"/>
                  </a:lnTo>
                  <a:close/>
                  <a:moveTo>
                    <a:pt x="851785" y="503421"/>
                  </a:moveTo>
                  <a:lnTo>
                    <a:pt x="930338" y="566263"/>
                  </a:lnTo>
                  <a:lnTo>
                    <a:pt x="851785" y="629105"/>
                  </a:lnTo>
                  <a:lnTo>
                    <a:pt x="851785" y="503421"/>
                  </a:lnTo>
                  <a:close/>
                  <a:moveTo>
                    <a:pt x="851785" y="469268"/>
                  </a:moveTo>
                  <a:lnTo>
                    <a:pt x="851785" y="465852"/>
                  </a:lnTo>
                  <a:lnTo>
                    <a:pt x="951513" y="385933"/>
                  </a:lnTo>
                  <a:lnTo>
                    <a:pt x="1053290" y="467219"/>
                  </a:lnTo>
                  <a:lnTo>
                    <a:pt x="951513" y="548503"/>
                  </a:lnTo>
                  <a:lnTo>
                    <a:pt x="851785" y="469268"/>
                  </a:lnTo>
                  <a:close/>
                  <a:moveTo>
                    <a:pt x="1053974" y="433065"/>
                  </a:moveTo>
                  <a:lnTo>
                    <a:pt x="973371" y="368857"/>
                  </a:lnTo>
                  <a:lnTo>
                    <a:pt x="1053974" y="304648"/>
                  </a:lnTo>
                  <a:lnTo>
                    <a:pt x="1053974" y="433065"/>
                  </a:lnTo>
                  <a:close/>
                  <a:moveTo>
                    <a:pt x="1052607" y="271178"/>
                  </a:moveTo>
                  <a:lnTo>
                    <a:pt x="951513" y="351780"/>
                  </a:lnTo>
                  <a:lnTo>
                    <a:pt x="851785" y="271861"/>
                  </a:lnTo>
                  <a:lnTo>
                    <a:pt x="851785" y="270495"/>
                  </a:lnTo>
                  <a:lnTo>
                    <a:pt x="951513" y="190576"/>
                  </a:lnTo>
                  <a:lnTo>
                    <a:pt x="1052607" y="271178"/>
                  </a:lnTo>
                  <a:close/>
                  <a:moveTo>
                    <a:pt x="973371" y="173499"/>
                  </a:moveTo>
                  <a:lnTo>
                    <a:pt x="1053974" y="109291"/>
                  </a:lnTo>
                  <a:lnTo>
                    <a:pt x="1053974" y="238391"/>
                  </a:lnTo>
                  <a:lnTo>
                    <a:pt x="973371" y="173499"/>
                  </a:lnTo>
                  <a:close/>
                  <a:moveTo>
                    <a:pt x="851785" y="236341"/>
                  </a:moveTo>
                  <a:lnTo>
                    <a:pt x="851785" y="111340"/>
                  </a:lnTo>
                  <a:lnTo>
                    <a:pt x="930338" y="174182"/>
                  </a:lnTo>
                  <a:lnTo>
                    <a:pt x="851785" y="236341"/>
                  </a:lnTo>
                  <a:close/>
                  <a:moveTo>
                    <a:pt x="851785" y="750008"/>
                  </a:moveTo>
                  <a:lnTo>
                    <a:pt x="1051241" y="750008"/>
                  </a:lnTo>
                  <a:lnTo>
                    <a:pt x="951513" y="829244"/>
                  </a:lnTo>
                  <a:lnTo>
                    <a:pt x="851785" y="750008"/>
                  </a:lnTo>
                  <a:close/>
                  <a:moveTo>
                    <a:pt x="851785" y="977470"/>
                  </a:moveTo>
                  <a:lnTo>
                    <a:pt x="930338" y="1040312"/>
                  </a:lnTo>
                  <a:lnTo>
                    <a:pt x="851785" y="1103154"/>
                  </a:lnTo>
                  <a:lnTo>
                    <a:pt x="851785" y="977470"/>
                  </a:lnTo>
                  <a:close/>
                  <a:moveTo>
                    <a:pt x="851785" y="943316"/>
                  </a:moveTo>
                  <a:lnTo>
                    <a:pt x="951513" y="863398"/>
                  </a:lnTo>
                  <a:lnTo>
                    <a:pt x="1051241" y="943316"/>
                  </a:lnTo>
                  <a:lnTo>
                    <a:pt x="951513" y="1023235"/>
                  </a:lnTo>
                  <a:lnTo>
                    <a:pt x="851785" y="943316"/>
                  </a:lnTo>
                  <a:close/>
                  <a:moveTo>
                    <a:pt x="1053974" y="911213"/>
                  </a:moveTo>
                  <a:lnTo>
                    <a:pt x="973371" y="847004"/>
                  </a:lnTo>
                  <a:lnTo>
                    <a:pt x="1053974" y="782795"/>
                  </a:lnTo>
                  <a:lnTo>
                    <a:pt x="1053974" y="911213"/>
                  </a:lnTo>
                  <a:close/>
                  <a:moveTo>
                    <a:pt x="851785" y="676237"/>
                  </a:moveTo>
                  <a:lnTo>
                    <a:pt x="851785" y="662576"/>
                  </a:lnTo>
                  <a:lnTo>
                    <a:pt x="951513" y="582657"/>
                  </a:lnTo>
                  <a:lnTo>
                    <a:pt x="1053974" y="663942"/>
                  </a:lnTo>
                  <a:lnTo>
                    <a:pt x="1053974" y="676237"/>
                  </a:lnTo>
                  <a:lnTo>
                    <a:pt x="851785" y="676237"/>
                  </a:lnTo>
                  <a:close/>
                  <a:moveTo>
                    <a:pt x="1053974" y="68307"/>
                  </a:moveTo>
                  <a:lnTo>
                    <a:pt x="1053974" y="75137"/>
                  </a:lnTo>
                  <a:lnTo>
                    <a:pt x="951513" y="156423"/>
                  </a:lnTo>
                  <a:lnTo>
                    <a:pt x="851785" y="76504"/>
                  </a:lnTo>
                  <a:lnTo>
                    <a:pt x="851785" y="68307"/>
                  </a:lnTo>
                  <a:lnTo>
                    <a:pt x="1053974" y="68307"/>
                  </a:lnTo>
                  <a:close/>
                  <a:moveTo>
                    <a:pt x="669406" y="381835"/>
                  </a:moveTo>
                  <a:lnTo>
                    <a:pt x="669406" y="676237"/>
                  </a:lnTo>
                  <a:lnTo>
                    <a:pt x="548503" y="676237"/>
                  </a:lnTo>
                  <a:lnTo>
                    <a:pt x="548503" y="461754"/>
                  </a:lnTo>
                  <a:cubicBezTo>
                    <a:pt x="592220" y="439212"/>
                    <a:pt x="633204" y="412573"/>
                    <a:pt x="669406" y="381835"/>
                  </a:cubicBezTo>
                  <a:close/>
                  <a:moveTo>
                    <a:pt x="514350" y="478147"/>
                  </a:moveTo>
                  <a:lnTo>
                    <a:pt x="514350" y="676237"/>
                  </a:lnTo>
                  <a:lnTo>
                    <a:pt x="376370" y="676237"/>
                  </a:lnTo>
                  <a:lnTo>
                    <a:pt x="376370" y="523913"/>
                  </a:lnTo>
                  <a:cubicBezTo>
                    <a:pt x="380469" y="523230"/>
                    <a:pt x="383884" y="521864"/>
                    <a:pt x="387982" y="521181"/>
                  </a:cubicBezTo>
                  <a:cubicBezTo>
                    <a:pt x="431699" y="510935"/>
                    <a:pt x="474049" y="495907"/>
                    <a:pt x="514350" y="478147"/>
                  </a:cubicBezTo>
                  <a:close/>
                  <a:moveTo>
                    <a:pt x="204920" y="544405"/>
                  </a:moveTo>
                  <a:cubicBezTo>
                    <a:pt x="251369" y="543722"/>
                    <a:pt x="297134" y="539624"/>
                    <a:pt x="342217" y="531427"/>
                  </a:cubicBezTo>
                  <a:lnTo>
                    <a:pt x="342217" y="676237"/>
                  </a:lnTo>
                  <a:lnTo>
                    <a:pt x="204920" y="676237"/>
                  </a:lnTo>
                  <a:lnTo>
                    <a:pt x="204920" y="544405"/>
                  </a:lnTo>
                  <a:close/>
                  <a:moveTo>
                    <a:pt x="34153" y="528011"/>
                  </a:moveTo>
                  <a:cubicBezTo>
                    <a:pt x="77870" y="536891"/>
                    <a:pt x="123635" y="542356"/>
                    <a:pt x="170767" y="544405"/>
                  </a:cubicBezTo>
                  <a:lnTo>
                    <a:pt x="170767" y="676237"/>
                  </a:lnTo>
                  <a:lnTo>
                    <a:pt x="34153" y="676237"/>
                  </a:lnTo>
                  <a:lnTo>
                    <a:pt x="34153" y="528011"/>
                  </a:lnTo>
                  <a:close/>
                  <a:moveTo>
                    <a:pt x="703560" y="676237"/>
                  </a:moveTo>
                  <a:lnTo>
                    <a:pt x="703560" y="350414"/>
                  </a:lnTo>
                  <a:cubicBezTo>
                    <a:pt x="708341" y="345632"/>
                    <a:pt x="713806" y="340168"/>
                    <a:pt x="718587" y="334703"/>
                  </a:cubicBezTo>
                  <a:cubicBezTo>
                    <a:pt x="754790" y="295768"/>
                    <a:pt x="784162" y="254101"/>
                    <a:pt x="805337" y="209702"/>
                  </a:cubicBezTo>
                  <a:lnTo>
                    <a:pt x="805337" y="676237"/>
                  </a:lnTo>
                  <a:lnTo>
                    <a:pt x="703560" y="676237"/>
                  </a:lnTo>
                  <a:close/>
                  <a:moveTo>
                    <a:pt x="851785" y="1156434"/>
                  </a:moveTo>
                  <a:lnTo>
                    <a:pt x="851785" y="1137308"/>
                  </a:lnTo>
                  <a:lnTo>
                    <a:pt x="951513" y="1057389"/>
                  </a:lnTo>
                  <a:lnTo>
                    <a:pt x="1053974" y="1138674"/>
                  </a:lnTo>
                  <a:lnTo>
                    <a:pt x="1053974" y="1156434"/>
                  </a:lnTo>
                  <a:lnTo>
                    <a:pt x="851785" y="1156434"/>
                  </a:lnTo>
                  <a:close/>
                  <a:moveTo>
                    <a:pt x="1100422" y="209702"/>
                  </a:moveTo>
                  <a:cubicBezTo>
                    <a:pt x="1123646" y="258200"/>
                    <a:pt x="1155751" y="302599"/>
                    <a:pt x="1194685" y="342900"/>
                  </a:cubicBezTo>
                  <a:lnTo>
                    <a:pt x="1192636" y="342900"/>
                  </a:lnTo>
                  <a:lnTo>
                    <a:pt x="1192636" y="676237"/>
                  </a:lnTo>
                  <a:lnTo>
                    <a:pt x="1099739" y="676237"/>
                  </a:lnTo>
                  <a:lnTo>
                    <a:pt x="1099739" y="209702"/>
                  </a:lnTo>
                  <a:close/>
                  <a:moveTo>
                    <a:pt x="2223385" y="676237"/>
                  </a:moveTo>
                  <a:lnTo>
                    <a:pt x="2223385" y="342217"/>
                  </a:lnTo>
                  <a:cubicBezTo>
                    <a:pt x="2262320" y="302599"/>
                    <a:pt x="2293741" y="257517"/>
                    <a:pt x="2316966" y="209702"/>
                  </a:cubicBezTo>
                  <a:lnTo>
                    <a:pt x="2316966" y="676237"/>
                  </a:lnTo>
                  <a:lnTo>
                    <a:pt x="2223385" y="676237"/>
                  </a:lnTo>
                  <a:close/>
                  <a:moveTo>
                    <a:pt x="2363414" y="1156434"/>
                  </a:moveTo>
                  <a:lnTo>
                    <a:pt x="2363414" y="1137308"/>
                  </a:lnTo>
                  <a:lnTo>
                    <a:pt x="2463142" y="1057389"/>
                  </a:lnTo>
                  <a:lnTo>
                    <a:pt x="2565602" y="1138674"/>
                  </a:lnTo>
                  <a:lnTo>
                    <a:pt x="2565602" y="1156434"/>
                  </a:lnTo>
                  <a:lnTo>
                    <a:pt x="2363414" y="1156434"/>
                  </a:lnTo>
                  <a:close/>
                  <a:moveTo>
                    <a:pt x="2612051" y="206287"/>
                  </a:moveTo>
                  <a:cubicBezTo>
                    <a:pt x="2636641" y="257517"/>
                    <a:pt x="2670112" y="305331"/>
                    <a:pt x="2712462" y="347682"/>
                  </a:cubicBezTo>
                  <a:lnTo>
                    <a:pt x="2712462" y="676237"/>
                  </a:lnTo>
                  <a:lnTo>
                    <a:pt x="2612051" y="676237"/>
                  </a:lnTo>
                  <a:lnTo>
                    <a:pt x="2612051" y="206287"/>
                  </a:lnTo>
                  <a:close/>
                </a:path>
              </a:pathLst>
            </a:custGeom>
            <a:solidFill>
              <a:srgbClr val="A41D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0" name="Google Shape;5550;p46"/>
            <p:cNvSpPr/>
            <p:nvPr/>
          </p:nvSpPr>
          <p:spPr>
            <a:xfrm>
              <a:off x="2995149" y="3743749"/>
              <a:ext cx="536450" cy="78976"/>
            </a:xfrm>
            <a:custGeom>
              <a:rect b="b" l="l" r="r" t="t"/>
              <a:pathLst>
                <a:path extrusionOk="0" h="128417" w="872277">
                  <a:moveTo>
                    <a:pt x="872277" y="125002"/>
                  </a:moveTo>
                  <a:cubicBezTo>
                    <a:pt x="872277" y="61476"/>
                    <a:pt x="790309" y="9563"/>
                    <a:pt x="688532" y="9563"/>
                  </a:cubicBezTo>
                  <a:cubicBezTo>
                    <a:pt x="636619" y="9563"/>
                    <a:pt x="589487" y="23224"/>
                    <a:pt x="556017" y="45083"/>
                  </a:cubicBezTo>
                  <a:cubicBezTo>
                    <a:pt x="532793" y="18443"/>
                    <a:pt x="487710" y="0"/>
                    <a:pt x="435797" y="0"/>
                  </a:cubicBezTo>
                  <a:cubicBezTo>
                    <a:pt x="386616" y="0"/>
                    <a:pt x="344266" y="16394"/>
                    <a:pt x="320359" y="40301"/>
                  </a:cubicBezTo>
                  <a:cubicBezTo>
                    <a:pt x="297817" y="29372"/>
                    <a:pt x="269129" y="23224"/>
                    <a:pt x="238391" y="23224"/>
                  </a:cubicBezTo>
                  <a:cubicBezTo>
                    <a:pt x="185111" y="23224"/>
                    <a:pt x="139346" y="42350"/>
                    <a:pt x="116804" y="70356"/>
                  </a:cubicBezTo>
                  <a:cubicBezTo>
                    <a:pt x="44399" y="85383"/>
                    <a:pt x="0" y="105876"/>
                    <a:pt x="0" y="128417"/>
                  </a:cubicBezTo>
                  <a:lnTo>
                    <a:pt x="871594" y="128417"/>
                  </a:lnTo>
                  <a:cubicBezTo>
                    <a:pt x="872277" y="127051"/>
                    <a:pt x="872277" y="126368"/>
                    <a:pt x="872277" y="125002"/>
                  </a:cubicBezTo>
                  <a:lnTo>
                    <a:pt x="872277" y="125002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1" name="Google Shape;5551;p46"/>
            <p:cNvSpPr/>
            <p:nvPr/>
          </p:nvSpPr>
          <p:spPr>
            <a:xfrm>
              <a:off x="1670146" y="3577652"/>
              <a:ext cx="536450" cy="78976"/>
            </a:xfrm>
            <a:custGeom>
              <a:rect b="b" l="l" r="r" t="t"/>
              <a:pathLst>
                <a:path extrusionOk="0" h="128416" w="872277">
                  <a:moveTo>
                    <a:pt x="872277" y="125001"/>
                  </a:moveTo>
                  <a:cubicBezTo>
                    <a:pt x="872277" y="61476"/>
                    <a:pt x="790309" y="9563"/>
                    <a:pt x="688532" y="9563"/>
                  </a:cubicBezTo>
                  <a:cubicBezTo>
                    <a:pt x="636619" y="9563"/>
                    <a:pt x="589487" y="23224"/>
                    <a:pt x="556017" y="45082"/>
                  </a:cubicBezTo>
                  <a:cubicBezTo>
                    <a:pt x="532793" y="18443"/>
                    <a:pt x="487710" y="0"/>
                    <a:pt x="435797" y="0"/>
                  </a:cubicBezTo>
                  <a:cubicBezTo>
                    <a:pt x="386616" y="0"/>
                    <a:pt x="344266" y="16394"/>
                    <a:pt x="320359" y="40301"/>
                  </a:cubicBezTo>
                  <a:cubicBezTo>
                    <a:pt x="297818" y="29372"/>
                    <a:pt x="269129" y="23224"/>
                    <a:pt x="238391" y="23224"/>
                  </a:cubicBezTo>
                  <a:cubicBezTo>
                    <a:pt x="185111" y="23224"/>
                    <a:pt x="139346" y="42350"/>
                    <a:pt x="116805" y="70356"/>
                  </a:cubicBezTo>
                  <a:cubicBezTo>
                    <a:pt x="44399" y="85383"/>
                    <a:pt x="0" y="105876"/>
                    <a:pt x="0" y="128417"/>
                  </a:cubicBezTo>
                  <a:lnTo>
                    <a:pt x="872277" y="128417"/>
                  </a:lnTo>
                  <a:cubicBezTo>
                    <a:pt x="872277" y="127050"/>
                    <a:pt x="872277" y="126368"/>
                    <a:pt x="872277" y="125001"/>
                  </a:cubicBezTo>
                  <a:lnTo>
                    <a:pt x="872277" y="125001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2" name="Google Shape;5552;p46"/>
            <p:cNvSpPr/>
            <p:nvPr/>
          </p:nvSpPr>
          <p:spPr>
            <a:xfrm rot="-2511954">
              <a:off x="2832411" y="3571383"/>
              <a:ext cx="154426" cy="154426"/>
            </a:xfrm>
            <a:custGeom>
              <a:rect b="b" l="l" r="r" t="t"/>
              <a:pathLst>
                <a:path extrusionOk="0" h="251372" w="251372">
                  <a:moveTo>
                    <a:pt x="251373" y="125687"/>
                  </a:moveTo>
                  <a:cubicBezTo>
                    <a:pt x="251373" y="195101"/>
                    <a:pt x="195101" y="251373"/>
                    <a:pt x="125687" y="251373"/>
                  </a:cubicBezTo>
                  <a:cubicBezTo>
                    <a:pt x="56272" y="251373"/>
                    <a:pt x="0" y="195101"/>
                    <a:pt x="0" y="125687"/>
                  </a:cubicBezTo>
                  <a:cubicBezTo>
                    <a:pt x="0" y="56272"/>
                    <a:pt x="56272" y="0"/>
                    <a:pt x="125687" y="0"/>
                  </a:cubicBezTo>
                  <a:cubicBezTo>
                    <a:pt x="195101" y="0"/>
                    <a:pt x="251373" y="56272"/>
                    <a:pt x="251373" y="125687"/>
                  </a:cubicBez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3" name="Google Shape;5553;p46"/>
            <p:cNvSpPr/>
            <p:nvPr/>
          </p:nvSpPr>
          <p:spPr>
            <a:xfrm>
              <a:off x="1475946" y="3903556"/>
              <a:ext cx="239029" cy="75615"/>
            </a:xfrm>
            <a:custGeom>
              <a:rect b="b" l="l" r="r" t="t"/>
              <a:pathLst>
                <a:path extrusionOk="0" h="122952" w="388665">
                  <a:moveTo>
                    <a:pt x="0" y="122952"/>
                  </a:moveTo>
                  <a:lnTo>
                    <a:pt x="388666" y="122952"/>
                  </a:lnTo>
                  <a:cubicBezTo>
                    <a:pt x="388666" y="100411"/>
                    <a:pt x="344266" y="79919"/>
                    <a:pt x="271861" y="64891"/>
                  </a:cubicBezTo>
                  <a:cubicBezTo>
                    <a:pt x="249320" y="36885"/>
                    <a:pt x="203554" y="17760"/>
                    <a:pt x="150275" y="17760"/>
                  </a:cubicBezTo>
                  <a:cubicBezTo>
                    <a:pt x="119537" y="17760"/>
                    <a:pt x="90848" y="23907"/>
                    <a:pt x="68307" y="34836"/>
                  </a:cubicBezTo>
                  <a:cubicBezTo>
                    <a:pt x="52596" y="19126"/>
                    <a:pt x="28689" y="6147"/>
                    <a:pt x="0" y="0"/>
                  </a:cubicBezTo>
                  <a:lnTo>
                    <a:pt x="0" y="122952"/>
                  </a:lnTo>
                  <a:close/>
                </a:path>
              </a:pathLst>
            </a:custGeom>
            <a:solidFill>
              <a:srgbClr val="428ECC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4" name="Google Shape;5554;p46"/>
            <p:cNvSpPr/>
            <p:nvPr/>
          </p:nvSpPr>
          <p:spPr>
            <a:xfrm>
              <a:off x="2302238" y="3638051"/>
              <a:ext cx="464615" cy="1114069"/>
            </a:xfrm>
            <a:custGeom>
              <a:rect b="b" l="l" r="r" t="t"/>
              <a:pathLst>
                <a:path extrusionOk="0" h="1811495" w="755472">
                  <a:moveTo>
                    <a:pt x="668723" y="174865"/>
                  </a:moveTo>
                  <a:cubicBezTo>
                    <a:pt x="722686" y="163253"/>
                    <a:pt x="755473" y="148225"/>
                    <a:pt x="755473" y="131832"/>
                  </a:cubicBezTo>
                  <a:lnTo>
                    <a:pt x="679652" y="131832"/>
                  </a:lnTo>
                  <a:lnTo>
                    <a:pt x="430333" y="131832"/>
                  </a:lnTo>
                  <a:lnTo>
                    <a:pt x="430333" y="0"/>
                  </a:lnTo>
                  <a:cubicBezTo>
                    <a:pt x="372272" y="0"/>
                    <a:pt x="325140" y="47131"/>
                    <a:pt x="325140" y="105192"/>
                  </a:cubicBezTo>
                  <a:lnTo>
                    <a:pt x="325140" y="132515"/>
                  </a:lnTo>
                  <a:lnTo>
                    <a:pt x="75821" y="132515"/>
                  </a:lnTo>
                  <a:lnTo>
                    <a:pt x="0" y="132515"/>
                  </a:lnTo>
                  <a:cubicBezTo>
                    <a:pt x="0" y="148909"/>
                    <a:pt x="32787" y="163936"/>
                    <a:pt x="86750" y="175548"/>
                  </a:cubicBezTo>
                  <a:cubicBezTo>
                    <a:pt x="113389" y="225412"/>
                    <a:pt x="184428" y="265713"/>
                    <a:pt x="275959" y="282790"/>
                  </a:cubicBezTo>
                  <a:lnTo>
                    <a:pt x="275959" y="684434"/>
                  </a:lnTo>
                  <a:lnTo>
                    <a:pt x="139346" y="684434"/>
                  </a:lnTo>
                  <a:lnTo>
                    <a:pt x="56012" y="1811495"/>
                  </a:lnTo>
                  <a:lnTo>
                    <a:pt x="275276" y="1811495"/>
                  </a:lnTo>
                  <a:lnTo>
                    <a:pt x="275276" y="1006842"/>
                  </a:lnTo>
                  <a:cubicBezTo>
                    <a:pt x="275276" y="950147"/>
                    <a:pt x="321042" y="904381"/>
                    <a:pt x="377736" y="904381"/>
                  </a:cubicBezTo>
                  <a:cubicBezTo>
                    <a:pt x="434431" y="904381"/>
                    <a:pt x="480197" y="950147"/>
                    <a:pt x="480197" y="1006842"/>
                  </a:cubicBezTo>
                  <a:lnTo>
                    <a:pt x="480197" y="1810130"/>
                  </a:lnTo>
                  <a:lnTo>
                    <a:pt x="696046" y="1810130"/>
                  </a:lnTo>
                  <a:lnTo>
                    <a:pt x="607247" y="683068"/>
                  </a:lnTo>
                  <a:lnTo>
                    <a:pt x="476781" y="683068"/>
                  </a:lnTo>
                  <a:lnTo>
                    <a:pt x="476781" y="281424"/>
                  </a:lnTo>
                  <a:cubicBezTo>
                    <a:pt x="571045" y="265030"/>
                    <a:pt x="642084" y="224729"/>
                    <a:pt x="668723" y="174865"/>
                  </a:cubicBezTo>
                  <a:close/>
                  <a:moveTo>
                    <a:pt x="334703" y="683751"/>
                  </a:moveTo>
                  <a:lnTo>
                    <a:pt x="313528" y="683751"/>
                  </a:lnTo>
                  <a:lnTo>
                    <a:pt x="313528" y="296451"/>
                  </a:lnTo>
                  <a:lnTo>
                    <a:pt x="334703" y="296451"/>
                  </a:lnTo>
                  <a:lnTo>
                    <a:pt x="334703" y="683751"/>
                  </a:lnTo>
                  <a:close/>
                  <a:moveTo>
                    <a:pt x="389349" y="683751"/>
                  </a:moveTo>
                  <a:lnTo>
                    <a:pt x="368173" y="683751"/>
                  </a:lnTo>
                  <a:lnTo>
                    <a:pt x="368173" y="296451"/>
                  </a:lnTo>
                  <a:lnTo>
                    <a:pt x="389349" y="296451"/>
                  </a:lnTo>
                  <a:lnTo>
                    <a:pt x="389349" y="683751"/>
                  </a:lnTo>
                  <a:close/>
                  <a:moveTo>
                    <a:pt x="446726" y="683751"/>
                  </a:moveTo>
                  <a:lnTo>
                    <a:pt x="425551" y="683751"/>
                  </a:lnTo>
                  <a:lnTo>
                    <a:pt x="425551" y="296451"/>
                  </a:lnTo>
                  <a:lnTo>
                    <a:pt x="446726" y="296451"/>
                  </a:lnTo>
                  <a:lnTo>
                    <a:pt x="446726" y="683751"/>
                  </a:lnTo>
                  <a:close/>
                </a:path>
              </a:pathLst>
            </a:custGeom>
            <a:solidFill>
              <a:srgbClr val="FEBD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5" name="Google Shape;5555;p46"/>
            <p:cNvSpPr/>
            <p:nvPr/>
          </p:nvSpPr>
          <p:spPr>
            <a:xfrm>
              <a:off x="3120561" y="4242041"/>
              <a:ext cx="432689" cy="431009"/>
            </a:xfrm>
            <a:custGeom>
              <a:rect b="b" l="l" r="r" t="t"/>
              <a:pathLst>
                <a:path extrusionOk="0" h="700827" w="703559">
                  <a:moveTo>
                    <a:pt x="0" y="700827"/>
                  </a:moveTo>
                  <a:lnTo>
                    <a:pt x="703560" y="700827"/>
                  </a:lnTo>
                  <a:lnTo>
                    <a:pt x="642084" y="600416"/>
                  </a:lnTo>
                  <a:lnTo>
                    <a:pt x="642084" y="482929"/>
                  </a:lnTo>
                  <a:lnTo>
                    <a:pt x="679652" y="434431"/>
                  </a:lnTo>
                  <a:lnTo>
                    <a:pt x="691264" y="434431"/>
                  </a:lnTo>
                  <a:lnTo>
                    <a:pt x="691264" y="402327"/>
                  </a:lnTo>
                  <a:lnTo>
                    <a:pt x="679652" y="402327"/>
                  </a:lnTo>
                  <a:lnTo>
                    <a:pt x="679652" y="351780"/>
                  </a:lnTo>
                  <a:lnTo>
                    <a:pt x="691264" y="351780"/>
                  </a:lnTo>
                  <a:lnTo>
                    <a:pt x="691264" y="332654"/>
                  </a:lnTo>
                  <a:lnTo>
                    <a:pt x="679652" y="332654"/>
                  </a:lnTo>
                  <a:cubicBezTo>
                    <a:pt x="679652" y="315577"/>
                    <a:pt x="667357" y="301233"/>
                    <a:pt x="651647" y="297134"/>
                  </a:cubicBezTo>
                  <a:lnTo>
                    <a:pt x="651647" y="286205"/>
                  </a:lnTo>
                  <a:cubicBezTo>
                    <a:pt x="651647" y="280741"/>
                    <a:pt x="647548" y="276642"/>
                    <a:pt x="642084" y="276642"/>
                  </a:cubicBezTo>
                  <a:lnTo>
                    <a:pt x="642084" y="138663"/>
                  </a:lnTo>
                  <a:lnTo>
                    <a:pt x="602466" y="138663"/>
                  </a:lnTo>
                  <a:lnTo>
                    <a:pt x="602466" y="99045"/>
                  </a:lnTo>
                  <a:lnTo>
                    <a:pt x="622275" y="73771"/>
                  </a:lnTo>
                  <a:lnTo>
                    <a:pt x="622275" y="19126"/>
                  </a:lnTo>
                  <a:cubicBezTo>
                    <a:pt x="622275" y="8196"/>
                    <a:pt x="613395" y="0"/>
                    <a:pt x="603149" y="0"/>
                  </a:cubicBezTo>
                  <a:lnTo>
                    <a:pt x="601783" y="0"/>
                  </a:lnTo>
                  <a:cubicBezTo>
                    <a:pt x="590854" y="0"/>
                    <a:pt x="582657" y="8880"/>
                    <a:pt x="582657" y="19126"/>
                  </a:cubicBezTo>
                  <a:lnTo>
                    <a:pt x="582657" y="58061"/>
                  </a:lnTo>
                  <a:lnTo>
                    <a:pt x="559432" y="58061"/>
                  </a:lnTo>
                  <a:lnTo>
                    <a:pt x="559432" y="28689"/>
                  </a:lnTo>
                  <a:lnTo>
                    <a:pt x="530061" y="28689"/>
                  </a:lnTo>
                  <a:lnTo>
                    <a:pt x="530061" y="58061"/>
                  </a:lnTo>
                  <a:lnTo>
                    <a:pt x="501372" y="58061"/>
                  </a:lnTo>
                  <a:lnTo>
                    <a:pt x="501372" y="28689"/>
                  </a:lnTo>
                  <a:lnTo>
                    <a:pt x="472000" y="28689"/>
                  </a:lnTo>
                  <a:lnTo>
                    <a:pt x="472000" y="58061"/>
                  </a:lnTo>
                  <a:lnTo>
                    <a:pt x="450142" y="58061"/>
                  </a:lnTo>
                  <a:lnTo>
                    <a:pt x="450142" y="21175"/>
                  </a:lnTo>
                  <a:cubicBezTo>
                    <a:pt x="450142" y="10246"/>
                    <a:pt x="441262" y="2049"/>
                    <a:pt x="431016" y="2049"/>
                  </a:cubicBezTo>
                  <a:lnTo>
                    <a:pt x="429650" y="2049"/>
                  </a:lnTo>
                  <a:cubicBezTo>
                    <a:pt x="418720" y="2049"/>
                    <a:pt x="410524" y="10929"/>
                    <a:pt x="410524" y="21175"/>
                  </a:cubicBezTo>
                  <a:lnTo>
                    <a:pt x="410524" y="75820"/>
                  </a:lnTo>
                  <a:lnTo>
                    <a:pt x="430333" y="101094"/>
                  </a:lnTo>
                  <a:lnTo>
                    <a:pt x="430333" y="139346"/>
                  </a:lnTo>
                  <a:lnTo>
                    <a:pt x="391398" y="139346"/>
                  </a:lnTo>
                  <a:lnTo>
                    <a:pt x="391398" y="277325"/>
                  </a:lnTo>
                  <a:cubicBezTo>
                    <a:pt x="385933" y="277325"/>
                    <a:pt x="381835" y="281424"/>
                    <a:pt x="381835" y="286888"/>
                  </a:cubicBezTo>
                  <a:lnTo>
                    <a:pt x="381835" y="297817"/>
                  </a:lnTo>
                  <a:cubicBezTo>
                    <a:pt x="365441" y="301233"/>
                    <a:pt x="353829" y="315577"/>
                    <a:pt x="353829" y="333337"/>
                  </a:cubicBezTo>
                  <a:lnTo>
                    <a:pt x="340851" y="333337"/>
                  </a:lnTo>
                  <a:lnTo>
                    <a:pt x="340851" y="352463"/>
                  </a:lnTo>
                  <a:lnTo>
                    <a:pt x="352463" y="352463"/>
                  </a:lnTo>
                  <a:lnTo>
                    <a:pt x="352463" y="390714"/>
                  </a:lnTo>
                  <a:lnTo>
                    <a:pt x="321725" y="390714"/>
                  </a:lnTo>
                  <a:lnTo>
                    <a:pt x="321725" y="351780"/>
                  </a:lnTo>
                  <a:lnTo>
                    <a:pt x="277326" y="351780"/>
                  </a:lnTo>
                  <a:lnTo>
                    <a:pt x="277326" y="390714"/>
                  </a:lnTo>
                  <a:lnTo>
                    <a:pt x="243172" y="390714"/>
                  </a:lnTo>
                  <a:lnTo>
                    <a:pt x="243172" y="351780"/>
                  </a:lnTo>
                  <a:lnTo>
                    <a:pt x="198773" y="351780"/>
                  </a:lnTo>
                  <a:lnTo>
                    <a:pt x="198773" y="390714"/>
                  </a:lnTo>
                  <a:lnTo>
                    <a:pt x="163253" y="390714"/>
                  </a:lnTo>
                  <a:lnTo>
                    <a:pt x="163253" y="351780"/>
                  </a:lnTo>
                  <a:lnTo>
                    <a:pt x="118854" y="351780"/>
                  </a:lnTo>
                  <a:lnTo>
                    <a:pt x="118854" y="390714"/>
                  </a:lnTo>
                  <a:lnTo>
                    <a:pt x="87433" y="390714"/>
                  </a:lnTo>
                  <a:lnTo>
                    <a:pt x="87433" y="352463"/>
                  </a:lnTo>
                  <a:lnTo>
                    <a:pt x="97679" y="352463"/>
                  </a:lnTo>
                  <a:lnTo>
                    <a:pt x="97679" y="333337"/>
                  </a:lnTo>
                  <a:lnTo>
                    <a:pt x="87433" y="333337"/>
                  </a:lnTo>
                  <a:cubicBezTo>
                    <a:pt x="87433" y="316260"/>
                    <a:pt x="75137" y="301916"/>
                    <a:pt x="59427" y="297817"/>
                  </a:cubicBezTo>
                  <a:lnTo>
                    <a:pt x="59427" y="286888"/>
                  </a:lnTo>
                  <a:cubicBezTo>
                    <a:pt x="59427" y="281424"/>
                    <a:pt x="55329" y="277325"/>
                    <a:pt x="49864" y="277325"/>
                  </a:cubicBezTo>
                  <a:cubicBezTo>
                    <a:pt x="44399" y="277325"/>
                    <a:pt x="40301" y="281424"/>
                    <a:pt x="40301" y="286888"/>
                  </a:cubicBezTo>
                  <a:lnTo>
                    <a:pt x="40301" y="297817"/>
                  </a:lnTo>
                  <a:cubicBezTo>
                    <a:pt x="23907" y="301233"/>
                    <a:pt x="12295" y="315577"/>
                    <a:pt x="12295" y="333337"/>
                  </a:cubicBezTo>
                  <a:lnTo>
                    <a:pt x="2049" y="333337"/>
                  </a:lnTo>
                  <a:lnTo>
                    <a:pt x="2049" y="352463"/>
                  </a:lnTo>
                  <a:lnTo>
                    <a:pt x="12295" y="352463"/>
                  </a:lnTo>
                  <a:lnTo>
                    <a:pt x="12295" y="403010"/>
                  </a:lnTo>
                  <a:lnTo>
                    <a:pt x="2049" y="403010"/>
                  </a:lnTo>
                  <a:lnTo>
                    <a:pt x="2049" y="435114"/>
                  </a:lnTo>
                  <a:lnTo>
                    <a:pt x="12295" y="435114"/>
                  </a:lnTo>
                  <a:lnTo>
                    <a:pt x="49864" y="483612"/>
                  </a:lnTo>
                  <a:lnTo>
                    <a:pt x="49864" y="601100"/>
                  </a:lnTo>
                  <a:lnTo>
                    <a:pt x="0" y="700827"/>
                  </a:lnTo>
                  <a:close/>
                  <a:moveTo>
                    <a:pt x="499323" y="109974"/>
                  </a:moveTo>
                  <a:cubicBezTo>
                    <a:pt x="499323" y="101094"/>
                    <a:pt x="506836" y="93580"/>
                    <a:pt x="515716" y="93580"/>
                  </a:cubicBezTo>
                  <a:cubicBezTo>
                    <a:pt x="524596" y="93580"/>
                    <a:pt x="532110" y="101094"/>
                    <a:pt x="532110" y="109974"/>
                  </a:cubicBezTo>
                  <a:lnTo>
                    <a:pt x="532110" y="137979"/>
                  </a:lnTo>
                  <a:lnTo>
                    <a:pt x="498639" y="137979"/>
                  </a:lnTo>
                  <a:lnTo>
                    <a:pt x="498639" y="109974"/>
                  </a:lnTo>
                  <a:close/>
                  <a:moveTo>
                    <a:pt x="493175" y="226095"/>
                  </a:moveTo>
                  <a:cubicBezTo>
                    <a:pt x="493175" y="213800"/>
                    <a:pt x="503421" y="203554"/>
                    <a:pt x="515716" y="203554"/>
                  </a:cubicBezTo>
                  <a:cubicBezTo>
                    <a:pt x="528011" y="203554"/>
                    <a:pt x="538257" y="213800"/>
                    <a:pt x="538257" y="226095"/>
                  </a:cubicBezTo>
                  <a:lnTo>
                    <a:pt x="538257" y="263664"/>
                  </a:lnTo>
                  <a:lnTo>
                    <a:pt x="493858" y="263664"/>
                  </a:lnTo>
                  <a:lnTo>
                    <a:pt x="493858" y="226095"/>
                  </a:lnTo>
                  <a:close/>
                  <a:moveTo>
                    <a:pt x="493175" y="351780"/>
                  </a:moveTo>
                  <a:cubicBezTo>
                    <a:pt x="493175" y="339484"/>
                    <a:pt x="503421" y="329238"/>
                    <a:pt x="515716" y="329238"/>
                  </a:cubicBezTo>
                  <a:cubicBezTo>
                    <a:pt x="528011" y="329238"/>
                    <a:pt x="538257" y="339484"/>
                    <a:pt x="538257" y="351780"/>
                  </a:cubicBezTo>
                  <a:lnTo>
                    <a:pt x="538257" y="389349"/>
                  </a:lnTo>
                  <a:lnTo>
                    <a:pt x="493858" y="389349"/>
                  </a:lnTo>
                  <a:lnTo>
                    <a:pt x="493858" y="351780"/>
                  </a:lnTo>
                  <a:close/>
                  <a:moveTo>
                    <a:pt x="463120" y="511617"/>
                  </a:moveTo>
                  <a:cubicBezTo>
                    <a:pt x="463120" y="482929"/>
                    <a:pt x="486344" y="459021"/>
                    <a:pt x="515716" y="459021"/>
                  </a:cubicBezTo>
                  <a:cubicBezTo>
                    <a:pt x="544405" y="459021"/>
                    <a:pt x="568312" y="482246"/>
                    <a:pt x="568312" y="511617"/>
                  </a:cubicBezTo>
                  <a:lnTo>
                    <a:pt x="568312" y="600416"/>
                  </a:lnTo>
                  <a:lnTo>
                    <a:pt x="463120" y="600416"/>
                  </a:lnTo>
                  <a:lnTo>
                    <a:pt x="463120" y="511617"/>
                  </a:lnTo>
                  <a:close/>
                  <a:moveTo>
                    <a:pt x="346315" y="499322"/>
                  </a:moveTo>
                  <a:lnTo>
                    <a:pt x="390715" y="499322"/>
                  </a:lnTo>
                  <a:lnTo>
                    <a:pt x="390715" y="543722"/>
                  </a:lnTo>
                  <a:lnTo>
                    <a:pt x="346315" y="543722"/>
                  </a:lnTo>
                  <a:lnTo>
                    <a:pt x="346315" y="499322"/>
                  </a:lnTo>
                  <a:close/>
                  <a:moveTo>
                    <a:pt x="258200" y="499322"/>
                  </a:moveTo>
                  <a:lnTo>
                    <a:pt x="302599" y="499322"/>
                  </a:lnTo>
                  <a:lnTo>
                    <a:pt x="302599" y="543722"/>
                  </a:lnTo>
                  <a:lnTo>
                    <a:pt x="258200" y="543722"/>
                  </a:lnTo>
                  <a:lnTo>
                    <a:pt x="258200" y="499322"/>
                  </a:lnTo>
                  <a:close/>
                  <a:moveTo>
                    <a:pt x="174182" y="499322"/>
                  </a:moveTo>
                  <a:lnTo>
                    <a:pt x="218582" y="499322"/>
                  </a:lnTo>
                  <a:lnTo>
                    <a:pt x="218582" y="543722"/>
                  </a:lnTo>
                  <a:lnTo>
                    <a:pt x="174182" y="543722"/>
                  </a:lnTo>
                  <a:lnTo>
                    <a:pt x="174182" y="499322"/>
                  </a:lnTo>
                  <a:close/>
                  <a:moveTo>
                    <a:pt x="87433" y="499322"/>
                  </a:moveTo>
                  <a:lnTo>
                    <a:pt x="131832" y="499322"/>
                  </a:lnTo>
                  <a:lnTo>
                    <a:pt x="131832" y="543722"/>
                  </a:lnTo>
                  <a:lnTo>
                    <a:pt x="87433" y="543722"/>
                  </a:lnTo>
                  <a:lnTo>
                    <a:pt x="87433" y="499322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6" name="Google Shape;5556;p46"/>
            <p:cNvSpPr/>
            <p:nvPr/>
          </p:nvSpPr>
          <p:spPr>
            <a:xfrm>
              <a:off x="2056447" y="4290696"/>
              <a:ext cx="268855" cy="380598"/>
            </a:xfrm>
            <a:custGeom>
              <a:rect b="b" l="l" r="r" t="t"/>
              <a:pathLst>
                <a:path extrusionOk="0" h="618859" w="437163">
                  <a:moveTo>
                    <a:pt x="435797" y="137980"/>
                  </a:moveTo>
                  <a:lnTo>
                    <a:pt x="435797" y="113389"/>
                  </a:lnTo>
                  <a:lnTo>
                    <a:pt x="418038" y="113389"/>
                  </a:lnTo>
                  <a:lnTo>
                    <a:pt x="357928" y="0"/>
                  </a:lnTo>
                  <a:lnTo>
                    <a:pt x="297818" y="113389"/>
                  </a:lnTo>
                  <a:lnTo>
                    <a:pt x="280058" y="113389"/>
                  </a:lnTo>
                  <a:lnTo>
                    <a:pt x="280058" y="137980"/>
                  </a:lnTo>
                  <a:lnTo>
                    <a:pt x="297134" y="137980"/>
                  </a:lnTo>
                  <a:lnTo>
                    <a:pt x="297134" y="170767"/>
                  </a:lnTo>
                  <a:lnTo>
                    <a:pt x="280058" y="170767"/>
                  </a:lnTo>
                  <a:lnTo>
                    <a:pt x="280058" y="195357"/>
                  </a:lnTo>
                  <a:lnTo>
                    <a:pt x="297134" y="195357"/>
                  </a:lnTo>
                  <a:lnTo>
                    <a:pt x="297134" y="276642"/>
                  </a:lnTo>
                  <a:lnTo>
                    <a:pt x="217899" y="245904"/>
                  </a:lnTo>
                  <a:lnTo>
                    <a:pt x="138663" y="276642"/>
                  </a:lnTo>
                  <a:lnTo>
                    <a:pt x="138663" y="195357"/>
                  </a:lnTo>
                  <a:lnTo>
                    <a:pt x="155739" y="195357"/>
                  </a:lnTo>
                  <a:lnTo>
                    <a:pt x="155739" y="170767"/>
                  </a:lnTo>
                  <a:lnTo>
                    <a:pt x="138663" y="170767"/>
                  </a:lnTo>
                  <a:lnTo>
                    <a:pt x="138663" y="137980"/>
                  </a:lnTo>
                  <a:lnTo>
                    <a:pt x="155739" y="137980"/>
                  </a:lnTo>
                  <a:lnTo>
                    <a:pt x="155739" y="113389"/>
                  </a:lnTo>
                  <a:lnTo>
                    <a:pt x="137980" y="113389"/>
                  </a:lnTo>
                  <a:lnTo>
                    <a:pt x="77870" y="0"/>
                  </a:lnTo>
                  <a:lnTo>
                    <a:pt x="17760" y="113389"/>
                  </a:lnTo>
                  <a:lnTo>
                    <a:pt x="0" y="113389"/>
                  </a:lnTo>
                  <a:lnTo>
                    <a:pt x="0" y="137980"/>
                  </a:lnTo>
                  <a:lnTo>
                    <a:pt x="17077" y="137980"/>
                  </a:lnTo>
                  <a:lnTo>
                    <a:pt x="17077" y="170767"/>
                  </a:lnTo>
                  <a:lnTo>
                    <a:pt x="0" y="170767"/>
                  </a:lnTo>
                  <a:lnTo>
                    <a:pt x="0" y="195357"/>
                  </a:lnTo>
                  <a:lnTo>
                    <a:pt x="17077" y="195357"/>
                  </a:lnTo>
                  <a:lnTo>
                    <a:pt x="17077" y="323774"/>
                  </a:lnTo>
                  <a:lnTo>
                    <a:pt x="17077" y="545088"/>
                  </a:lnTo>
                  <a:lnTo>
                    <a:pt x="17077" y="618859"/>
                  </a:lnTo>
                  <a:lnTo>
                    <a:pt x="420087" y="618859"/>
                  </a:lnTo>
                  <a:lnTo>
                    <a:pt x="420087" y="545088"/>
                  </a:lnTo>
                  <a:lnTo>
                    <a:pt x="420087" y="323774"/>
                  </a:lnTo>
                  <a:lnTo>
                    <a:pt x="420087" y="195357"/>
                  </a:lnTo>
                  <a:lnTo>
                    <a:pt x="437163" y="195357"/>
                  </a:lnTo>
                  <a:lnTo>
                    <a:pt x="437163" y="170767"/>
                  </a:lnTo>
                  <a:lnTo>
                    <a:pt x="420087" y="170767"/>
                  </a:lnTo>
                  <a:lnTo>
                    <a:pt x="420087" y="137980"/>
                  </a:lnTo>
                  <a:lnTo>
                    <a:pt x="435797" y="137980"/>
                  </a:lnTo>
                  <a:close/>
                  <a:moveTo>
                    <a:pt x="52596" y="161887"/>
                  </a:moveTo>
                  <a:cubicBezTo>
                    <a:pt x="52596" y="150958"/>
                    <a:pt x="63525" y="141395"/>
                    <a:pt x="77187" y="141395"/>
                  </a:cubicBezTo>
                  <a:cubicBezTo>
                    <a:pt x="90848" y="141395"/>
                    <a:pt x="101777" y="150275"/>
                    <a:pt x="101777" y="161887"/>
                  </a:cubicBezTo>
                  <a:lnTo>
                    <a:pt x="101777" y="241806"/>
                  </a:lnTo>
                  <a:lnTo>
                    <a:pt x="52596" y="241806"/>
                  </a:lnTo>
                  <a:lnTo>
                    <a:pt x="52596" y="161887"/>
                  </a:lnTo>
                  <a:close/>
                  <a:moveTo>
                    <a:pt x="137980" y="587438"/>
                  </a:moveTo>
                  <a:lnTo>
                    <a:pt x="88799" y="587438"/>
                  </a:lnTo>
                  <a:lnTo>
                    <a:pt x="88799" y="507519"/>
                  </a:lnTo>
                  <a:cubicBezTo>
                    <a:pt x="88799" y="496590"/>
                    <a:pt x="99728" y="487027"/>
                    <a:pt x="113389" y="487027"/>
                  </a:cubicBezTo>
                  <a:cubicBezTo>
                    <a:pt x="127051" y="487027"/>
                    <a:pt x="137980" y="495907"/>
                    <a:pt x="137980" y="507519"/>
                  </a:cubicBezTo>
                  <a:lnTo>
                    <a:pt x="137980" y="587438"/>
                  </a:lnTo>
                  <a:close/>
                  <a:moveTo>
                    <a:pt x="137980" y="312845"/>
                  </a:moveTo>
                  <a:lnTo>
                    <a:pt x="216533" y="282107"/>
                  </a:lnTo>
                  <a:lnTo>
                    <a:pt x="295085" y="312845"/>
                  </a:lnTo>
                  <a:lnTo>
                    <a:pt x="295085" y="427600"/>
                  </a:lnTo>
                  <a:lnTo>
                    <a:pt x="137297" y="427600"/>
                  </a:lnTo>
                  <a:lnTo>
                    <a:pt x="137297" y="312845"/>
                  </a:lnTo>
                  <a:close/>
                  <a:moveTo>
                    <a:pt x="258200" y="587438"/>
                  </a:moveTo>
                  <a:lnTo>
                    <a:pt x="175548" y="587438"/>
                  </a:lnTo>
                  <a:lnTo>
                    <a:pt x="175548" y="491809"/>
                  </a:lnTo>
                  <a:cubicBezTo>
                    <a:pt x="175548" y="473366"/>
                    <a:pt x="193991" y="457655"/>
                    <a:pt x="216533" y="457655"/>
                  </a:cubicBezTo>
                  <a:cubicBezTo>
                    <a:pt x="239074" y="457655"/>
                    <a:pt x="257517" y="472683"/>
                    <a:pt x="257517" y="491809"/>
                  </a:cubicBezTo>
                  <a:lnTo>
                    <a:pt x="257517" y="587438"/>
                  </a:lnTo>
                  <a:close/>
                  <a:moveTo>
                    <a:pt x="344949" y="587438"/>
                  </a:moveTo>
                  <a:lnTo>
                    <a:pt x="295768" y="587438"/>
                  </a:lnTo>
                  <a:lnTo>
                    <a:pt x="295768" y="507519"/>
                  </a:lnTo>
                  <a:cubicBezTo>
                    <a:pt x="295768" y="496590"/>
                    <a:pt x="306697" y="487027"/>
                    <a:pt x="320359" y="487027"/>
                  </a:cubicBezTo>
                  <a:cubicBezTo>
                    <a:pt x="334020" y="487027"/>
                    <a:pt x="344949" y="495907"/>
                    <a:pt x="344949" y="507519"/>
                  </a:cubicBezTo>
                  <a:lnTo>
                    <a:pt x="344949" y="587438"/>
                  </a:lnTo>
                  <a:close/>
                  <a:moveTo>
                    <a:pt x="382518" y="241806"/>
                  </a:moveTo>
                  <a:lnTo>
                    <a:pt x="333337" y="241806"/>
                  </a:lnTo>
                  <a:lnTo>
                    <a:pt x="333337" y="161887"/>
                  </a:lnTo>
                  <a:cubicBezTo>
                    <a:pt x="333337" y="150958"/>
                    <a:pt x="344266" y="141395"/>
                    <a:pt x="357928" y="141395"/>
                  </a:cubicBezTo>
                  <a:lnTo>
                    <a:pt x="357928" y="141395"/>
                  </a:lnTo>
                  <a:cubicBezTo>
                    <a:pt x="371589" y="141395"/>
                    <a:pt x="382518" y="150275"/>
                    <a:pt x="382518" y="161887"/>
                  </a:cubicBezTo>
                  <a:lnTo>
                    <a:pt x="382518" y="241806"/>
                  </a:lnTo>
                  <a:close/>
                </a:path>
              </a:pathLst>
            </a:custGeom>
            <a:solidFill>
              <a:srgbClr val="F57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7" name="Google Shape;5557;p46"/>
            <p:cNvSpPr/>
            <p:nvPr/>
          </p:nvSpPr>
          <p:spPr>
            <a:xfrm>
              <a:off x="1554381" y="4187515"/>
              <a:ext cx="451173" cy="486040"/>
            </a:xfrm>
            <a:custGeom>
              <a:rect b="b" l="l" r="r" t="t"/>
              <a:pathLst>
                <a:path extrusionOk="0" h="790309" w="733614">
                  <a:moveTo>
                    <a:pt x="732932" y="507519"/>
                  </a:moveTo>
                  <a:cubicBezTo>
                    <a:pt x="732932" y="497956"/>
                    <a:pt x="725418" y="489759"/>
                    <a:pt x="715855" y="489076"/>
                  </a:cubicBezTo>
                  <a:lnTo>
                    <a:pt x="715855" y="328555"/>
                  </a:lnTo>
                  <a:lnTo>
                    <a:pt x="721320" y="328555"/>
                  </a:lnTo>
                  <a:cubicBezTo>
                    <a:pt x="728150" y="328555"/>
                    <a:pt x="733615" y="323091"/>
                    <a:pt x="733615" y="316260"/>
                  </a:cubicBezTo>
                  <a:cubicBezTo>
                    <a:pt x="733615" y="309430"/>
                    <a:pt x="728150" y="303965"/>
                    <a:pt x="721320" y="303965"/>
                  </a:cubicBezTo>
                  <a:lnTo>
                    <a:pt x="533476" y="303965"/>
                  </a:lnTo>
                  <a:lnTo>
                    <a:pt x="533476" y="327873"/>
                  </a:lnTo>
                  <a:lnTo>
                    <a:pt x="493858" y="327873"/>
                  </a:lnTo>
                  <a:lnTo>
                    <a:pt x="493858" y="315577"/>
                  </a:lnTo>
                  <a:lnTo>
                    <a:pt x="495907" y="315577"/>
                  </a:lnTo>
                  <a:cubicBezTo>
                    <a:pt x="502055" y="315577"/>
                    <a:pt x="507519" y="310113"/>
                    <a:pt x="507519" y="303965"/>
                  </a:cubicBezTo>
                  <a:cubicBezTo>
                    <a:pt x="507519" y="297817"/>
                    <a:pt x="502055" y="292353"/>
                    <a:pt x="495907" y="292353"/>
                  </a:cubicBezTo>
                  <a:lnTo>
                    <a:pt x="493858" y="292353"/>
                  </a:lnTo>
                  <a:lnTo>
                    <a:pt x="493858" y="223363"/>
                  </a:lnTo>
                  <a:cubicBezTo>
                    <a:pt x="493858" y="217898"/>
                    <a:pt x="493175" y="213117"/>
                    <a:pt x="493175" y="207652"/>
                  </a:cubicBezTo>
                  <a:lnTo>
                    <a:pt x="495907" y="207652"/>
                  </a:lnTo>
                  <a:cubicBezTo>
                    <a:pt x="502055" y="207652"/>
                    <a:pt x="507519" y="202188"/>
                    <a:pt x="507519" y="196040"/>
                  </a:cubicBezTo>
                  <a:cubicBezTo>
                    <a:pt x="507519" y="189893"/>
                    <a:pt x="502055" y="184428"/>
                    <a:pt x="495907" y="184428"/>
                  </a:cubicBezTo>
                  <a:lnTo>
                    <a:pt x="487710" y="184428"/>
                  </a:lnTo>
                  <a:cubicBezTo>
                    <a:pt x="475415" y="145493"/>
                    <a:pt x="444677" y="114072"/>
                    <a:pt x="405059" y="101094"/>
                  </a:cubicBezTo>
                  <a:lnTo>
                    <a:pt x="405059" y="83334"/>
                  </a:lnTo>
                  <a:lnTo>
                    <a:pt x="405059" y="80602"/>
                  </a:lnTo>
                  <a:lnTo>
                    <a:pt x="405059" y="23224"/>
                  </a:lnTo>
                  <a:cubicBezTo>
                    <a:pt x="405059" y="17760"/>
                    <a:pt x="400961" y="13661"/>
                    <a:pt x="395496" y="13661"/>
                  </a:cubicBezTo>
                  <a:cubicBezTo>
                    <a:pt x="390032" y="13661"/>
                    <a:pt x="385933" y="17760"/>
                    <a:pt x="385933" y="23224"/>
                  </a:cubicBezTo>
                  <a:lnTo>
                    <a:pt x="385933" y="46449"/>
                  </a:lnTo>
                  <a:cubicBezTo>
                    <a:pt x="382518" y="44399"/>
                    <a:pt x="379103" y="43033"/>
                    <a:pt x="375687" y="42350"/>
                  </a:cubicBezTo>
                  <a:lnTo>
                    <a:pt x="375687" y="9563"/>
                  </a:lnTo>
                  <a:cubicBezTo>
                    <a:pt x="375687" y="4098"/>
                    <a:pt x="371589" y="0"/>
                    <a:pt x="366124" y="0"/>
                  </a:cubicBezTo>
                  <a:cubicBezTo>
                    <a:pt x="360660" y="0"/>
                    <a:pt x="356561" y="4098"/>
                    <a:pt x="356561" y="9563"/>
                  </a:cubicBezTo>
                  <a:lnTo>
                    <a:pt x="356561" y="42350"/>
                  </a:lnTo>
                  <a:cubicBezTo>
                    <a:pt x="353146" y="43033"/>
                    <a:pt x="349048" y="45082"/>
                    <a:pt x="346315" y="46449"/>
                  </a:cubicBezTo>
                  <a:lnTo>
                    <a:pt x="346315" y="23224"/>
                  </a:lnTo>
                  <a:cubicBezTo>
                    <a:pt x="346315" y="17760"/>
                    <a:pt x="342217" y="13661"/>
                    <a:pt x="336752" y="13661"/>
                  </a:cubicBezTo>
                  <a:cubicBezTo>
                    <a:pt x="331288" y="13661"/>
                    <a:pt x="327189" y="17760"/>
                    <a:pt x="327189" y="23224"/>
                  </a:cubicBezTo>
                  <a:lnTo>
                    <a:pt x="327189" y="80602"/>
                  </a:lnTo>
                  <a:lnTo>
                    <a:pt x="327189" y="83334"/>
                  </a:lnTo>
                  <a:lnTo>
                    <a:pt x="327189" y="101094"/>
                  </a:lnTo>
                  <a:cubicBezTo>
                    <a:pt x="288255" y="114072"/>
                    <a:pt x="257517" y="144810"/>
                    <a:pt x="244538" y="184428"/>
                  </a:cubicBezTo>
                  <a:lnTo>
                    <a:pt x="236341" y="184428"/>
                  </a:lnTo>
                  <a:cubicBezTo>
                    <a:pt x="230194" y="184428"/>
                    <a:pt x="224729" y="189893"/>
                    <a:pt x="224729" y="196040"/>
                  </a:cubicBezTo>
                  <a:cubicBezTo>
                    <a:pt x="224729" y="202188"/>
                    <a:pt x="230194" y="207652"/>
                    <a:pt x="236341" y="207652"/>
                  </a:cubicBezTo>
                  <a:lnTo>
                    <a:pt x="239074" y="207652"/>
                  </a:lnTo>
                  <a:cubicBezTo>
                    <a:pt x="238391" y="212434"/>
                    <a:pt x="238391" y="217898"/>
                    <a:pt x="238391" y="223363"/>
                  </a:cubicBezTo>
                  <a:lnTo>
                    <a:pt x="238391" y="292353"/>
                  </a:lnTo>
                  <a:lnTo>
                    <a:pt x="236341" y="292353"/>
                  </a:lnTo>
                  <a:cubicBezTo>
                    <a:pt x="230194" y="292353"/>
                    <a:pt x="224729" y="297817"/>
                    <a:pt x="224729" y="303965"/>
                  </a:cubicBezTo>
                  <a:cubicBezTo>
                    <a:pt x="224729" y="310113"/>
                    <a:pt x="230194" y="315577"/>
                    <a:pt x="236341" y="315577"/>
                  </a:cubicBezTo>
                  <a:lnTo>
                    <a:pt x="238391" y="315577"/>
                  </a:lnTo>
                  <a:lnTo>
                    <a:pt x="238391" y="327873"/>
                  </a:lnTo>
                  <a:lnTo>
                    <a:pt x="200139" y="327873"/>
                  </a:lnTo>
                  <a:lnTo>
                    <a:pt x="200139" y="303965"/>
                  </a:lnTo>
                  <a:lnTo>
                    <a:pt x="12295" y="303965"/>
                  </a:lnTo>
                  <a:cubicBezTo>
                    <a:pt x="5465" y="303965"/>
                    <a:pt x="0" y="309430"/>
                    <a:pt x="0" y="316260"/>
                  </a:cubicBezTo>
                  <a:cubicBezTo>
                    <a:pt x="0" y="323091"/>
                    <a:pt x="5465" y="328555"/>
                    <a:pt x="12295" y="328555"/>
                  </a:cubicBezTo>
                  <a:lnTo>
                    <a:pt x="16394" y="328555"/>
                  </a:lnTo>
                  <a:lnTo>
                    <a:pt x="16394" y="489076"/>
                  </a:lnTo>
                  <a:cubicBezTo>
                    <a:pt x="7514" y="490443"/>
                    <a:pt x="683" y="497956"/>
                    <a:pt x="683" y="507519"/>
                  </a:cubicBezTo>
                  <a:cubicBezTo>
                    <a:pt x="683" y="517082"/>
                    <a:pt x="7514" y="524596"/>
                    <a:pt x="16394" y="525962"/>
                  </a:cubicBezTo>
                  <a:lnTo>
                    <a:pt x="16394" y="547820"/>
                  </a:lnTo>
                  <a:cubicBezTo>
                    <a:pt x="7514" y="549186"/>
                    <a:pt x="683" y="556700"/>
                    <a:pt x="683" y="566263"/>
                  </a:cubicBezTo>
                  <a:cubicBezTo>
                    <a:pt x="683" y="575826"/>
                    <a:pt x="7514" y="583340"/>
                    <a:pt x="16394" y="584706"/>
                  </a:cubicBezTo>
                  <a:lnTo>
                    <a:pt x="16394" y="753424"/>
                  </a:lnTo>
                  <a:lnTo>
                    <a:pt x="683" y="753424"/>
                  </a:lnTo>
                  <a:lnTo>
                    <a:pt x="683" y="790309"/>
                  </a:lnTo>
                  <a:lnTo>
                    <a:pt x="16394" y="790309"/>
                  </a:lnTo>
                  <a:lnTo>
                    <a:pt x="715855" y="790309"/>
                  </a:lnTo>
                  <a:lnTo>
                    <a:pt x="732932" y="790309"/>
                  </a:lnTo>
                  <a:lnTo>
                    <a:pt x="732932" y="753424"/>
                  </a:lnTo>
                  <a:lnTo>
                    <a:pt x="715855" y="753424"/>
                  </a:lnTo>
                  <a:lnTo>
                    <a:pt x="715855" y="584706"/>
                  </a:lnTo>
                  <a:cubicBezTo>
                    <a:pt x="725418" y="584023"/>
                    <a:pt x="732932" y="575826"/>
                    <a:pt x="732932" y="566263"/>
                  </a:cubicBezTo>
                  <a:cubicBezTo>
                    <a:pt x="732932" y="556700"/>
                    <a:pt x="725418" y="548503"/>
                    <a:pt x="715855" y="547820"/>
                  </a:cubicBezTo>
                  <a:lnTo>
                    <a:pt x="715855" y="525962"/>
                  </a:lnTo>
                  <a:cubicBezTo>
                    <a:pt x="725418" y="525279"/>
                    <a:pt x="732932" y="517082"/>
                    <a:pt x="732932" y="507519"/>
                  </a:cubicBezTo>
                  <a:close/>
                  <a:moveTo>
                    <a:pt x="140029" y="467218"/>
                  </a:moveTo>
                  <a:lnTo>
                    <a:pt x="60110" y="467218"/>
                  </a:lnTo>
                  <a:lnTo>
                    <a:pt x="60110" y="349730"/>
                  </a:lnTo>
                  <a:lnTo>
                    <a:pt x="140712" y="349730"/>
                  </a:lnTo>
                  <a:lnTo>
                    <a:pt x="140712" y="467218"/>
                  </a:lnTo>
                  <a:close/>
                  <a:moveTo>
                    <a:pt x="259566" y="752740"/>
                  </a:moveTo>
                  <a:lnTo>
                    <a:pt x="180330" y="752740"/>
                  </a:lnTo>
                  <a:lnTo>
                    <a:pt x="180330" y="661210"/>
                  </a:lnTo>
                  <a:cubicBezTo>
                    <a:pt x="180330" y="639351"/>
                    <a:pt x="198090" y="621592"/>
                    <a:pt x="219948" y="621592"/>
                  </a:cubicBezTo>
                  <a:lnTo>
                    <a:pt x="219948" y="621592"/>
                  </a:lnTo>
                  <a:cubicBezTo>
                    <a:pt x="241806" y="621592"/>
                    <a:pt x="259566" y="639351"/>
                    <a:pt x="259566" y="661210"/>
                  </a:cubicBezTo>
                  <a:lnTo>
                    <a:pt x="259566" y="752740"/>
                  </a:lnTo>
                  <a:close/>
                  <a:moveTo>
                    <a:pt x="346315" y="232926"/>
                  </a:moveTo>
                  <a:cubicBezTo>
                    <a:pt x="346315" y="221997"/>
                    <a:pt x="355195" y="213800"/>
                    <a:pt x="365441" y="213800"/>
                  </a:cubicBezTo>
                  <a:lnTo>
                    <a:pt x="366124" y="213800"/>
                  </a:lnTo>
                  <a:cubicBezTo>
                    <a:pt x="377053" y="213800"/>
                    <a:pt x="385250" y="222680"/>
                    <a:pt x="385250" y="232926"/>
                  </a:cubicBezTo>
                  <a:lnTo>
                    <a:pt x="385250" y="278008"/>
                  </a:lnTo>
                  <a:lnTo>
                    <a:pt x="346315" y="278008"/>
                  </a:lnTo>
                  <a:lnTo>
                    <a:pt x="346315" y="232926"/>
                  </a:lnTo>
                  <a:close/>
                  <a:moveTo>
                    <a:pt x="275276" y="232926"/>
                  </a:moveTo>
                  <a:cubicBezTo>
                    <a:pt x="275276" y="221997"/>
                    <a:pt x="284156" y="213800"/>
                    <a:pt x="294402" y="213800"/>
                  </a:cubicBezTo>
                  <a:lnTo>
                    <a:pt x="295085" y="213800"/>
                  </a:lnTo>
                  <a:cubicBezTo>
                    <a:pt x="306014" y="213800"/>
                    <a:pt x="314211" y="222680"/>
                    <a:pt x="314211" y="232926"/>
                  </a:cubicBezTo>
                  <a:lnTo>
                    <a:pt x="314211" y="278008"/>
                  </a:lnTo>
                  <a:lnTo>
                    <a:pt x="275276" y="278008"/>
                  </a:lnTo>
                  <a:lnTo>
                    <a:pt x="275276" y="232926"/>
                  </a:lnTo>
                  <a:close/>
                  <a:moveTo>
                    <a:pt x="426234" y="752740"/>
                  </a:moveTo>
                  <a:lnTo>
                    <a:pt x="306014" y="752740"/>
                  </a:lnTo>
                  <a:lnTo>
                    <a:pt x="306014" y="612029"/>
                  </a:lnTo>
                  <a:cubicBezTo>
                    <a:pt x="306014" y="579241"/>
                    <a:pt x="332654" y="551919"/>
                    <a:pt x="366124" y="551919"/>
                  </a:cubicBezTo>
                  <a:lnTo>
                    <a:pt x="366124" y="551919"/>
                  </a:lnTo>
                  <a:cubicBezTo>
                    <a:pt x="398912" y="551919"/>
                    <a:pt x="426234" y="578558"/>
                    <a:pt x="426234" y="612029"/>
                  </a:cubicBezTo>
                  <a:lnTo>
                    <a:pt x="426234" y="752740"/>
                  </a:lnTo>
                  <a:close/>
                  <a:moveTo>
                    <a:pt x="457655" y="278008"/>
                  </a:moveTo>
                  <a:lnTo>
                    <a:pt x="418721" y="278008"/>
                  </a:lnTo>
                  <a:lnTo>
                    <a:pt x="418721" y="232926"/>
                  </a:lnTo>
                  <a:cubicBezTo>
                    <a:pt x="418721" y="221997"/>
                    <a:pt x="427600" y="213800"/>
                    <a:pt x="437846" y="213800"/>
                  </a:cubicBezTo>
                  <a:lnTo>
                    <a:pt x="438529" y="213800"/>
                  </a:lnTo>
                  <a:cubicBezTo>
                    <a:pt x="449459" y="213800"/>
                    <a:pt x="457655" y="222680"/>
                    <a:pt x="457655" y="232926"/>
                  </a:cubicBezTo>
                  <a:lnTo>
                    <a:pt x="457655" y="278008"/>
                  </a:lnTo>
                  <a:close/>
                  <a:moveTo>
                    <a:pt x="553285" y="752740"/>
                  </a:moveTo>
                  <a:lnTo>
                    <a:pt x="473366" y="752740"/>
                  </a:lnTo>
                  <a:lnTo>
                    <a:pt x="473366" y="661210"/>
                  </a:lnTo>
                  <a:cubicBezTo>
                    <a:pt x="473366" y="639351"/>
                    <a:pt x="491126" y="621592"/>
                    <a:pt x="512984" y="621592"/>
                  </a:cubicBezTo>
                  <a:cubicBezTo>
                    <a:pt x="534842" y="621592"/>
                    <a:pt x="552602" y="639351"/>
                    <a:pt x="552602" y="661210"/>
                  </a:cubicBezTo>
                  <a:lnTo>
                    <a:pt x="552602" y="752740"/>
                  </a:lnTo>
                  <a:close/>
                  <a:moveTo>
                    <a:pt x="673505" y="467218"/>
                  </a:moveTo>
                  <a:lnTo>
                    <a:pt x="592903" y="467218"/>
                  </a:lnTo>
                  <a:lnTo>
                    <a:pt x="592903" y="349730"/>
                  </a:lnTo>
                  <a:lnTo>
                    <a:pt x="673505" y="349730"/>
                  </a:lnTo>
                  <a:lnTo>
                    <a:pt x="673505" y="467218"/>
                  </a:lnTo>
                  <a:close/>
                </a:path>
              </a:pathLst>
            </a:custGeom>
            <a:solidFill>
              <a:srgbClr val="0074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8" name="Google Shape;5558;p46"/>
            <p:cNvSpPr/>
            <p:nvPr/>
          </p:nvSpPr>
          <p:spPr>
            <a:xfrm>
              <a:off x="2720417" y="4187515"/>
              <a:ext cx="384799" cy="482259"/>
            </a:xfrm>
            <a:custGeom>
              <a:rect b="b" l="l" r="r" t="t"/>
              <a:pathLst>
                <a:path extrusionOk="0" h="784161" w="625689">
                  <a:moveTo>
                    <a:pt x="592220" y="736347"/>
                  </a:moveTo>
                  <a:lnTo>
                    <a:pt x="592220" y="32787"/>
                  </a:lnTo>
                  <a:lnTo>
                    <a:pt x="592220" y="0"/>
                  </a:lnTo>
                  <a:lnTo>
                    <a:pt x="559432" y="0"/>
                  </a:lnTo>
                  <a:lnTo>
                    <a:pt x="559432" y="32787"/>
                  </a:lnTo>
                  <a:lnTo>
                    <a:pt x="525962" y="32787"/>
                  </a:lnTo>
                  <a:lnTo>
                    <a:pt x="525962" y="0"/>
                  </a:lnTo>
                  <a:lnTo>
                    <a:pt x="493175" y="0"/>
                  </a:lnTo>
                  <a:lnTo>
                    <a:pt x="493175" y="32787"/>
                  </a:lnTo>
                  <a:lnTo>
                    <a:pt x="459704" y="32787"/>
                  </a:lnTo>
                  <a:lnTo>
                    <a:pt x="459704" y="0"/>
                  </a:lnTo>
                  <a:lnTo>
                    <a:pt x="426917" y="0"/>
                  </a:lnTo>
                  <a:lnTo>
                    <a:pt x="426917" y="32787"/>
                  </a:lnTo>
                  <a:lnTo>
                    <a:pt x="426917" y="281424"/>
                  </a:lnTo>
                  <a:lnTo>
                    <a:pt x="394130" y="281424"/>
                  </a:lnTo>
                  <a:lnTo>
                    <a:pt x="394130" y="248636"/>
                  </a:lnTo>
                  <a:lnTo>
                    <a:pt x="361343" y="248636"/>
                  </a:lnTo>
                  <a:lnTo>
                    <a:pt x="361343" y="281424"/>
                  </a:lnTo>
                  <a:lnTo>
                    <a:pt x="328555" y="281424"/>
                  </a:lnTo>
                  <a:lnTo>
                    <a:pt x="328555" y="248636"/>
                  </a:lnTo>
                  <a:lnTo>
                    <a:pt x="295768" y="248636"/>
                  </a:lnTo>
                  <a:lnTo>
                    <a:pt x="295768" y="281424"/>
                  </a:lnTo>
                  <a:lnTo>
                    <a:pt x="261615" y="281424"/>
                  </a:lnTo>
                  <a:lnTo>
                    <a:pt x="261615" y="248636"/>
                  </a:lnTo>
                  <a:lnTo>
                    <a:pt x="228828" y="248636"/>
                  </a:lnTo>
                  <a:lnTo>
                    <a:pt x="228828" y="281424"/>
                  </a:lnTo>
                  <a:lnTo>
                    <a:pt x="196723" y="281424"/>
                  </a:lnTo>
                  <a:lnTo>
                    <a:pt x="196723" y="32787"/>
                  </a:lnTo>
                  <a:lnTo>
                    <a:pt x="196723" y="0"/>
                  </a:lnTo>
                  <a:lnTo>
                    <a:pt x="163936" y="0"/>
                  </a:lnTo>
                  <a:lnTo>
                    <a:pt x="163936" y="32787"/>
                  </a:lnTo>
                  <a:lnTo>
                    <a:pt x="130466" y="32787"/>
                  </a:lnTo>
                  <a:lnTo>
                    <a:pt x="130466" y="0"/>
                  </a:lnTo>
                  <a:lnTo>
                    <a:pt x="97679" y="0"/>
                  </a:lnTo>
                  <a:lnTo>
                    <a:pt x="97679" y="32787"/>
                  </a:lnTo>
                  <a:lnTo>
                    <a:pt x="63525" y="32787"/>
                  </a:lnTo>
                  <a:lnTo>
                    <a:pt x="63525" y="0"/>
                  </a:lnTo>
                  <a:lnTo>
                    <a:pt x="30738" y="0"/>
                  </a:lnTo>
                  <a:lnTo>
                    <a:pt x="30738" y="32787"/>
                  </a:lnTo>
                  <a:lnTo>
                    <a:pt x="30738" y="736347"/>
                  </a:lnTo>
                  <a:lnTo>
                    <a:pt x="0" y="736347"/>
                  </a:lnTo>
                  <a:lnTo>
                    <a:pt x="0" y="784162"/>
                  </a:lnTo>
                  <a:lnTo>
                    <a:pt x="625690" y="784162"/>
                  </a:lnTo>
                  <a:lnTo>
                    <a:pt x="625690" y="736347"/>
                  </a:lnTo>
                  <a:lnTo>
                    <a:pt x="592220" y="736347"/>
                  </a:lnTo>
                  <a:close/>
                  <a:moveTo>
                    <a:pt x="99728" y="497956"/>
                  </a:moveTo>
                  <a:lnTo>
                    <a:pt x="63525" y="497956"/>
                  </a:lnTo>
                  <a:lnTo>
                    <a:pt x="63525" y="344266"/>
                  </a:lnTo>
                  <a:cubicBezTo>
                    <a:pt x="63525" y="334020"/>
                    <a:pt x="71722" y="326506"/>
                    <a:pt x="81285" y="326506"/>
                  </a:cubicBezTo>
                  <a:cubicBezTo>
                    <a:pt x="91531" y="326506"/>
                    <a:pt x="99045" y="334703"/>
                    <a:pt x="99045" y="344266"/>
                  </a:cubicBezTo>
                  <a:lnTo>
                    <a:pt x="99045" y="497956"/>
                  </a:lnTo>
                  <a:close/>
                  <a:moveTo>
                    <a:pt x="163253" y="497956"/>
                  </a:moveTo>
                  <a:lnTo>
                    <a:pt x="127050" y="497956"/>
                  </a:lnTo>
                  <a:lnTo>
                    <a:pt x="127050" y="344266"/>
                  </a:lnTo>
                  <a:cubicBezTo>
                    <a:pt x="127050" y="334020"/>
                    <a:pt x="135247" y="326506"/>
                    <a:pt x="144810" y="326506"/>
                  </a:cubicBezTo>
                  <a:cubicBezTo>
                    <a:pt x="155056" y="326506"/>
                    <a:pt x="162570" y="334703"/>
                    <a:pt x="162570" y="344266"/>
                  </a:cubicBezTo>
                  <a:lnTo>
                    <a:pt x="162570" y="497956"/>
                  </a:lnTo>
                  <a:close/>
                  <a:moveTo>
                    <a:pt x="163253" y="230877"/>
                  </a:moveTo>
                  <a:lnTo>
                    <a:pt x="63525" y="230877"/>
                  </a:lnTo>
                  <a:lnTo>
                    <a:pt x="63525" y="125684"/>
                  </a:lnTo>
                  <a:cubicBezTo>
                    <a:pt x="63525" y="98362"/>
                    <a:pt x="86066" y="75820"/>
                    <a:pt x="113389" y="75820"/>
                  </a:cubicBezTo>
                  <a:lnTo>
                    <a:pt x="113389" y="75820"/>
                  </a:lnTo>
                  <a:cubicBezTo>
                    <a:pt x="140712" y="75820"/>
                    <a:pt x="163253" y="98362"/>
                    <a:pt x="163253" y="125684"/>
                  </a:cubicBezTo>
                  <a:lnTo>
                    <a:pt x="163253" y="230877"/>
                  </a:lnTo>
                  <a:close/>
                  <a:moveTo>
                    <a:pt x="397545" y="736347"/>
                  </a:moveTo>
                  <a:lnTo>
                    <a:pt x="225412" y="736347"/>
                  </a:lnTo>
                  <a:lnTo>
                    <a:pt x="225412" y="625690"/>
                  </a:lnTo>
                  <a:cubicBezTo>
                    <a:pt x="225412" y="577875"/>
                    <a:pt x="263664" y="539624"/>
                    <a:pt x="311479" y="539624"/>
                  </a:cubicBezTo>
                  <a:lnTo>
                    <a:pt x="311479" y="539624"/>
                  </a:lnTo>
                  <a:cubicBezTo>
                    <a:pt x="359293" y="539624"/>
                    <a:pt x="397545" y="577875"/>
                    <a:pt x="397545" y="625690"/>
                  </a:cubicBezTo>
                  <a:lnTo>
                    <a:pt x="397545" y="736347"/>
                  </a:lnTo>
                  <a:close/>
                  <a:moveTo>
                    <a:pt x="311479" y="497956"/>
                  </a:moveTo>
                  <a:cubicBezTo>
                    <a:pt x="263664" y="497956"/>
                    <a:pt x="225412" y="459705"/>
                    <a:pt x="225412" y="411890"/>
                  </a:cubicBezTo>
                  <a:cubicBezTo>
                    <a:pt x="225412" y="364075"/>
                    <a:pt x="263664" y="325823"/>
                    <a:pt x="311479" y="325823"/>
                  </a:cubicBezTo>
                  <a:cubicBezTo>
                    <a:pt x="359293" y="325823"/>
                    <a:pt x="397545" y="364075"/>
                    <a:pt x="397545" y="411890"/>
                  </a:cubicBezTo>
                  <a:cubicBezTo>
                    <a:pt x="397545" y="459705"/>
                    <a:pt x="359293" y="497956"/>
                    <a:pt x="311479" y="497956"/>
                  </a:cubicBezTo>
                  <a:close/>
                  <a:moveTo>
                    <a:pt x="495907" y="497956"/>
                  </a:moveTo>
                  <a:lnTo>
                    <a:pt x="459704" y="497956"/>
                  </a:lnTo>
                  <a:lnTo>
                    <a:pt x="459704" y="344266"/>
                  </a:lnTo>
                  <a:cubicBezTo>
                    <a:pt x="459704" y="334020"/>
                    <a:pt x="467901" y="326506"/>
                    <a:pt x="477464" y="326506"/>
                  </a:cubicBezTo>
                  <a:lnTo>
                    <a:pt x="477464" y="326506"/>
                  </a:lnTo>
                  <a:cubicBezTo>
                    <a:pt x="487710" y="326506"/>
                    <a:pt x="495224" y="334703"/>
                    <a:pt x="495224" y="344266"/>
                  </a:cubicBezTo>
                  <a:lnTo>
                    <a:pt x="495224" y="497956"/>
                  </a:lnTo>
                  <a:close/>
                  <a:moveTo>
                    <a:pt x="559432" y="497956"/>
                  </a:moveTo>
                  <a:lnTo>
                    <a:pt x="523230" y="497956"/>
                  </a:lnTo>
                  <a:lnTo>
                    <a:pt x="523230" y="344266"/>
                  </a:lnTo>
                  <a:cubicBezTo>
                    <a:pt x="523230" y="334020"/>
                    <a:pt x="531427" y="326506"/>
                    <a:pt x="540990" y="326506"/>
                  </a:cubicBezTo>
                  <a:cubicBezTo>
                    <a:pt x="551236" y="326506"/>
                    <a:pt x="558749" y="334703"/>
                    <a:pt x="558749" y="344266"/>
                  </a:cubicBezTo>
                  <a:lnTo>
                    <a:pt x="558749" y="497956"/>
                  </a:lnTo>
                  <a:close/>
                  <a:moveTo>
                    <a:pt x="559432" y="230877"/>
                  </a:moveTo>
                  <a:lnTo>
                    <a:pt x="459704" y="230877"/>
                  </a:lnTo>
                  <a:lnTo>
                    <a:pt x="459704" y="125684"/>
                  </a:lnTo>
                  <a:cubicBezTo>
                    <a:pt x="459704" y="98362"/>
                    <a:pt x="482246" y="75820"/>
                    <a:pt x="509568" y="75820"/>
                  </a:cubicBezTo>
                  <a:lnTo>
                    <a:pt x="509568" y="75820"/>
                  </a:lnTo>
                  <a:cubicBezTo>
                    <a:pt x="536891" y="75820"/>
                    <a:pt x="559432" y="98362"/>
                    <a:pt x="559432" y="125684"/>
                  </a:cubicBezTo>
                  <a:lnTo>
                    <a:pt x="559432" y="230877"/>
                  </a:lnTo>
                  <a:close/>
                </a:path>
              </a:pathLst>
            </a:custGeom>
            <a:solidFill>
              <a:srgbClr val="CF3B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9" name="Google Shape;5559;p46"/>
          <p:cNvGrpSpPr/>
          <p:nvPr/>
        </p:nvGrpSpPr>
        <p:grpSpPr>
          <a:xfrm>
            <a:off x="6681450" y="2974013"/>
            <a:ext cx="1031178" cy="1370599"/>
            <a:chOff x="6924475" y="3009376"/>
            <a:chExt cx="1031178" cy="1370599"/>
          </a:xfrm>
        </p:grpSpPr>
        <p:sp>
          <p:nvSpPr>
            <p:cNvPr id="5560" name="Google Shape;5560;p46"/>
            <p:cNvSpPr/>
            <p:nvPr/>
          </p:nvSpPr>
          <p:spPr>
            <a:xfrm>
              <a:off x="6924475" y="3009376"/>
              <a:ext cx="1031178" cy="1299864"/>
            </a:xfrm>
            <a:custGeom>
              <a:rect b="b" l="l" r="r" t="t"/>
              <a:pathLst>
                <a:path extrusionOk="0" h="289502" w="229661">
                  <a:moveTo>
                    <a:pt x="163330" y="53161"/>
                  </a:moveTo>
                  <a:lnTo>
                    <a:pt x="145570" y="63407"/>
                  </a:lnTo>
                  <a:lnTo>
                    <a:pt x="146253" y="61357"/>
                  </a:lnTo>
                  <a:lnTo>
                    <a:pt x="134641" y="59991"/>
                  </a:lnTo>
                  <a:lnTo>
                    <a:pt x="149669" y="54527"/>
                  </a:lnTo>
                  <a:lnTo>
                    <a:pt x="157866" y="38133"/>
                  </a:lnTo>
                  <a:lnTo>
                    <a:pt x="143521" y="36084"/>
                  </a:lnTo>
                  <a:lnTo>
                    <a:pt x="162647" y="29253"/>
                  </a:lnTo>
                  <a:lnTo>
                    <a:pt x="174259" y="6029"/>
                  </a:lnTo>
                  <a:cubicBezTo>
                    <a:pt x="159232" y="-1485"/>
                    <a:pt x="138740" y="8761"/>
                    <a:pt x="128494" y="28570"/>
                  </a:cubicBezTo>
                  <a:lnTo>
                    <a:pt x="116882" y="51795"/>
                  </a:lnTo>
                  <a:lnTo>
                    <a:pt x="110051" y="30619"/>
                  </a:lnTo>
                  <a:cubicBezTo>
                    <a:pt x="103220" y="8761"/>
                    <a:pt x="84094" y="-4217"/>
                    <a:pt x="68383" y="1247"/>
                  </a:cubicBezTo>
                  <a:lnTo>
                    <a:pt x="76581" y="26521"/>
                  </a:lnTo>
                  <a:lnTo>
                    <a:pt x="94340" y="36767"/>
                  </a:lnTo>
                  <a:lnTo>
                    <a:pt x="79313" y="36767"/>
                  </a:lnTo>
                  <a:lnTo>
                    <a:pt x="84777" y="54527"/>
                  </a:lnTo>
                  <a:lnTo>
                    <a:pt x="98438" y="62041"/>
                  </a:lnTo>
                  <a:lnTo>
                    <a:pt x="86827" y="62041"/>
                  </a:lnTo>
                  <a:lnTo>
                    <a:pt x="88192" y="66822"/>
                  </a:lnTo>
                  <a:lnTo>
                    <a:pt x="61553" y="46330"/>
                  </a:lnTo>
                  <a:cubicBezTo>
                    <a:pt x="43793" y="32669"/>
                    <a:pt x="20569" y="32669"/>
                    <a:pt x="10323" y="46330"/>
                  </a:cubicBezTo>
                  <a:lnTo>
                    <a:pt x="31498" y="62041"/>
                  </a:lnTo>
                  <a:lnTo>
                    <a:pt x="51990" y="59991"/>
                  </a:lnTo>
                  <a:lnTo>
                    <a:pt x="39695" y="68188"/>
                  </a:lnTo>
                  <a:lnTo>
                    <a:pt x="54039" y="79117"/>
                  </a:lnTo>
                  <a:lnTo>
                    <a:pt x="69750" y="77751"/>
                  </a:lnTo>
                  <a:lnTo>
                    <a:pt x="60187" y="83899"/>
                  </a:lnTo>
                  <a:lnTo>
                    <a:pt x="71799" y="92779"/>
                  </a:lnTo>
                  <a:lnTo>
                    <a:pt x="38329" y="95511"/>
                  </a:lnTo>
                  <a:cubicBezTo>
                    <a:pt x="15787" y="97560"/>
                    <a:pt x="-1289" y="112588"/>
                    <a:pt x="77" y="129664"/>
                  </a:cubicBezTo>
                  <a:lnTo>
                    <a:pt x="26716" y="127615"/>
                  </a:lnTo>
                  <a:lnTo>
                    <a:pt x="40378" y="112588"/>
                  </a:lnTo>
                  <a:lnTo>
                    <a:pt x="36962" y="126932"/>
                  </a:lnTo>
                  <a:lnTo>
                    <a:pt x="55406" y="125566"/>
                  </a:lnTo>
                  <a:lnTo>
                    <a:pt x="66335" y="113954"/>
                  </a:lnTo>
                  <a:lnTo>
                    <a:pt x="63602" y="124883"/>
                  </a:lnTo>
                  <a:lnTo>
                    <a:pt x="93657" y="122834"/>
                  </a:lnTo>
                  <a:lnTo>
                    <a:pt x="101171" y="114637"/>
                  </a:lnTo>
                  <a:lnTo>
                    <a:pt x="101854" y="115320"/>
                  </a:lnTo>
                  <a:lnTo>
                    <a:pt x="99805" y="122150"/>
                  </a:lnTo>
                  <a:lnTo>
                    <a:pt x="105952" y="121467"/>
                  </a:lnTo>
                  <a:lnTo>
                    <a:pt x="105952" y="122150"/>
                  </a:lnTo>
                  <a:lnTo>
                    <a:pt x="108002" y="122150"/>
                  </a:lnTo>
                  <a:lnTo>
                    <a:pt x="109367" y="289502"/>
                  </a:lnTo>
                  <a:lnTo>
                    <a:pt x="123029" y="289502"/>
                  </a:lnTo>
                  <a:lnTo>
                    <a:pt x="121663" y="122834"/>
                  </a:lnTo>
                  <a:lnTo>
                    <a:pt x="129859" y="123517"/>
                  </a:lnTo>
                  <a:lnTo>
                    <a:pt x="127811" y="114637"/>
                  </a:lnTo>
                  <a:lnTo>
                    <a:pt x="136007" y="123517"/>
                  </a:lnTo>
                  <a:lnTo>
                    <a:pt x="166062" y="125566"/>
                  </a:lnTo>
                  <a:lnTo>
                    <a:pt x="163330" y="114637"/>
                  </a:lnTo>
                  <a:lnTo>
                    <a:pt x="174259" y="126249"/>
                  </a:lnTo>
                  <a:lnTo>
                    <a:pt x="192702" y="127615"/>
                  </a:lnTo>
                  <a:lnTo>
                    <a:pt x="188604" y="113271"/>
                  </a:lnTo>
                  <a:lnTo>
                    <a:pt x="202948" y="128298"/>
                  </a:lnTo>
                  <a:lnTo>
                    <a:pt x="229588" y="130347"/>
                  </a:lnTo>
                  <a:cubicBezTo>
                    <a:pt x="230954" y="113271"/>
                    <a:pt x="213194" y="98243"/>
                    <a:pt x="190653" y="96877"/>
                  </a:cubicBezTo>
                  <a:lnTo>
                    <a:pt x="157182" y="94828"/>
                  </a:lnTo>
                  <a:lnTo>
                    <a:pt x="161281" y="92095"/>
                  </a:lnTo>
                  <a:lnTo>
                    <a:pt x="152401" y="84582"/>
                  </a:lnTo>
                  <a:lnTo>
                    <a:pt x="168112" y="87997"/>
                  </a:lnTo>
                  <a:lnTo>
                    <a:pt x="183822" y="78434"/>
                  </a:lnTo>
                  <a:lnTo>
                    <a:pt x="172210" y="68871"/>
                  </a:lnTo>
                  <a:lnTo>
                    <a:pt x="192019" y="72969"/>
                  </a:lnTo>
                  <a:lnTo>
                    <a:pt x="214560" y="59308"/>
                  </a:lnTo>
                  <a:cubicBezTo>
                    <a:pt x="205681" y="43598"/>
                    <a:pt x="183139" y="40865"/>
                    <a:pt x="163330" y="531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1" name="Google Shape;5561;p46"/>
            <p:cNvSpPr/>
            <p:nvPr/>
          </p:nvSpPr>
          <p:spPr>
            <a:xfrm>
              <a:off x="6974207" y="3848866"/>
              <a:ext cx="393175" cy="495988"/>
            </a:xfrm>
            <a:custGeom>
              <a:rect b="b" l="l" r="r" t="t"/>
              <a:pathLst>
                <a:path extrusionOk="0" h="237884" w="188573">
                  <a:moveTo>
                    <a:pt x="135954" y="43894"/>
                  </a:moveTo>
                  <a:lnTo>
                    <a:pt x="121610" y="52774"/>
                  </a:lnTo>
                  <a:lnTo>
                    <a:pt x="122293" y="51407"/>
                  </a:lnTo>
                  <a:lnTo>
                    <a:pt x="112730" y="50041"/>
                  </a:lnTo>
                  <a:lnTo>
                    <a:pt x="125025" y="45260"/>
                  </a:lnTo>
                  <a:lnTo>
                    <a:pt x="131856" y="31598"/>
                  </a:lnTo>
                  <a:lnTo>
                    <a:pt x="119560" y="30232"/>
                  </a:lnTo>
                  <a:lnTo>
                    <a:pt x="135271" y="24085"/>
                  </a:lnTo>
                  <a:lnTo>
                    <a:pt x="144833" y="4276"/>
                  </a:lnTo>
                  <a:cubicBezTo>
                    <a:pt x="132539" y="-1872"/>
                    <a:pt x="115462" y="6325"/>
                    <a:pt x="106582" y="23402"/>
                  </a:cubicBezTo>
                  <a:lnTo>
                    <a:pt x="97019" y="42528"/>
                  </a:lnTo>
                  <a:lnTo>
                    <a:pt x="91555" y="25451"/>
                  </a:lnTo>
                  <a:cubicBezTo>
                    <a:pt x="86090" y="7691"/>
                    <a:pt x="70380" y="-3238"/>
                    <a:pt x="56718" y="860"/>
                  </a:cubicBezTo>
                  <a:lnTo>
                    <a:pt x="63549" y="21352"/>
                  </a:lnTo>
                  <a:lnTo>
                    <a:pt x="78576" y="29549"/>
                  </a:lnTo>
                  <a:lnTo>
                    <a:pt x="66281" y="29549"/>
                  </a:lnTo>
                  <a:lnTo>
                    <a:pt x="71063" y="43894"/>
                  </a:lnTo>
                  <a:lnTo>
                    <a:pt x="82674" y="50041"/>
                  </a:lnTo>
                  <a:lnTo>
                    <a:pt x="73111" y="50041"/>
                  </a:lnTo>
                  <a:lnTo>
                    <a:pt x="74478" y="54140"/>
                  </a:lnTo>
                  <a:lnTo>
                    <a:pt x="51936" y="37063"/>
                  </a:lnTo>
                  <a:cubicBezTo>
                    <a:pt x="36909" y="25451"/>
                    <a:pt x="17783" y="25451"/>
                    <a:pt x="9587" y="37063"/>
                  </a:cubicBezTo>
                  <a:lnTo>
                    <a:pt x="26663" y="50041"/>
                  </a:lnTo>
                  <a:lnTo>
                    <a:pt x="43740" y="48675"/>
                  </a:lnTo>
                  <a:lnTo>
                    <a:pt x="33494" y="55506"/>
                  </a:lnTo>
                  <a:lnTo>
                    <a:pt x="45789" y="64386"/>
                  </a:lnTo>
                  <a:lnTo>
                    <a:pt x="58767" y="63020"/>
                  </a:lnTo>
                  <a:lnTo>
                    <a:pt x="50571" y="68484"/>
                  </a:lnTo>
                  <a:lnTo>
                    <a:pt x="60134" y="75998"/>
                  </a:lnTo>
                  <a:lnTo>
                    <a:pt x="32127" y="78047"/>
                  </a:lnTo>
                  <a:cubicBezTo>
                    <a:pt x="13685" y="79413"/>
                    <a:pt x="-659" y="92391"/>
                    <a:pt x="23" y="106053"/>
                  </a:cubicBezTo>
                  <a:lnTo>
                    <a:pt x="21881" y="104004"/>
                  </a:lnTo>
                  <a:lnTo>
                    <a:pt x="33494" y="91708"/>
                  </a:lnTo>
                  <a:lnTo>
                    <a:pt x="30079" y="103321"/>
                  </a:lnTo>
                  <a:lnTo>
                    <a:pt x="45106" y="101955"/>
                  </a:lnTo>
                  <a:lnTo>
                    <a:pt x="53986" y="92391"/>
                  </a:lnTo>
                  <a:lnTo>
                    <a:pt x="51936" y="101271"/>
                  </a:lnTo>
                  <a:lnTo>
                    <a:pt x="76527" y="99222"/>
                  </a:lnTo>
                  <a:lnTo>
                    <a:pt x="82674" y="92391"/>
                  </a:lnTo>
                  <a:lnTo>
                    <a:pt x="83357" y="93075"/>
                  </a:lnTo>
                  <a:lnTo>
                    <a:pt x="81992" y="99222"/>
                  </a:lnTo>
                  <a:lnTo>
                    <a:pt x="87456" y="98539"/>
                  </a:lnTo>
                  <a:lnTo>
                    <a:pt x="87456" y="99222"/>
                  </a:lnTo>
                  <a:lnTo>
                    <a:pt x="89505" y="99222"/>
                  </a:lnTo>
                  <a:lnTo>
                    <a:pt x="90872" y="237885"/>
                  </a:lnTo>
                  <a:lnTo>
                    <a:pt x="102484" y="237885"/>
                  </a:lnTo>
                  <a:lnTo>
                    <a:pt x="101118" y="100588"/>
                  </a:lnTo>
                  <a:lnTo>
                    <a:pt x="107948" y="101271"/>
                  </a:lnTo>
                  <a:lnTo>
                    <a:pt x="105899" y="93758"/>
                  </a:lnTo>
                  <a:lnTo>
                    <a:pt x="112730" y="101271"/>
                  </a:lnTo>
                  <a:lnTo>
                    <a:pt x="137320" y="102637"/>
                  </a:lnTo>
                  <a:lnTo>
                    <a:pt x="134587" y="93758"/>
                  </a:lnTo>
                  <a:lnTo>
                    <a:pt x="143468" y="103321"/>
                  </a:lnTo>
                  <a:lnTo>
                    <a:pt x="158495" y="104004"/>
                  </a:lnTo>
                  <a:lnTo>
                    <a:pt x="155079" y="92391"/>
                  </a:lnTo>
                  <a:lnTo>
                    <a:pt x="166692" y="104687"/>
                  </a:lnTo>
                  <a:lnTo>
                    <a:pt x="188550" y="106053"/>
                  </a:lnTo>
                  <a:cubicBezTo>
                    <a:pt x="189233" y="91708"/>
                    <a:pt x="174889" y="79413"/>
                    <a:pt x="156446" y="78047"/>
                  </a:cubicBezTo>
                  <a:lnTo>
                    <a:pt x="128440" y="75998"/>
                  </a:lnTo>
                  <a:lnTo>
                    <a:pt x="131856" y="73949"/>
                  </a:lnTo>
                  <a:lnTo>
                    <a:pt x="124341" y="67801"/>
                  </a:lnTo>
                  <a:lnTo>
                    <a:pt x="137320" y="70533"/>
                  </a:lnTo>
                  <a:lnTo>
                    <a:pt x="150298" y="63020"/>
                  </a:lnTo>
                  <a:lnTo>
                    <a:pt x="140735" y="55506"/>
                  </a:lnTo>
                  <a:lnTo>
                    <a:pt x="157129" y="58921"/>
                  </a:lnTo>
                  <a:lnTo>
                    <a:pt x="175571" y="47309"/>
                  </a:lnTo>
                  <a:cubicBezTo>
                    <a:pt x="170790" y="36380"/>
                    <a:pt x="151664" y="34331"/>
                    <a:pt x="135954" y="43894"/>
                  </a:cubicBezTo>
                  <a:close/>
                </a:path>
              </a:pathLst>
            </a:custGeom>
            <a:solidFill>
              <a:srgbClr val="428E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2" name="Google Shape;5562;p46"/>
            <p:cNvSpPr/>
            <p:nvPr/>
          </p:nvSpPr>
          <p:spPr>
            <a:xfrm>
              <a:off x="7509774" y="3883987"/>
              <a:ext cx="393175" cy="495988"/>
            </a:xfrm>
            <a:custGeom>
              <a:rect b="b" l="l" r="r" t="t"/>
              <a:pathLst>
                <a:path extrusionOk="0" h="237884" w="188573">
                  <a:moveTo>
                    <a:pt x="135954" y="43894"/>
                  </a:moveTo>
                  <a:lnTo>
                    <a:pt x="121610" y="52774"/>
                  </a:lnTo>
                  <a:lnTo>
                    <a:pt x="122293" y="51407"/>
                  </a:lnTo>
                  <a:lnTo>
                    <a:pt x="112730" y="50041"/>
                  </a:lnTo>
                  <a:lnTo>
                    <a:pt x="125025" y="45260"/>
                  </a:lnTo>
                  <a:lnTo>
                    <a:pt x="131856" y="31598"/>
                  </a:lnTo>
                  <a:lnTo>
                    <a:pt x="119560" y="30232"/>
                  </a:lnTo>
                  <a:lnTo>
                    <a:pt x="135271" y="24085"/>
                  </a:lnTo>
                  <a:lnTo>
                    <a:pt x="144833" y="4276"/>
                  </a:lnTo>
                  <a:cubicBezTo>
                    <a:pt x="132539" y="-1872"/>
                    <a:pt x="115462" y="6325"/>
                    <a:pt x="106582" y="23402"/>
                  </a:cubicBezTo>
                  <a:lnTo>
                    <a:pt x="97019" y="42528"/>
                  </a:lnTo>
                  <a:lnTo>
                    <a:pt x="91555" y="25451"/>
                  </a:lnTo>
                  <a:cubicBezTo>
                    <a:pt x="86090" y="7691"/>
                    <a:pt x="70380" y="-3238"/>
                    <a:pt x="56718" y="860"/>
                  </a:cubicBezTo>
                  <a:lnTo>
                    <a:pt x="63549" y="21352"/>
                  </a:lnTo>
                  <a:lnTo>
                    <a:pt x="78576" y="29549"/>
                  </a:lnTo>
                  <a:lnTo>
                    <a:pt x="66281" y="29549"/>
                  </a:lnTo>
                  <a:lnTo>
                    <a:pt x="71063" y="43894"/>
                  </a:lnTo>
                  <a:lnTo>
                    <a:pt x="82674" y="50041"/>
                  </a:lnTo>
                  <a:lnTo>
                    <a:pt x="73111" y="50041"/>
                  </a:lnTo>
                  <a:lnTo>
                    <a:pt x="74478" y="54140"/>
                  </a:lnTo>
                  <a:lnTo>
                    <a:pt x="51936" y="37063"/>
                  </a:lnTo>
                  <a:cubicBezTo>
                    <a:pt x="36909" y="25451"/>
                    <a:pt x="17783" y="25451"/>
                    <a:pt x="9587" y="37063"/>
                  </a:cubicBezTo>
                  <a:lnTo>
                    <a:pt x="26663" y="50041"/>
                  </a:lnTo>
                  <a:lnTo>
                    <a:pt x="43740" y="48675"/>
                  </a:lnTo>
                  <a:lnTo>
                    <a:pt x="33494" y="55506"/>
                  </a:lnTo>
                  <a:lnTo>
                    <a:pt x="45789" y="64386"/>
                  </a:lnTo>
                  <a:lnTo>
                    <a:pt x="58767" y="63020"/>
                  </a:lnTo>
                  <a:lnTo>
                    <a:pt x="50571" y="68484"/>
                  </a:lnTo>
                  <a:lnTo>
                    <a:pt x="60134" y="75998"/>
                  </a:lnTo>
                  <a:lnTo>
                    <a:pt x="32127" y="78047"/>
                  </a:lnTo>
                  <a:cubicBezTo>
                    <a:pt x="13685" y="79413"/>
                    <a:pt x="-659" y="92391"/>
                    <a:pt x="23" y="106053"/>
                  </a:cubicBezTo>
                  <a:lnTo>
                    <a:pt x="21881" y="104004"/>
                  </a:lnTo>
                  <a:lnTo>
                    <a:pt x="33494" y="91708"/>
                  </a:lnTo>
                  <a:lnTo>
                    <a:pt x="30079" y="103321"/>
                  </a:lnTo>
                  <a:lnTo>
                    <a:pt x="45106" y="101955"/>
                  </a:lnTo>
                  <a:lnTo>
                    <a:pt x="53986" y="92391"/>
                  </a:lnTo>
                  <a:lnTo>
                    <a:pt x="51936" y="101271"/>
                  </a:lnTo>
                  <a:lnTo>
                    <a:pt x="76527" y="99222"/>
                  </a:lnTo>
                  <a:lnTo>
                    <a:pt x="82674" y="92391"/>
                  </a:lnTo>
                  <a:lnTo>
                    <a:pt x="83357" y="93075"/>
                  </a:lnTo>
                  <a:lnTo>
                    <a:pt x="81992" y="99222"/>
                  </a:lnTo>
                  <a:lnTo>
                    <a:pt x="87456" y="98539"/>
                  </a:lnTo>
                  <a:lnTo>
                    <a:pt x="87456" y="99222"/>
                  </a:lnTo>
                  <a:lnTo>
                    <a:pt x="89505" y="99222"/>
                  </a:lnTo>
                  <a:lnTo>
                    <a:pt x="90872" y="237885"/>
                  </a:lnTo>
                  <a:lnTo>
                    <a:pt x="102484" y="237885"/>
                  </a:lnTo>
                  <a:lnTo>
                    <a:pt x="101118" y="100588"/>
                  </a:lnTo>
                  <a:lnTo>
                    <a:pt x="107948" y="101271"/>
                  </a:lnTo>
                  <a:lnTo>
                    <a:pt x="105899" y="93758"/>
                  </a:lnTo>
                  <a:lnTo>
                    <a:pt x="112730" y="101271"/>
                  </a:lnTo>
                  <a:lnTo>
                    <a:pt x="137320" y="102637"/>
                  </a:lnTo>
                  <a:lnTo>
                    <a:pt x="134587" y="93758"/>
                  </a:lnTo>
                  <a:lnTo>
                    <a:pt x="143468" y="103321"/>
                  </a:lnTo>
                  <a:lnTo>
                    <a:pt x="158495" y="104004"/>
                  </a:lnTo>
                  <a:lnTo>
                    <a:pt x="155079" y="92391"/>
                  </a:lnTo>
                  <a:lnTo>
                    <a:pt x="166692" y="104687"/>
                  </a:lnTo>
                  <a:lnTo>
                    <a:pt x="188550" y="106053"/>
                  </a:lnTo>
                  <a:cubicBezTo>
                    <a:pt x="189233" y="91708"/>
                    <a:pt x="174889" y="79413"/>
                    <a:pt x="156446" y="78047"/>
                  </a:cubicBezTo>
                  <a:lnTo>
                    <a:pt x="128440" y="75998"/>
                  </a:lnTo>
                  <a:lnTo>
                    <a:pt x="131856" y="73949"/>
                  </a:lnTo>
                  <a:lnTo>
                    <a:pt x="124341" y="67801"/>
                  </a:lnTo>
                  <a:lnTo>
                    <a:pt x="137320" y="70533"/>
                  </a:lnTo>
                  <a:lnTo>
                    <a:pt x="150298" y="63020"/>
                  </a:lnTo>
                  <a:lnTo>
                    <a:pt x="140735" y="55506"/>
                  </a:lnTo>
                  <a:lnTo>
                    <a:pt x="157129" y="58921"/>
                  </a:lnTo>
                  <a:lnTo>
                    <a:pt x="175571" y="47309"/>
                  </a:lnTo>
                  <a:cubicBezTo>
                    <a:pt x="170790" y="36380"/>
                    <a:pt x="151664" y="34331"/>
                    <a:pt x="135954" y="43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3" name="Google Shape;5563;p46"/>
          <p:cNvSpPr/>
          <p:nvPr/>
        </p:nvSpPr>
        <p:spPr>
          <a:xfrm>
            <a:off x="6924475" y="2407000"/>
            <a:ext cx="1556700" cy="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46"/>
          <p:cNvSpPr/>
          <p:nvPr/>
        </p:nvSpPr>
        <p:spPr>
          <a:xfrm>
            <a:off x="6716600" y="2055825"/>
            <a:ext cx="1556700" cy="4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5" name="Google Shape;5565;p46"/>
          <p:cNvSpPr/>
          <p:nvPr/>
        </p:nvSpPr>
        <p:spPr>
          <a:xfrm>
            <a:off x="6874103" y="1806934"/>
            <a:ext cx="938364" cy="281820"/>
          </a:xfrm>
          <a:custGeom>
            <a:rect b="b" l="l" r="r" t="t"/>
            <a:pathLst>
              <a:path extrusionOk="0" h="644160" w="2144832">
                <a:moveTo>
                  <a:pt x="2144833" y="349758"/>
                </a:moveTo>
                <a:cubicBezTo>
                  <a:pt x="2144833" y="289649"/>
                  <a:pt x="2096335" y="241150"/>
                  <a:pt x="2036225" y="241150"/>
                </a:cubicBezTo>
                <a:lnTo>
                  <a:pt x="1652341" y="241150"/>
                </a:lnTo>
                <a:lnTo>
                  <a:pt x="1652341" y="181724"/>
                </a:lnTo>
                <a:lnTo>
                  <a:pt x="1606575" y="181724"/>
                </a:lnTo>
                <a:lnTo>
                  <a:pt x="1597012" y="181724"/>
                </a:lnTo>
                <a:lnTo>
                  <a:pt x="1495918" y="78580"/>
                </a:lnTo>
                <a:cubicBezTo>
                  <a:pt x="1492503" y="75165"/>
                  <a:pt x="1491137" y="70384"/>
                  <a:pt x="1491820" y="65602"/>
                </a:cubicBezTo>
                <a:cubicBezTo>
                  <a:pt x="1492503" y="60821"/>
                  <a:pt x="1495918" y="56722"/>
                  <a:pt x="1500017" y="54673"/>
                </a:cubicBezTo>
                <a:lnTo>
                  <a:pt x="1605209" y="6858"/>
                </a:lnTo>
                <a:cubicBezTo>
                  <a:pt x="1607258" y="6175"/>
                  <a:pt x="1607942" y="4126"/>
                  <a:pt x="1606575" y="2077"/>
                </a:cubicBezTo>
                <a:cubicBezTo>
                  <a:pt x="1605892" y="28"/>
                  <a:pt x="1603843" y="-655"/>
                  <a:pt x="1601794" y="711"/>
                </a:cubicBezTo>
                <a:lnTo>
                  <a:pt x="1496602" y="48525"/>
                </a:lnTo>
                <a:cubicBezTo>
                  <a:pt x="1490454" y="51258"/>
                  <a:pt x="1485672" y="57406"/>
                  <a:pt x="1484306" y="64236"/>
                </a:cubicBezTo>
                <a:cubicBezTo>
                  <a:pt x="1482940" y="71067"/>
                  <a:pt x="1484989" y="77898"/>
                  <a:pt x="1489771" y="83362"/>
                </a:cubicBezTo>
                <a:lnTo>
                  <a:pt x="1586083" y="181724"/>
                </a:lnTo>
                <a:lnTo>
                  <a:pt x="1559444" y="181724"/>
                </a:lnTo>
                <a:lnTo>
                  <a:pt x="1459033" y="79263"/>
                </a:lnTo>
                <a:cubicBezTo>
                  <a:pt x="1455618" y="75848"/>
                  <a:pt x="1454251" y="71067"/>
                  <a:pt x="1454934" y="65602"/>
                </a:cubicBezTo>
                <a:cubicBezTo>
                  <a:pt x="1455618" y="60821"/>
                  <a:pt x="1459033" y="56722"/>
                  <a:pt x="1463814" y="54673"/>
                </a:cubicBezTo>
                <a:lnTo>
                  <a:pt x="1569007" y="6858"/>
                </a:lnTo>
                <a:cubicBezTo>
                  <a:pt x="1571056" y="6175"/>
                  <a:pt x="1571739" y="4126"/>
                  <a:pt x="1570373" y="2077"/>
                </a:cubicBezTo>
                <a:cubicBezTo>
                  <a:pt x="1569690" y="28"/>
                  <a:pt x="1567640" y="-655"/>
                  <a:pt x="1565591" y="711"/>
                </a:cubicBezTo>
                <a:lnTo>
                  <a:pt x="1461765" y="47842"/>
                </a:lnTo>
                <a:cubicBezTo>
                  <a:pt x="1454934" y="50575"/>
                  <a:pt x="1450836" y="56722"/>
                  <a:pt x="1449470" y="64236"/>
                </a:cubicBezTo>
                <a:cubicBezTo>
                  <a:pt x="1448104" y="71750"/>
                  <a:pt x="1450153" y="78580"/>
                  <a:pt x="1455618" y="84045"/>
                </a:cubicBezTo>
                <a:lnTo>
                  <a:pt x="1551247" y="181724"/>
                </a:lnTo>
                <a:lnTo>
                  <a:pt x="1503432" y="181724"/>
                </a:lnTo>
                <a:lnTo>
                  <a:pt x="1503432" y="241150"/>
                </a:lnTo>
                <a:lnTo>
                  <a:pt x="1195369" y="241150"/>
                </a:lnTo>
                <a:cubicBezTo>
                  <a:pt x="1135259" y="241150"/>
                  <a:pt x="1086761" y="289649"/>
                  <a:pt x="1086761" y="349758"/>
                </a:cubicBezTo>
                <a:lnTo>
                  <a:pt x="1086761" y="552630"/>
                </a:lnTo>
                <a:lnTo>
                  <a:pt x="1059438" y="552630"/>
                </a:lnTo>
                <a:lnTo>
                  <a:pt x="1059438" y="349758"/>
                </a:lnTo>
                <a:cubicBezTo>
                  <a:pt x="1059438" y="289649"/>
                  <a:pt x="1010940" y="241150"/>
                  <a:pt x="950830" y="241150"/>
                </a:cubicBezTo>
                <a:lnTo>
                  <a:pt x="108608" y="241150"/>
                </a:lnTo>
                <a:cubicBezTo>
                  <a:pt x="48498" y="241150"/>
                  <a:pt x="0" y="289649"/>
                  <a:pt x="0" y="349758"/>
                </a:cubicBezTo>
                <a:lnTo>
                  <a:pt x="0" y="594297"/>
                </a:lnTo>
                <a:lnTo>
                  <a:pt x="186477" y="594297"/>
                </a:lnTo>
                <a:cubicBezTo>
                  <a:pt x="185795" y="597029"/>
                  <a:pt x="185795" y="599761"/>
                  <a:pt x="185795" y="603176"/>
                </a:cubicBezTo>
                <a:cubicBezTo>
                  <a:pt x="185795" y="625718"/>
                  <a:pt x="204237" y="644160"/>
                  <a:pt x="226779" y="644160"/>
                </a:cubicBezTo>
                <a:cubicBezTo>
                  <a:pt x="249320" y="644160"/>
                  <a:pt x="267763" y="625718"/>
                  <a:pt x="267763" y="603176"/>
                </a:cubicBezTo>
                <a:cubicBezTo>
                  <a:pt x="267763" y="600444"/>
                  <a:pt x="267763" y="597029"/>
                  <a:pt x="267080" y="594297"/>
                </a:cubicBezTo>
                <a:lnTo>
                  <a:pt x="299867" y="594297"/>
                </a:lnTo>
                <a:cubicBezTo>
                  <a:pt x="299184" y="597029"/>
                  <a:pt x="299184" y="599761"/>
                  <a:pt x="299184" y="603176"/>
                </a:cubicBezTo>
                <a:cubicBezTo>
                  <a:pt x="299184" y="625718"/>
                  <a:pt x="317626" y="644160"/>
                  <a:pt x="340168" y="644160"/>
                </a:cubicBezTo>
                <a:cubicBezTo>
                  <a:pt x="362709" y="644160"/>
                  <a:pt x="381152" y="625718"/>
                  <a:pt x="381152" y="603176"/>
                </a:cubicBezTo>
                <a:cubicBezTo>
                  <a:pt x="381152" y="600444"/>
                  <a:pt x="381152" y="597029"/>
                  <a:pt x="380469" y="594297"/>
                </a:cubicBezTo>
                <a:lnTo>
                  <a:pt x="700144" y="594297"/>
                </a:lnTo>
                <a:cubicBezTo>
                  <a:pt x="699462" y="597029"/>
                  <a:pt x="699462" y="599761"/>
                  <a:pt x="699462" y="603176"/>
                </a:cubicBezTo>
                <a:cubicBezTo>
                  <a:pt x="699462" y="625718"/>
                  <a:pt x="717904" y="644160"/>
                  <a:pt x="740446" y="644160"/>
                </a:cubicBezTo>
                <a:cubicBezTo>
                  <a:pt x="762987" y="644160"/>
                  <a:pt x="781430" y="625718"/>
                  <a:pt x="781430" y="603176"/>
                </a:cubicBezTo>
                <a:cubicBezTo>
                  <a:pt x="781430" y="600444"/>
                  <a:pt x="781430" y="597029"/>
                  <a:pt x="780746" y="594297"/>
                </a:cubicBezTo>
                <a:lnTo>
                  <a:pt x="813534" y="594297"/>
                </a:lnTo>
                <a:cubicBezTo>
                  <a:pt x="812851" y="597029"/>
                  <a:pt x="812851" y="599761"/>
                  <a:pt x="812851" y="603176"/>
                </a:cubicBezTo>
                <a:cubicBezTo>
                  <a:pt x="812851" y="625718"/>
                  <a:pt x="831293" y="644160"/>
                  <a:pt x="853835" y="644160"/>
                </a:cubicBezTo>
                <a:cubicBezTo>
                  <a:pt x="876376" y="644160"/>
                  <a:pt x="894819" y="625718"/>
                  <a:pt x="894819" y="603176"/>
                </a:cubicBezTo>
                <a:cubicBezTo>
                  <a:pt x="894819" y="600444"/>
                  <a:pt x="894819" y="597029"/>
                  <a:pt x="894136" y="594297"/>
                </a:cubicBezTo>
                <a:lnTo>
                  <a:pt x="1058072" y="594297"/>
                </a:lnTo>
                <a:lnTo>
                  <a:pt x="1058072" y="588832"/>
                </a:lnTo>
                <a:lnTo>
                  <a:pt x="1085395" y="588832"/>
                </a:lnTo>
                <a:lnTo>
                  <a:pt x="1085395" y="594297"/>
                </a:lnTo>
                <a:lnTo>
                  <a:pt x="1271872" y="594297"/>
                </a:lnTo>
                <a:cubicBezTo>
                  <a:pt x="1271189" y="597029"/>
                  <a:pt x="1271189" y="599761"/>
                  <a:pt x="1271189" y="603176"/>
                </a:cubicBezTo>
                <a:cubicBezTo>
                  <a:pt x="1271189" y="625718"/>
                  <a:pt x="1289632" y="644160"/>
                  <a:pt x="1312173" y="644160"/>
                </a:cubicBezTo>
                <a:cubicBezTo>
                  <a:pt x="1334715" y="644160"/>
                  <a:pt x="1353157" y="625718"/>
                  <a:pt x="1353157" y="603176"/>
                </a:cubicBezTo>
                <a:cubicBezTo>
                  <a:pt x="1353157" y="600444"/>
                  <a:pt x="1353157" y="597029"/>
                  <a:pt x="1352474" y="594297"/>
                </a:cubicBezTo>
                <a:lnTo>
                  <a:pt x="1385261" y="594297"/>
                </a:lnTo>
                <a:cubicBezTo>
                  <a:pt x="1384578" y="597029"/>
                  <a:pt x="1384578" y="599761"/>
                  <a:pt x="1384578" y="603176"/>
                </a:cubicBezTo>
                <a:cubicBezTo>
                  <a:pt x="1384578" y="625718"/>
                  <a:pt x="1403021" y="644160"/>
                  <a:pt x="1425562" y="644160"/>
                </a:cubicBezTo>
                <a:cubicBezTo>
                  <a:pt x="1448104" y="644160"/>
                  <a:pt x="1466546" y="625718"/>
                  <a:pt x="1466546" y="603176"/>
                </a:cubicBezTo>
                <a:cubicBezTo>
                  <a:pt x="1466546" y="600444"/>
                  <a:pt x="1466546" y="597029"/>
                  <a:pt x="1465864" y="594297"/>
                </a:cubicBezTo>
                <a:lnTo>
                  <a:pt x="1785539" y="594297"/>
                </a:lnTo>
                <a:cubicBezTo>
                  <a:pt x="1784856" y="597029"/>
                  <a:pt x="1784856" y="599761"/>
                  <a:pt x="1784856" y="603176"/>
                </a:cubicBezTo>
                <a:cubicBezTo>
                  <a:pt x="1784856" y="625718"/>
                  <a:pt x="1803299" y="644160"/>
                  <a:pt x="1825840" y="644160"/>
                </a:cubicBezTo>
                <a:cubicBezTo>
                  <a:pt x="1848381" y="644160"/>
                  <a:pt x="1866824" y="625718"/>
                  <a:pt x="1866824" y="603176"/>
                </a:cubicBezTo>
                <a:cubicBezTo>
                  <a:pt x="1866824" y="600444"/>
                  <a:pt x="1866824" y="597029"/>
                  <a:pt x="1866141" y="594297"/>
                </a:cubicBezTo>
                <a:lnTo>
                  <a:pt x="1898928" y="594297"/>
                </a:lnTo>
                <a:cubicBezTo>
                  <a:pt x="1898245" y="597029"/>
                  <a:pt x="1898245" y="599761"/>
                  <a:pt x="1898245" y="603176"/>
                </a:cubicBezTo>
                <a:cubicBezTo>
                  <a:pt x="1898245" y="625718"/>
                  <a:pt x="1916688" y="644160"/>
                  <a:pt x="1939229" y="644160"/>
                </a:cubicBezTo>
                <a:cubicBezTo>
                  <a:pt x="1961771" y="644160"/>
                  <a:pt x="1980213" y="625718"/>
                  <a:pt x="1980213" y="603176"/>
                </a:cubicBezTo>
                <a:cubicBezTo>
                  <a:pt x="1980213" y="600444"/>
                  <a:pt x="1980213" y="597029"/>
                  <a:pt x="1979530" y="594297"/>
                </a:cubicBezTo>
                <a:lnTo>
                  <a:pt x="2143466" y="594297"/>
                </a:lnTo>
                <a:lnTo>
                  <a:pt x="2143466" y="349758"/>
                </a:lnTo>
                <a:close/>
                <a:moveTo>
                  <a:pt x="116805" y="330633"/>
                </a:moveTo>
                <a:lnTo>
                  <a:pt x="176231" y="330633"/>
                </a:lnTo>
                <a:lnTo>
                  <a:pt x="176231" y="424896"/>
                </a:lnTo>
                <a:lnTo>
                  <a:pt x="116805" y="424896"/>
                </a:lnTo>
                <a:lnTo>
                  <a:pt x="116805" y="330633"/>
                </a:lnTo>
                <a:close/>
                <a:moveTo>
                  <a:pt x="32787" y="330633"/>
                </a:moveTo>
                <a:lnTo>
                  <a:pt x="92214" y="330633"/>
                </a:lnTo>
                <a:lnTo>
                  <a:pt x="92214" y="424896"/>
                </a:lnTo>
                <a:lnTo>
                  <a:pt x="32787" y="424896"/>
                </a:lnTo>
                <a:lnTo>
                  <a:pt x="32787" y="330633"/>
                </a:lnTo>
                <a:close/>
                <a:moveTo>
                  <a:pt x="123636" y="543749"/>
                </a:moveTo>
                <a:lnTo>
                  <a:pt x="88116" y="543749"/>
                </a:lnTo>
                <a:lnTo>
                  <a:pt x="88116" y="449486"/>
                </a:lnTo>
                <a:lnTo>
                  <a:pt x="123636" y="449486"/>
                </a:lnTo>
                <a:lnTo>
                  <a:pt x="123636" y="543749"/>
                </a:lnTo>
                <a:close/>
                <a:moveTo>
                  <a:pt x="181696" y="543749"/>
                </a:moveTo>
                <a:lnTo>
                  <a:pt x="146177" y="543749"/>
                </a:lnTo>
                <a:lnTo>
                  <a:pt x="146177" y="449486"/>
                </a:lnTo>
                <a:lnTo>
                  <a:pt x="181696" y="449486"/>
                </a:lnTo>
                <a:lnTo>
                  <a:pt x="181696" y="543749"/>
                </a:lnTo>
                <a:close/>
                <a:moveTo>
                  <a:pt x="335387" y="434459"/>
                </a:moveTo>
                <a:lnTo>
                  <a:pt x="247953" y="434459"/>
                </a:lnTo>
                <a:lnTo>
                  <a:pt x="247953" y="368884"/>
                </a:lnTo>
                <a:lnTo>
                  <a:pt x="335387" y="368884"/>
                </a:lnTo>
                <a:lnTo>
                  <a:pt x="335387" y="434459"/>
                </a:lnTo>
                <a:close/>
                <a:moveTo>
                  <a:pt x="335387" y="357955"/>
                </a:moveTo>
                <a:lnTo>
                  <a:pt x="247953" y="357955"/>
                </a:lnTo>
                <a:lnTo>
                  <a:pt x="247953" y="308774"/>
                </a:lnTo>
                <a:lnTo>
                  <a:pt x="335387" y="308774"/>
                </a:lnTo>
                <a:lnTo>
                  <a:pt x="335387" y="357955"/>
                </a:lnTo>
                <a:close/>
                <a:moveTo>
                  <a:pt x="448776" y="434459"/>
                </a:moveTo>
                <a:lnTo>
                  <a:pt x="361343" y="434459"/>
                </a:lnTo>
                <a:lnTo>
                  <a:pt x="361343" y="368884"/>
                </a:lnTo>
                <a:lnTo>
                  <a:pt x="448776" y="368884"/>
                </a:lnTo>
                <a:lnTo>
                  <a:pt x="448776" y="434459"/>
                </a:lnTo>
                <a:close/>
                <a:moveTo>
                  <a:pt x="448776" y="357955"/>
                </a:moveTo>
                <a:lnTo>
                  <a:pt x="361343" y="357955"/>
                </a:lnTo>
                <a:lnTo>
                  <a:pt x="361343" y="308774"/>
                </a:lnTo>
                <a:lnTo>
                  <a:pt x="448776" y="308774"/>
                </a:lnTo>
                <a:lnTo>
                  <a:pt x="448776" y="357955"/>
                </a:lnTo>
                <a:close/>
                <a:moveTo>
                  <a:pt x="562165" y="434459"/>
                </a:moveTo>
                <a:lnTo>
                  <a:pt x="474732" y="434459"/>
                </a:lnTo>
                <a:lnTo>
                  <a:pt x="474732" y="368884"/>
                </a:lnTo>
                <a:lnTo>
                  <a:pt x="562165" y="368884"/>
                </a:lnTo>
                <a:lnTo>
                  <a:pt x="562165" y="434459"/>
                </a:lnTo>
                <a:close/>
                <a:moveTo>
                  <a:pt x="562165" y="357955"/>
                </a:moveTo>
                <a:lnTo>
                  <a:pt x="474732" y="357955"/>
                </a:lnTo>
                <a:lnTo>
                  <a:pt x="474732" y="308774"/>
                </a:lnTo>
                <a:lnTo>
                  <a:pt x="562165" y="308774"/>
                </a:lnTo>
                <a:lnTo>
                  <a:pt x="562165" y="357955"/>
                </a:lnTo>
                <a:close/>
                <a:moveTo>
                  <a:pt x="675554" y="434459"/>
                </a:moveTo>
                <a:lnTo>
                  <a:pt x="588122" y="434459"/>
                </a:lnTo>
                <a:lnTo>
                  <a:pt x="588122" y="368884"/>
                </a:lnTo>
                <a:lnTo>
                  <a:pt x="675554" y="368884"/>
                </a:lnTo>
                <a:lnTo>
                  <a:pt x="675554" y="434459"/>
                </a:lnTo>
                <a:close/>
                <a:moveTo>
                  <a:pt x="675554" y="357955"/>
                </a:moveTo>
                <a:lnTo>
                  <a:pt x="588122" y="357955"/>
                </a:lnTo>
                <a:lnTo>
                  <a:pt x="588122" y="308774"/>
                </a:lnTo>
                <a:lnTo>
                  <a:pt x="675554" y="308774"/>
                </a:lnTo>
                <a:lnTo>
                  <a:pt x="675554" y="357955"/>
                </a:lnTo>
                <a:close/>
                <a:moveTo>
                  <a:pt x="788943" y="434459"/>
                </a:moveTo>
                <a:lnTo>
                  <a:pt x="701511" y="434459"/>
                </a:lnTo>
                <a:lnTo>
                  <a:pt x="701511" y="368884"/>
                </a:lnTo>
                <a:lnTo>
                  <a:pt x="788943" y="368884"/>
                </a:lnTo>
                <a:lnTo>
                  <a:pt x="788943" y="434459"/>
                </a:lnTo>
                <a:close/>
                <a:moveTo>
                  <a:pt x="788943" y="357955"/>
                </a:moveTo>
                <a:lnTo>
                  <a:pt x="701511" y="357955"/>
                </a:lnTo>
                <a:lnTo>
                  <a:pt x="701511" y="308774"/>
                </a:lnTo>
                <a:lnTo>
                  <a:pt x="788943" y="308774"/>
                </a:lnTo>
                <a:lnTo>
                  <a:pt x="788943" y="357955"/>
                </a:lnTo>
                <a:close/>
                <a:moveTo>
                  <a:pt x="902333" y="434459"/>
                </a:moveTo>
                <a:lnTo>
                  <a:pt x="814900" y="434459"/>
                </a:lnTo>
                <a:lnTo>
                  <a:pt x="814900" y="368884"/>
                </a:lnTo>
                <a:lnTo>
                  <a:pt x="902333" y="368884"/>
                </a:lnTo>
                <a:lnTo>
                  <a:pt x="902333" y="434459"/>
                </a:lnTo>
                <a:close/>
                <a:moveTo>
                  <a:pt x="902333" y="357955"/>
                </a:moveTo>
                <a:lnTo>
                  <a:pt x="814900" y="357955"/>
                </a:lnTo>
                <a:lnTo>
                  <a:pt x="814900" y="308774"/>
                </a:lnTo>
                <a:lnTo>
                  <a:pt x="902333" y="308774"/>
                </a:lnTo>
                <a:lnTo>
                  <a:pt x="902333" y="357955"/>
                </a:lnTo>
                <a:close/>
                <a:moveTo>
                  <a:pt x="972689" y="543749"/>
                </a:moveTo>
                <a:lnTo>
                  <a:pt x="937169" y="543749"/>
                </a:lnTo>
                <a:lnTo>
                  <a:pt x="937169" y="449486"/>
                </a:lnTo>
                <a:lnTo>
                  <a:pt x="972689" y="449486"/>
                </a:lnTo>
                <a:lnTo>
                  <a:pt x="972689" y="543749"/>
                </a:lnTo>
                <a:close/>
                <a:moveTo>
                  <a:pt x="972689" y="424213"/>
                </a:moveTo>
                <a:lnTo>
                  <a:pt x="937169" y="424213"/>
                </a:lnTo>
                <a:lnTo>
                  <a:pt x="937169" y="329949"/>
                </a:lnTo>
                <a:lnTo>
                  <a:pt x="972689" y="329949"/>
                </a:lnTo>
                <a:lnTo>
                  <a:pt x="972689" y="424213"/>
                </a:lnTo>
                <a:close/>
                <a:moveTo>
                  <a:pt x="1030749" y="543749"/>
                </a:moveTo>
                <a:lnTo>
                  <a:pt x="995230" y="543749"/>
                </a:lnTo>
                <a:lnTo>
                  <a:pt x="995230" y="449486"/>
                </a:lnTo>
                <a:lnTo>
                  <a:pt x="1030749" y="449486"/>
                </a:lnTo>
                <a:lnTo>
                  <a:pt x="1030749" y="543749"/>
                </a:lnTo>
                <a:close/>
                <a:moveTo>
                  <a:pt x="1030749" y="424213"/>
                </a:moveTo>
                <a:lnTo>
                  <a:pt x="995230" y="424213"/>
                </a:lnTo>
                <a:lnTo>
                  <a:pt x="995230" y="329949"/>
                </a:lnTo>
                <a:lnTo>
                  <a:pt x="1030749" y="329949"/>
                </a:lnTo>
                <a:lnTo>
                  <a:pt x="1030749" y="424213"/>
                </a:lnTo>
                <a:close/>
                <a:moveTo>
                  <a:pt x="1202883" y="330633"/>
                </a:moveTo>
                <a:lnTo>
                  <a:pt x="1262309" y="330633"/>
                </a:lnTo>
                <a:lnTo>
                  <a:pt x="1262309" y="424896"/>
                </a:lnTo>
                <a:lnTo>
                  <a:pt x="1202883" y="424896"/>
                </a:lnTo>
                <a:lnTo>
                  <a:pt x="1202883" y="330633"/>
                </a:lnTo>
                <a:close/>
                <a:moveTo>
                  <a:pt x="1119548" y="330633"/>
                </a:moveTo>
                <a:lnTo>
                  <a:pt x="1178975" y="330633"/>
                </a:lnTo>
                <a:lnTo>
                  <a:pt x="1178975" y="424896"/>
                </a:lnTo>
                <a:lnTo>
                  <a:pt x="1119548" y="424896"/>
                </a:lnTo>
                <a:lnTo>
                  <a:pt x="1119548" y="330633"/>
                </a:lnTo>
                <a:close/>
                <a:moveTo>
                  <a:pt x="1209713" y="543749"/>
                </a:moveTo>
                <a:lnTo>
                  <a:pt x="1174194" y="543749"/>
                </a:lnTo>
                <a:lnTo>
                  <a:pt x="1174194" y="449486"/>
                </a:lnTo>
                <a:lnTo>
                  <a:pt x="1209713" y="449486"/>
                </a:lnTo>
                <a:lnTo>
                  <a:pt x="1209713" y="543749"/>
                </a:lnTo>
                <a:close/>
                <a:moveTo>
                  <a:pt x="1268457" y="543749"/>
                </a:moveTo>
                <a:lnTo>
                  <a:pt x="1232937" y="543749"/>
                </a:lnTo>
                <a:lnTo>
                  <a:pt x="1232937" y="449486"/>
                </a:lnTo>
                <a:lnTo>
                  <a:pt x="1268457" y="449486"/>
                </a:lnTo>
                <a:lnTo>
                  <a:pt x="1268457" y="543749"/>
                </a:lnTo>
                <a:close/>
                <a:moveTo>
                  <a:pt x="1421464" y="434459"/>
                </a:moveTo>
                <a:lnTo>
                  <a:pt x="1334031" y="434459"/>
                </a:lnTo>
                <a:lnTo>
                  <a:pt x="1334031" y="368884"/>
                </a:lnTo>
                <a:lnTo>
                  <a:pt x="1421464" y="368884"/>
                </a:lnTo>
                <a:lnTo>
                  <a:pt x="1421464" y="434459"/>
                </a:lnTo>
                <a:close/>
                <a:moveTo>
                  <a:pt x="1421464" y="357955"/>
                </a:moveTo>
                <a:lnTo>
                  <a:pt x="1334031" y="357955"/>
                </a:lnTo>
                <a:lnTo>
                  <a:pt x="1334031" y="308774"/>
                </a:lnTo>
                <a:lnTo>
                  <a:pt x="1421464" y="308774"/>
                </a:lnTo>
                <a:lnTo>
                  <a:pt x="1421464" y="357955"/>
                </a:lnTo>
                <a:close/>
                <a:moveTo>
                  <a:pt x="1535536" y="434459"/>
                </a:moveTo>
                <a:lnTo>
                  <a:pt x="1448104" y="434459"/>
                </a:lnTo>
                <a:lnTo>
                  <a:pt x="1448104" y="368884"/>
                </a:lnTo>
                <a:lnTo>
                  <a:pt x="1535536" y="368884"/>
                </a:lnTo>
                <a:lnTo>
                  <a:pt x="1535536" y="434459"/>
                </a:lnTo>
                <a:close/>
                <a:moveTo>
                  <a:pt x="1535536" y="357955"/>
                </a:moveTo>
                <a:lnTo>
                  <a:pt x="1448104" y="357955"/>
                </a:lnTo>
                <a:lnTo>
                  <a:pt x="1448104" y="308774"/>
                </a:lnTo>
                <a:lnTo>
                  <a:pt x="1535536" y="308774"/>
                </a:lnTo>
                <a:lnTo>
                  <a:pt x="1535536" y="357955"/>
                </a:lnTo>
                <a:close/>
                <a:moveTo>
                  <a:pt x="1648926" y="434459"/>
                </a:moveTo>
                <a:lnTo>
                  <a:pt x="1561493" y="434459"/>
                </a:lnTo>
                <a:lnTo>
                  <a:pt x="1561493" y="368884"/>
                </a:lnTo>
                <a:lnTo>
                  <a:pt x="1648926" y="368884"/>
                </a:lnTo>
                <a:lnTo>
                  <a:pt x="1648926" y="434459"/>
                </a:lnTo>
                <a:close/>
                <a:moveTo>
                  <a:pt x="1648926" y="357955"/>
                </a:moveTo>
                <a:lnTo>
                  <a:pt x="1561493" y="357955"/>
                </a:lnTo>
                <a:lnTo>
                  <a:pt x="1561493" y="308774"/>
                </a:lnTo>
                <a:lnTo>
                  <a:pt x="1648926" y="308774"/>
                </a:lnTo>
                <a:lnTo>
                  <a:pt x="1648926" y="357955"/>
                </a:lnTo>
                <a:close/>
                <a:moveTo>
                  <a:pt x="1762315" y="434459"/>
                </a:moveTo>
                <a:lnTo>
                  <a:pt x="1674882" y="434459"/>
                </a:lnTo>
                <a:lnTo>
                  <a:pt x="1674882" y="368884"/>
                </a:lnTo>
                <a:lnTo>
                  <a:pt x="1762315" y="368884"/>
                </a:lnTo>
                <a:lnTo>
                  <a:pt x="1762315" y="434459"/>
                </a:lnTo>
                <a:close/>
                <a:moveTo>
                  <a:pt x="1762315" y="357955"/>
                </a:moveTo>
                <a:lnTo>
                  <a:pt x="1674882" y="357955"/>
                </a:lnTo>
                <a:lnTo>
                  <a:pt x="1674882" y="308774"/>
                </a:lnTo>
                <a:lnTo>
                  <a:pt x="1762315" y="308774"/>
                </a:lnTo>
                <a:lnTo>
                  <a:pt x="1762315" y="357955"/>
                </a:lnTo>
                <a:close/>
                <a:moveTo>
                  <a:pt x="1875704" y="434459"/>
                </a:moveTo>
                <a:lnTo>
                  <a:pt x="1788271" y="434459"/>
                </a:lnTo>
                <a:lnTo>
                  <a:pt x="1788271" y="368884"/>
                </a:lnTo>
                <a:lnTo>
                  <a:pt x="1875704" y="368884"/>
                </a:lnTo>
                <a:lnTo>
                  <a:pt x="1875704" y="434459"/>
                </a:lnTo>
                <a:close/>
                <a:moveTo>
                  <a:pt x="1875704" y="357955"/>
                </a:moveTo>
                <a:lnTo>
                  <a:pt x="1788271" y="357955"/>
                </a:lnTo>
                <a:lnTo>
                  <a:pt x="1788271" y="308774"/>
                </a:lnTo>
                <a:lnTo>
                  <a:pt x="1875704" y="308774"/>
                </a:lnTo>
                <a:lnTo>
                  <a:pt x="1875704" y="357955"/>
                </a:lnTo>
                <a:close/>
                <a:moveTo>
                  <a:pt x="1989093" y="434459"/>
                </a:moveTo>
                <a:lnTo>
                  <a:pt x="1901661" y="434459"/>
                </a:lnTo>
                <a:lnTo>
                  <a:pt x="1901661" y="368884"/>
                </a:lnTo>
                <a:lnTo>
                  <a:pt x="1989093" y="368884"/>
                </a:lnTo>
                <a:lnTo>
                  <a:pt x="1989093" y="434459"/>
                </a:lnTo>
                <a:close/>
                <a:moveTo>
                  <a:pt x="1989093" y="357955"/>
                </a:moveTo>
                <a:lnTo>
                  <a:pt x="1901661" y="357955"/>
                </a:lnTo>
                <a:lnTo>
                  <a:pt x="1901661" y="308774"/>
                </a:lnTo>
                <a:lnTo>
                  <a:pt x="1989093" y="308774"/>
                </a:lnTo>
                <a:lnTo>
                  <a:pt x="1989093" y="357955"/>
                </a:lnTo>
                <a:close/>
                <a:moveTo>
                  <a:pt x="2058766" y="543749"/>
                </a:moveTo>
                <a:lnTo>
                  <a:pt x="2023247" y="543749"/>
                </a:lnTo>
                <a:lnTo>
                  <a:pt x="2023247" y="449486"/>
                </a:lnTo>
                <a:lnTo>
                  <a:pt x="2058766" y="449486"/>
                </a:lnTo>
                <a:lnTo>
                  <a:pt x="2058766" y="543749"/>
                </a:lnTo>
                <a:close/>
                <a:moveTo>
                  <a:pt x="2058766" y="424213"/>
                </a:moveTo>
                <a:lnTo>
                  <a:pt x="2023247" y="424213"/>
                </a:lnTo>
                <a:lnTo>
                  <a:pt x="2023247" y="329949"/>
                </a:lnTo>
                <a:lnTo>
                  <a:pt x="2058766" y="329949"/>
                </a:lnTo>
                <a:lnTo>
                  <a:pt x="2058766" y="424213"/>
                </a:lnTo>
                <a:close/>
                <a:moveTo>
                  <a:pt x="2117510" y="543749"/>
                </a:moveTo>
                <a:lnTo>
                  <a:pt x="2081990" y="543749"/>
                </a:lnTo>
                <a:lnTo>
                  <a:pt x="2081990" y="449486"/>
                </a:lnTo>
                <a:lnTo>
                  <a:pt x="2117510" y="449486"/>
                </a:lnTo>
                <a:lnTo>
                  <a:pt x="2117510" y="543749"/>
                </a:lnTo>
                <a:close/>
                <a:moveTo>
                  <a:pt x="2117510" y="424213"/>
                </a:moveTo>
                <a:lnTo>
                  <a:pt x="2081990" y="424213"/>
                </a:lnTo>
                <a:lnTo>
                  <a:pt x="2081990" y="329949"/>
                </a:lnTo>
                <a:lnTo>
                  <a:pt x="2117510" y="329949"/>
                </a:lnTo>
                <a:lnTo>
                  <a:pt x="2117510" y="4242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47"/>
          <p:cNvSpPr txBox="1"/>
          <p:nvPr>
            <p:ph type="title"/>
          </p:nvPr>
        </p:nvSpPr>
        <p:spPr>
          <a:xfrm>
            <a:off x="734775" y="445025"/>
            <a:ext cx="76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47"/>
          <p:cNvSpPr txBox="1"/>
          <p:nvPr>
            <p:ph idx="2" type="body"/>
          </p:nvPr>
        </p:nvSpPr>
        <p:spPr>
          <a:xfrm>
            <a:off x="44958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Photo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couple enjoying a cup of coffee at sunset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women sitting on rock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Side view of father and child in the car while on a road trip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view senior couple holding hands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High angle couple at the beach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 shot man with bicycle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Front view senior man posing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Mid shot old man fixing hair with copy-space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Front view of happy couple enjoying hot beverage in the trunk of the car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572" name="Google Shape;5572;p47"/>
          <p:cNvSpPr txBox="1"/>
          <p:nvPr>
            <p:ph idx="1" type="body"/>
          </p:nvPr>
        </p:nvSpPr>
        <p:spPr>
          <a:xfrm>
            <a:off x="810900" y="1286900"/>
            <a:ext cx="3837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Vector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Collection of gray tiles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Geometric elements landing page template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Silhouette city skyline in flat style 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 view food dish collection</a:t>
            </a:r>
            <a:endParaRPr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Colorful skyline of lisbon 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Icon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accent6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Portugal Icon Pack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sbon Travel Guide by Slidesgo">
  <a:themeElements>
    <a:clrScheme name="Simple Light">
      <a:dk1>
        <a:srgbClr val="A51E38"/>
      </a:dk1>
      <a:lt1>
        <a:srgbClr val="FDB044"/>
      </a:lt1>
      <a:dk2>
        <a:srgbClr val="419EC0"/>
      </a:dk2>
      <a:lt2>
        <a:srgbClr val="04356D"/>
      </a:lt2>
      <a:accent1>
        <a:srgbClr val="FFDAAA"/>
      </a:accent1>
      <a:accent2>
        <a:srgbClr val="D13948"/>
      </a:accent2>
      <a:accent3>
        <a:srgbClr val="FFFFFF"/>
      </a:accent3>
      <a:accent4>
        <a:srgbClr val="FFAB40"/>
      </a:accent4>
      <a:accent5>
        <a:srgbClr val="FF8500"/>
      </a:accent5>
      <a:accent6>
        <a:srgbClr val="434343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